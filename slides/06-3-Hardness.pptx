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5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85" r:id="rId31"/>
    <p:sldId id="789" r:id="rId32"/>
    <p:sldId id="790" r:id="rId33"/>
    <p:sldId id="79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803"/>
    <p:restoredTop sz="94794"/>
  </p:normalViewPr>
  <p:slideViewPr>
    <p:cSldViewPr snapToGrid="0" snapToObjects="1">
      <p:cViewPr varScale="1">
        <p:scale>
          <a:sx n="137" d="100"/>
          <a:sy n="137" d="100"/>
        </p:scale>
        <p:origin x="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4B991BB-090A-5AA0-6F89-05FAA07A36E8}"/>
              </a:ext>
            </a:extLst>
          </p:cNvPr>
          <p:cNvGrpSpPr/>
          <p:nvPr/>
        </p:nvGrpSpPr>
        <p:grpSpPr>
          <a:xfrm>
            <a:off x="1625082" y="1819471"/>
            <a:ext cx="8941835" cy="3072883"/>
            <a:chOff x="643814" y="2052736"/>
            <a:chExt cx="8941835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68EDBD0-730B-523F-BC0F-2F85A2DD6453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EDE0720-CC3D-FF88-43F1-5630D245240F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3B18173-9961-8CDC-7E4A-761433912720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3C307CC-0B7C-F6AB-2DDF-E8C6750E854D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FE1DDEA-4846-CDFE-46B3-8D620050FB6D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9816CA0-BEE7-11E8-0DFC-DE7CD2110A86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0547576-D203-3E80-A4FC-161B0CAC3B64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281A55-3416-0DF1-E27D-E4A467DF535A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C62288-F8F5-67DD-0BAD-D2557657845A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A446C3-3165-D645-F202-C3AD0815BCFC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4C7D579-176E-6F9B-466D-4853576FC10C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B99755C-1E5F-60F1-AD83-5F95BE59029D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0B88462-A76E-7351-BEFC-8B74D64DC3B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86CFAD9-5C16-AAB9-709E-0DF31535A1B9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FC85AFB-DD86-3CA2-104B-99F18CCBCD02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144CD39-3E2E-52ED-B467-AA636A88A210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EC7D43B-7FED-B991-2271-7AB2F4DD7835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C571837-F73C-8066-B123-DB96663D1BD8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03CB26B-ED53-28EF-25EC-6C74CD800EAC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38819C0-65F9-B97F-822F-4485E7822B1B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F2A9FCB-2FFD-814D-DBFC-778AAA2C53E4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790CE5C-7C47-4C79-4F37-9298DC2B1A11}"/>
                </a:ext>
              </a:extLst>
            </p:cNvPr>
            <p:cNvSpPr txBox="1"/>
            <p:nvPr/>
          </p:nvSpPr>
          <p:spPr>
            <a:xfrm>
              <a:off x="3349694" y="210133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447A5DA-2D6A-5C37-3B83-FEE425AB2CCE}"/>
                </a:ext>
              </a:extLst>
            </p:cNvPr>
            <p:cNvSpPr txBox="1"/>
            <p:nvPr/>
          </p:nvSpPr>
          <p:spPr>
            <a:xfrm>
              <a:off x="5464628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ABF87DC-B90B-D97C-8F74-BCF39F3B9421}"/>
                </a:ext>
              </a:extLst>
            </p:cNvPr>
            <p:cNvSpPr txBox="1"/>
            <p:nvPr/>
          </p:nvSpPr>
          <p:spPr>
            <a:xfrm>
              <a:off x="7504923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8D07C6-38F1-7473-641D-49A75DFC3EDE}"/>
                </a:ext>
              </a:extLst>
            </p:cNvPr>
            <p:cNvSpPr txBox="1"/>
            <p:nvPr/>
          </p:nvSpPr>
          <p:spPr>
            <a:xfrm>
              <a:off x="3349694" y="42687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DA8FC6A-763D-D7A3-0972-AD4DF83FE421}"/>
                </a:ext>
              </a:extLst>
            </p:cNvPr>
            <p:cNvSpPr txBox="1"/>
            <p:nvPr/>
          </p:nvSpPr>
          <p:spPr>
            <a:xfrm>
              <a:off x="5439748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FC8F376-9AF8-35CA-76B8-DCB74747E1D3}"/>
                </a:ext>
              </a:extLst>
            </p:cNvPr>
            <p:cNvSpPr txBox="1"/>
            <p:nvPr/>
          </p:nvSpPr>
          <p:spPr>
            <a:xfrm>
              <a:off x="7504923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C118B6E-BD6E-F2EC-DE82-892BF54E9CD4}"/>
                </a:ext>
              </a:extLst>
            </p:cNvPr>
            <p:cNvSpPr txBox="1"/>
            <p:nvPr/>
          </p:nvSpPr>
          <p:spPr>
            <a:xfrm>
              <a:off x="7607458" y="3123412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95BFA01-5762-1E11-A7BE-2F5748A06FBB}"/>
                </a:ext>
              </a:extLst>
            </p:cNvPr>
            <p:cNvSpPr txBox="1"/>
            <p:nvPr/>
          </p:nvSpPr>
          <p:spPr>
            <a:xfrm>
              <a:off x="8820539" y="3356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3A09CB-2A2D-8291-57CA-467719447171}"/>
                </a:ext>
              </a:extLst>
            </p:cNvPr>
            <p:cNvSpPr txBox="1"/>
            <p:nvPr/>
          </p:nvSpPr>
          <p:spPr>
            <a:xfrm>
              <a:off x="643814" y="233460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48210-018A-8332-9415-CF7CAAA8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C0864-CA49-5174-9ECF-52825ACEB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DFA / NFA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84A8B-3280-0F34-74B0-2A761104F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How to represent anything?</a:t>
            </a:r>
          </a:p>
          <a:p>
            <a:pPr lvl="1"/>
            <a:r>
              <a:rPr lang="en-US" dirty="0"/>
              <a:t>It has a working “computer program”</a:t>
            </a:r>
          </a:p>
          <a:p>
            <a:r>
              <a:rPr lang="en-US" dirty="0"/>
              <a:t>What is a computer program?</a:t>
            </a:r>
          </a:p>
          <a:p>
            <a:pPr lvl="1"/>
            <a:r>
              <a:rPr lang="en-US" dirty="0"/>
              <a:t>Introduce DFA (and NFA?)</a:t>
            </a:r>
          </a:p>
          <a:p>
            <a:pPr lvl="1"/>
            <a:r>
              <a:rPr lang="en-US" dirty="0"/>
              <a:t>Only briefly mention the other ones</a:t>
            </a:r>
          </a:p>
          <a:p>
            <a:r>
              <a:rPr lang="en-US" dirty="0"/>
              <a:t>How do we represent a “computer program”?</a:t>
            </a:r>
          </a:p>
        </p:txBody>
      </p:sp>
    </p:spTree>
    <p:extLst>
      <p:ext uri="{BB962C8B-B14F-4D97-AF65-F5344CB8AC3E}">
        <p14:creationId xmlns:p14="http://schemas.microsoft.com/office/powerpoint/2010/main" val="16136073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82A65-7DCF-86EB-BF7D-4FBD4A48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F5817-9EA5-E78F-3541-5038AC84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1FA1D-0F68-A46B-15A2-2CCA8612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Any solvable program has a program</a:t>
            </a:r>
          </a:p>
          <a:p>
            <a:r>
              <a:rPr lang="en-US" dirty="0"/>
              <a:t>Looks like a DFA</a:t>
            </a:r>
          </a:p>
          <a:p>
            <a:r>
              <a:rPr lang="en-US" dirty="0"/>
              <a:t>Convert that DFA into a SAT Expression</a:t>
            </a:r>
          </a:p>
          <a:p>
            <a:pPr lvl="1"/>
            <a:r>
              <a:rPr lang="en-US" dirty="0"/>
              <a:t>Thus, instead of running the program to get output we can solve the SAT instance instead</a:t>
            </a:r>
          </a:p>
          <a:p>
            <a:pPr lvl="1"/>
            <a:r>
              <a:rPr lang="en-US" dirty="0"/>
              <a:t>Do example from other slides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2155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FD944-FC29-E35D-7531-44A9C9E0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F527-1BAD-42B7-22AE-B055A95EF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73CF7-586F-BA14-6DE4-4D586DA0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Put names on the complexity classes.</a:t>
            </a:r>
          </a:p>
          <a:p>
            <a:r>
              <a:rPr lang="en-US" dirty="0"/>
              <a:t>Discuss NP-Completeness a little bit</a:t>
            </a:r>
          </a:p>
          <a:p>
            <a:r>
              <a:rPr lang="en-US" dirty="0"/>
              <a:t>Talk a bit about how Turing Machines have similar conversion.</a:t>
            </a:r>
          </a:p>
          <a:p>
            <a:r>
              <a:rPr lang="en-US" dirty="0"/>
              <a:t>Talk a little bit abut how lots of </a:t>
            </a:r>
            <a:r>
              <a:rPr lang="en-US"/>
              <a:t>NP-Complete problems 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6569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41798</TotalTime>
  <Words>1627</Words>
  <Application>Microsoft Macintosh PowerPoint</Application>
  <PresentationFormat>Widescreen</PresentationFormat>
  <Paragraphs>243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Python Code</vt:lpstr>
      <vt:lpstr>DFA / NFA</vt:lpstr>
      <vt:lpstr>Reduction Time</vt:lpstr>
      <vt:lpstr>Finish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258</cp:revision>
  <dcterms:created xsi:type="dcterms:W3CDTF">2023-02-24T14:15:53Z</dcterms:created>
  <dcterms:modified xsi:type="dcterms:W3CDTF">2025-10-20T17:55:15Z</dcterms:modified>
</cp:coreProperties>
</file>