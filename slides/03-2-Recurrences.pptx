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theme/theme2.xml" ContentType="application/vnd.openxmlformats-officedocument.theme+xml"/>
  <Override PartName="/ppt/tags/tag1.xml" ContentType="application/vnd.openxmlformats-officedocument.presentationml.tags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tags/tag15.xml" ContentType="application/vnd.openxmlformats-officedocument.presentationml.tags+xml"/>
  <Override PartName="/ppt/tags/tag16.xml" ContentType="application/vnd.openxmlformats-officedocument.presentationml.tags+xml"/>
  <Override PartName="/ppt/tags/tag17.xml" ContentType="application/vnd.openxmlformats-officedocument.presentationml.tags+xml"/>
  <Override PartName="/ppt/tags/tag18.xml" ContentType="application/vnd.openxmlformats-officedocument.presentationml.tags+xml"/>
  <Override PartName="/ppt/tags/tag19.xml" ContentType="application/vnd.openxmlformats-officedocument.presentationml.tags+xml"/>
  <Override PartName="/ppt/tags/tag20.xml" ContentType="application/vnd.openxmlformats-officedocument.presentationml.tags+xml"/>
  <Override PartName="/ppt/tags/tag21.xml" ContentType="application/vnd.openxmlformats-officedocument.presentationml.tags+xml"/>
  <Override PartName="/ppt/tags/tag22.xml" ContentType="application/vnd.openxmlformats-officedocument.presentationml.tags+xml"/>
  <Override PartName="/ppt/tags/tag23.xml" ContentType="application/vnd.openxmlformats-officedocument.presentationml.tags+xml"/>
  <Override PartName="/ppt/tags/tag24.xml" ContentType="application/vnd.openxmlformats-officedocument.presentationml.tags+xml"/>
  <Override PartName="/ppt/tags/tag25.xml" ContentType="application/vnd.openxmlformats-officedocument.presentationml.tags+xml"/>
  <Override PartName="/ppt/tags/tag26.xml" ContentType="application/vnd.openxmlformats-officedocument.presentationml.tags+xml"/>
  <Override PartName="/ppt/tags/tag27.xml" ContentType="application/vnd.openxmlformats-officedocument.presentationml.tags+xml"/>
  <Override PartName="/ppt/tags/tag28.xml" ContentType="application/vnd.openxmlformats-officedocument.presentationml.tags+xml"/>
  <Override PartName="/ppt/tags/tag29.xml" ContentType="application/vnd.openxmlformats-officedocument.presentationml.tags+xml"/>
  <Override PartName="/ppt/tags/tag30.xml" ContentType="application/vnd.openxmlformats-officedocument.presentationml.tags+xml"/>
  <Override PartName="/ppt/tags/tag31.xml" ContentType="application/vnd.openxmlformats-officedocument.presentationml.tags+xml"/>
  <Override PartName="/ppt/tags/tag32.xml" ContentType="application/vnd.openxmlformats-officedocument.presentationml.tags+xml"/>
  <Override PartName="/ppt/tags/tag33.xml" ContentType="application/vnd.openxmlformats-officedocument.presentationml.tags+xml"/>
  <Override PartName="/ppt/tags/tag34.xml" ContentType="application/vnd.openxmlformats-officedocument.presentationml.tags+xml"/>
  <Override PartName="/ppt/tags/tag35.xml" ContentType="application/vnd.openxmlformats-officedocument.presentationml.tags+xml"/>
  <Override PartName="/ppt/tags/tag36.xml" ContentType="application/vnd.openxmlformats-officedocument.presentationml.tags+xml"/>
  <Override PartName="/ppt/tags/tag37.xml" ContentType="application/vnd.openxmlformats-officedocument.presentationml.tags+xml"/>
  <Override PartName="/ppt/tags/tag38.xml" ContentType="application/vnd.openxmlformats-officedocument.presentationml.tags+xml"/>
  <Override PartName="/ppt/tags/tag39.xml" ContentType="application/vnd.openxmlformats-officedocument.presentationml.tags+xml"/>
  <Override PartName="/ppt/tags/tag40.xml" ContentType="application/vnd.openxmlformats-officedocument.presentationml.tags+xml"/>
  <Override PartName="/ppt/tags/tag41.xml" ContentType="application/vnd.openxmlformats-officedocument.presentationml.tags+xml"/>
  <Override PartName="/ppt/tags/tag42.xml" ContentType="application/vnd.openxmlformats-officedocument.presentationml.tags+xml"/>
  <Override PartName="/ppt/tags/tag43.xml" ContentType="application/vnd.openxmlformats-officedocument.presentationml.tags+xml"/>
  <Override PartName="/ppt/tags/tag44.xml" ContentType="application/vnd.openxmlformats-officedocument.presentationml.tags+xml"/>
  <Override PartName="/ppt/tags/tag45.xml" ContentType="application/vnd.openxmlformats-officedocument.presentationml.tags+xml"/>
  <Override PartName="/ppt/tags/tag46.xml" ContentType="application/vnd.openxmlformats-officedocument.presentationml.tags+xml"/>
  <Override PartName="/ppt/tags/tag47.xml" ContentType="application/vnd.openxmlformats-officedocument.presentationml.tags+xml"/>
  <Override PartName="/ppt/tags/tag48.xml" ContentType="application/vnd.openxmlformats-officedocument.presentationml.tags+xml"/>
  <Override PartName="/ppt/tags/tag49.xml" ContentType="application/vnd.openxmlformats-officedocument.presentationml.tags+xml"/>
  <Override PartName="/ppt/tags/tag50.xml" ContentType="application/vnd.openxmlformats-officedocument.presentationml.tags+xml"/>
  <Override PartName="/ppt/tags/tag51.xml" ContentType="application/vnd.openxmlformats-officedocument.presentationml.tags+xml"/>
  <Override PartName="/ppt/tags/tag52.xml" ContentType="application/vnd.openxmlformats-officedocument.presentationml.tags+xml"/>
  <Override PartName="/ppt/tags/tag53.xml" ContentType="application/vnd.openxmlformats-officedocument.presentationml.tags+xml"/>
  <Override PartName="/ppt/tags/tag54.xml" ContentType="application/vnd.openxmlformats-officedocument.presentationml.tags+xml"/>
  <Override PartName="/ppt/tags/tag55.xml" ContentType="application/vnd.openxmlformats-officedocument.presentationml.tags+xml"/>
  <Override PartName="/ppt/tags/tag56.xml" ContentType="application/vnd.openxmlformats-officedocument.presentationml.tags+xml"/>
  <Override PartName="/ppt/tags/tag57.xml" ContentType="application/vnd.openxmlformats-officedocument.presentationml.tags+xml"/>
  <Override PartName="/ppt/tags/tag58.xml" ContentType="application/vnd.openxmlformats-officedocument.presentationml.tags+xml"/>
  <Override PartName="/ppt/tags/tag59.xml" ContentType="application/vnd.openxmlformats-officedocument.presentationml.tags+xml"/>
  <Override PartName="/ppt/tags/tag60.xml" ContentType="application/vnd.openxmlformats-officedocument.presentationml.tags+xml"/>
  <Override PartName="/ppt/tags/tag61.xml" ContentType="application/vnd.openxmlformats-officedocument.presentationml.tags+xml"/>
  <Override PartName="/ppt/tags/tag62.xml" ContentType="application/vnd.openxmlformats-officedocument.presentationml.tags+xml"/>
  <Override PartName="/ppt/tags/tag63.xml" ContentType="application/vnd.openxmlformats-officedocument.presentationml.tags+xml"/>
  <Override PartName="/ppt/tags/tag64.xml" ContentType="application/vnd.openxmlformats-officedocument.presentationml.tags+xml"/>
  <Override PartName="/ppt/tags/tag65.xml" ContentType="application/vnd.openxmlformats-officedocument.presentationml.tags+xml"/>
  <Override PartName="/ppt/tags/tag66.xml" ContentType="application/vnd.openxmlformats-officedocument.presentationml.tags+xml"/>
  <Override PartName="/ppt/tags/tag67.xml" ContentType="application/vnd.openxmlformats-officedocument.presentationml.tags+xml"/>
  <Override PartName="/ppt/tags/tag68.xml" ContentType="application/vnd.openxmlformats-officedocument.presentationml.tags+xml"/>
  <Override PartName="/ppt/tags/tag69.xml" ContentType="application/vnd.openxmlformats-officedocument.presentationml.tags+xml"/>
  <Override PartName="/ppt/tags/tag70.xml" ContentType="application/vnd.openxmlformats-officedocument.presentationml.tags+xml"/>
  <Override PartName="/ppt/tags/tag71.xml" ContentType="application/vnd.openxmlformats-officedocument.presentationml.tags+xml"/>
  <Override PartName="/ppt/tags/tag72.xml" ContentType="application/vnd.openxmlformats-officedocument.presentationml.tags+xml"/>
  <Override PartName="/ppt/tags/tag73.xml" ContentType="application/vnd.openxmlformats-officedocument.presentationml.tags+xml"/>
  <Override PartName="/ppt/tags/tag74.xml" ContentType="application/vnd.openxmlformats-officedocument.presentationml.tags+xml"/>
  <Override PartName="/ppt/tags/tag75.xml" ContentType="application/vnd.openxmlformats-officedocument.presentationml.tags+xml"/>
  <Override PartName="/ppt/tags/tag76.xml" ContentType="application/vnd.openxmlformats-officedocument.presentationml.tags+xml"/>
  <Override PartName="/ppt/tags/tag77.xml" ContentType="application/vnd.openxmlformats-officedocument.presentationml.tags+xml"/>
  <Override PartName="/ppt/tags/tag78.xml" ContentType="application/vnd.openxmlformats-officedocument.presentationml.tags+xml"/>
  <Override PartName="/ppt/tags/tag79.xml" ContentType="application/vnd.openxmlformats-officedocument.presentationml.tags+xml"/>
  <Override PartName="/ppt/tags/tag80.xml" ContentType="application/vnd.openxmlformats-officedocument.presentationml.tags+xml"/>
  <Override PartName="/ppt/tags/tag81.xml" ContentType="application/vnd.openxmlformats-officedocument.presentationml.tags+xml"/>
  <Override PartName="/ppt/tags/tag82.xml" ContentType="application/vnd.openxmlformats-officedocument.presentationml.tags+xml"/>
  <Override PartName="/ppt/tags/tag83.xml" ContentType="application/vnd.openxmlformats-officedocument.presentationml.tags+xml"/>
  <Override PartName="/ppt/tags/tag84.xml" ContentType="application/vnd.openxmlformats-officedocument.presentationml.tags+xml"/>
  <Override PartName="/ppt/tags/tag85.xml" ContentType="application/vnd.openxmlformats-officedocument.presentationml.tags+xml"/>
  <Override PartName="/ppt/tags/tag86.xml" ContentType="application/vnd.openxmlformats-officedocument.presentationml.tags+xml"/>
  <Override PartName="/ppt/tags/tag87.xml" ContentType="application/vnd.openxmlformats-officedocument.presentationml.tags+xml"/>
  <Override PartName="/ppt/tags/tag88.xml" ContentType="application/vnd.openxmlformats-officedocument.presentationml.tags+xml"/>
  <Override PartName="/ppt/tags/tag89.xml" ContentType="application/vnd.openxmlformats-officedocument.presentationml.tags+xml"/>
  <Override PartName="/ppt/tags/tag90.xml" ContentType="application/vnd.openxmlformats-officedocument.presentationml.tags+xml"/>
  <Override PartName="/ppt/tags/tag91.xml" ContentType="application/vnd.openxmlformats-officedocument.presentationml.tags+xml"/>
  <Override PartName="/ppt/tags/tag92.xml" ContentType="application/vnd.openxmlformats-officedocument.presentationml.tags+xml"/>
  <Override PartName="/ppt/tags/tag93.xml" ContentType="application/vnd.openxmlformats-officedocument.presentationml.tags+xml"/>
  <Override PartName="/ppt/tags/tag94.xml" ContentType="application/vnd.openxmlformats-officedocument.presentationml.tags+xml"/>
  <Override PartName="/ppt/tags/tag95.xml" ContentType="application/vnd.openxmlformats-officedocument.presentationml.tags+xml"/>
  <Override PartName="/ppt/tags/tag96.xml" ContentType="application/vnd.openxmlformats-officedocument.presentationml.tags+xml"/>
  <Override PartName="/ppt/tags/tag97.xml" ContentType="application/vnd.openxmlformats-officedocument.presentationml.tags+xml"/>
  <Override PartName="/ppt/tags/tag98.xml" ContentType="application/vnd.openxmlformats-officedocument.presentationml.tags+xml"/>
  <Override PartName="/ppt/tags/tag99.xml" ContentType="application/vnd.openxmlformats-officedocument.presentationml.tags+xml"/>
  <Override PartName="/ppt/tags/tag100.xml" ContentType="application/vnd.openxmlformats-officedocument.presentationml.tags+xml"/>
  <Override PartName="/ppt/tags/tag101.xml" ContentType="application/vnd.openxmlformats-officedocument.presentationml.tags+xml"/>
  <Override PartName="/ppt/tags/tag102.xml" ContentType="application/vnd.openxmlformats-officedocument.presentationml.tags+xml"/>
  <Override PartName="/ppt/tags/tag103.xml" ContentType="application/vnd.openxmlformats-officedocument.presentationml.tags+xml"/>
  <Override PartName="/ppt/tags/tag104.xml" ContentType="application/vnd.openxmlformats-officedocument.presentationml.tags+xml"/>
  <Override PartName="/ppt/tags/tag105.xml" ContentType="application/vnd.openxmlformats-officedocument.presentationml.tags+xml"/>
  <Override PartName="/ppt/tags/tag106.xml" ContentType="application/vnd.openxmlformats-officedocument.presentationml.tags+xml"/>
  <Override PartName="/ppt/tags/tag107.xml" ContentType="application/vnd.openxmlformats-officedocument.presentationml.tags+xml"/>
  <Override PartName="/ppt/tags/tag108.xml" ContentType="application/vnd.openxmlformats-officedocument.presentationml.tags+xml"/>
  <Override PartName="/ppt/tags/tag109.xml" ContentType="application/vnd.openxmlformats-officedocument.presentationml.tags+xml"/>
  <Override PartName="/ppt/tags/tag110.xml" ContentType="application/vnd.openxmlformats-officedocument.presentationml.tags+xml"/>
  <Override PartName="/ppt/tags/tag111.xml" ContentType="application/vnd.openxmlformats-officedocument.presentationml.tags+xml"/>
  <Override PartName="/ppt/tags/tag112.xml" ContentType="application/vnd.openxmlformats-officedocument.presentationml.tags+xml"/>
  <Override PartName="/ppt/tags/tag113.xml" ContentType="application/vnd.openxmlformats-officedocument.presentationml.tags+xml"/>
  <Override PartName="/ppt/tags/tag114.xml" ContentType="application/vnd.openxmlformats-officedocument.presentationml.tags+xml"/>
  <Override PartName="/ppt/tags/tag115.xml" ContentType="application/vnd.openxmlformats-officedocument.presentationml.tags+xml"/>
  <Override PartName="/ppt/tags/tag116.xml" ContentType="application/vnd.openxmlformats-officedocument.presentationml.tags+xml"/>
  <Override PartName="/ppt/tags/tag117.xml" ContentType="application/vnd.openxmlformats-officedocument.presentationml.tags+xml"/>
  <Override PartName="/ppt/tags/tag118.xml" ContentType="application/vnd.openxmlformats-officedocument.presentationml.tags+xml"/>
  <Override PartName="/ppt/tags/tag119.xml" ContentType="application/vnd.openxmlformats-officedocument.presentationml.tags+xml"/>
  <Override PartName="/ppt/tags/tag120.xml" ContentType="application/vnd.openxmlformats-officedocument.presentationml.tags+xml"/>
  <Override PartName="/ppt/tags/tag121.xml" ContentType="application/vnd.openxmlformats-officedocument.presentationml.tags+xml"/>
  <Override PartName="/ppt/tags/tag122.xml" ContentType="application/vnd.openxmlformats-officedocument.presentationml.tags+xml"/>
  <Override PartName="/ppt/tags/tag123.xml" ContentType="application/vnd.openxmlformats-officedocument.presentationml.tags+xml"/>
  <Override PartName="/ppt/tags/tag124.xml" ContentType="application/vnd.openxmlformats-officedocument.presentationml.tags+xml"/>
  <Override PartName="/ppt/tags/tag125.xml" ContentType="application/vnd.openxmlformats-officedocument.presentationml.tags+xml"/>
  <Override PartName="/ppt/tags/tag126.xml" ContentType="application/vnd.openxmlformats-officedocument.presentationml.tags+xml"/>
  <Override PartName="/ppt/tags/tag127.xml" ContentType="application/vnd.openxmlformats-officedocument.presentationml.tags+xml"/>
  <Override PartName="/ppt/tags/tag128.xml" ContentType="application/vnd.openxmlformats-officedocument.presentationml.tags+xml"/>
  <Override PartName="/ppt/tags/tag129.xml" ContentType="application/vnd.openxmlformats-officedocument.presentationml.tags+xml"/>
  <Override PartName="/ppt/tags/tag130.xml" ContentType="application/vnd.openxmlformats-officedocument.presentationml.tags+xml"/>
  <Override PartName="/ppt/tags/tag131.xml" ContentType="application/vnd.openxmlformats-officedocument.presentationml.tags+xml"/>
  <Override PartName="/ppt/tags/tag132.xml" ContentType="application/vnd.openxmlformats-officedocument.presentationml.tags+xml"/>
  <Override PartName="/ppt/tags/tag133.xml" ContentType="application/vnd.openxmlformats-officedocument.presentationml.tags+xml"/>
  <Override PartName="/ppt/tags/tag134.xml" ContentType="application/vnd.openxmlformats-officedocument.presentationml.tags+xml"/>
  <Override PartName="/ppt/tags/tag135.xml" ContentType="application/vnd.openxmlformats-officedocument.presentationml.tags+xml"/>
  <Override PartName="/ppt/tags/tag136.xml" ContentType="application/vnd.openxmlformats-officedocument.presentationml.tags+xml"/>
  <Override PartName="/ppt/tags/tag137.xml" ContentType="application/vnd.openxmlformats-officedocument.presentationml.tags+xml"/>
  <Override PartName="/ppt/tags/tag138.xml" ContentType="application/vnd.openxmlformats-officedocument.presentationml.tags+xml"/>
  <Override PartName="/ppt/tags/tag139.xml" ContentType="application/vnd.openxmlformats-officedocument.presentationml.tags+xml"/>
  <Override PartName="/ppt/tags/tag140.xml" ContentType="application/vnd.openxmlformats-officedocument.presentationml.tags+xml"/>
  <Override PartName="/ppt/tags/tag141.xml" ContentType="application/vnd.openxmlformats-officedocument.presentationml.tags+xml"/>
  <Override PartName="/ppt/tags/tag142.xml" ContentType="application/vnd.openxmlformats-officedocument.presentationml.tags+xml"/>
  <Override PartName="/ppt/tags/tag143.xml" ContentType="application/vnd.openxmlformats-officedocument.presentationml.tags+xml"/>
  <Override PartName="/ppt/tags/tag144.xml" ContentType="application/vnd.openxmlformats-officedocument.presentationml.tags+xml"/>
  <Override PartName="/ppt/tags/tag145.xml" ContentType="application/vnd.openxmlformats-officedocument.presentationml.tags+xml"/>
  <Override PartName="/ppt/tags/tag146.xml" ContentType="application/vnd.openxmlformats-officedocument.presentationml.tags+xml"/>
  <Override PartName="/ppt/tags/tag147.xml" ContentType="application/vnd.openxmlformats-officedocument.presentationml.tags+xml"/>
  <Override PartName="/ppt/tags/tag148.xml" ContentType="application/vnd.openxmlformats-officedocument.presentationml.tags+xml"/>
  <Override PartName="/ppt/tags/tag149.xml" ContentType="application/vnd.openxmlformats-officedocument.presentationml.tags+xml"/>
  <Override PartName="/ppt/tags/tag150.xml" ContentType="application/vnd.openxmlformats-officedocument.presentationml.tags+xml"/>
  <Override PartName="/ppt/tags/tag151.xml" ContentType="application/vnd.openxmlformats-officedocument.presentationml.tags+xml"/>
  <Override PartName="/ppt/tags/tag152.xml" ContentType="application/vnd.openxmlformats-officedocument.presentationml.tags+xml"/>
  <Override PartName="/ppt/tags/tag153.xml" ContentType="application/vnd.openxmlformats-officedocument.presentationml.tags+xml"/>
  <Override PartName="/ppt/tags/tag154.xml" ContentType="application/vnd.openxmlformats-officedocument.presentationml.tags+xml"/>
  <Override PartName="/ppt/tags/tag155.xml" ContentType="application/vnd.openxmlformats-officedocument.presentationml.tags+xml"/>
  <Override PartName="/ppt/tags/tag156.xml" ContentType="application/vnd.openxmlformats-officedocument.presentationml.tags+xml"/>
  <Override PartName="/ppt/tags/tag157.xml" ContentType="application/vnd.openxmlformats-officedocument.presentationml.tags+xml"/>
  <Override PartName="/ppt/tags/tag158.xml" ContentType="application/vnd.openxmlformats-officedocument.presentationml.tags+xml"/>
  <Override PartName="/ppt/tags/tag159.xml" ContentType="application/vnd.openxmlformats-officedocument.presentationml.tags+xml"/>
  <Override PartName="/ppt/tags/tag160.xml" ContentType="application/vnd.openxmlformats-officedocument.presentationml.tags+xml"/>
  <Override PartName="/ppt/tags/tag161.xml" ContentType="application/vnd.openxmlformats-officedocument.presentationml.tags+xml"/>
  <Override PartName="/ppt/tags/tag162.xml" ContentType="application/vnd.openxmlformats-officedocument.presentationml.tags+xml"/>
  <Override PartName="/ppt/tags/tag163.xml" ContentType="application/vnd.openxmlformats-officedocument.presentationml.tags+xml"/>
  <Override PartName="/ppt/tags/tag164.xml" ContentType="application/vnd.openxmlformats-officedocument.presentationml.tags+xml"/>
  <Override PartName="/ppt/tags/tag165.xml" ContentType="application/vnd.openxmlformats-officedocument.presentationml.tags+xml"/>
  <Override PartName="/ppt/tags/tag166.xml" ContentType="application/vnd.openxmlformats-officedocument.presentationml.tags+xml"/>
  <Override PartName="/ppt/tags/tag167.xml" ContentType="application/vnd.openxmlformats-officedocument.presentationml.tags+xml"/>
  <Override PartName="/ppt/tags/tag168.xml" ContentType="application/vnd.openxmlformats-officedocument.presentationml.tags+xml"/>
  <Override PartName="/ppt/tags/tag169.xml" ContentType="application/vnd.openxmlformats-officedocument.presentationml.tags+xml"/>
  <Override PartName="/ppt/tags/tag170.xml" ContentType="application/vnd.openxmlformats-officedocument.presentationml.tags+xml"/>
  <Override PartName="/ppt/tags/tag171.xml" ContentType="application/vnd.openxmlformats-officedocument.presentationml.tag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4006" r:id="rId1"/>
  </p:sldMasterIdLst>
  <p:notesMasterIdLst>
    <p:notesMasterId r:id="rId43"/>
  </p:notesMasterIdLst>
  <p:sldIdLst>
    <p:sldId id="512" r:id="rId2"/>
    <p:sldId id="541" r:id="rId3"/>
    <p:sldId id="419" r:id="rId4"/>
    <p:sldId id="619" r:id="rId5"/>
    <p:sldId id="598" r:id="rId6"/>
    <p:sldId id="421" r:id="rId7"/>
    <p:sldId id="610" r:id="rId8"/>
    <p:sldId id="612" r:id="rId9"/>
    <p:sldId id="620" r:id="rId10"/>
    <p:sldId id="601" r:id="rId11"/>
    <p:sldId id="602" r:id="rId12"/>
    <p:sldId id="621" r:id="rId13"/>
    <p:sldId id="622" r:id="rId14"/>
    <p:sldId id="623" r:id="rId15"/>
    <p:sldId id="577" r:id="rId16"/>
    <p:sldId id="562" r:id="rId17"/>
    <p:sldId id="613" r:id="rId18"/>
    <p:sldId id="624" r:id="rId19"/>
    <p:sldId id="625" r:id="rId20"/>
    <p:sldId id="423" r:id="rId21"/>
    <p:sldId id="626" r:id="rId22"/>
    <p:sldId id="627" r:id="rId23"/>
    <p:sldId id="628" r:id="rId24"/>
    <p:sldId id="599" r:id="rId25"/>
    <p:sldId id="429" r:id="rId26"/>
    <p:sldId id="629" r:id="rId27"/>
    <p:sldId id="630" r:id="rId28"/>
    <p:sldId id="600" r:id="rId29"/>
    <p:sldId id="575" r:id="rId30"/>
    <p:sldId id="576" r:id="rId31"/>
    <p:sldId id="631" r:id="rId32"/>
    <p:sldId id="632" r:id="rId33"/>
    <p:sldId id="633" r:id="rId34"/>
    <p:sldId id="634" r:id="rId35"/>
    <p:sldId id="635" r:id="rId36"/>
    <p:sldId id="636" r:id="rId37"/>
    <p:sldId id="637" r:id="rId38"/>
    <p:sldId id="573" r:id="rId39"/>
    <p:sldId id="476" r:id="rId40"/>
    <p:sldId id="607" r:id="rId41"/>
    <p:sldId id="595" r:id="rId4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0E3FDE45-AF77-4B5C-9715-49D594BDF05E}" styleName="Light Style 1 - Accent 2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9D7B26C5-4107-4FEC-AEDC-1716B250A1EF}" styleName="Light Style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5737"/>
    <p:restoredTop sz="94669"/>
  </p:normalViewPr>
  <p:slideViewPr>
    <p:cSldViewPr snapToGrid="0" snapToObjects="1">
      <p:cViewPr varScale="1">
        <p:scale>
          <a:sx n="161" d="100"/>
          <a:sy n="161" d="100"/>
        </p:scale>
        <p:origin x="1040" y="2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tableStyles" Target="tableStyle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notesMaster" Target="notesMasters/notesMaster1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theme" Target="theme/theme1.xml"/><Relationship Id="rId20" Type="http://schemas.openxmlformats.org/officeDocument/2006/relationships/slide" Target="slides/slide19.xml"/><Relationship Id="rId41" Type="http://schemas.openxmlformats.org/officeDocument/2006/relationships/slide" Target="slides/slide40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5B45307-6ED4-B142-BD64-10F739779302}" type="datetimeFigureOut">
              <a:rPr lang="en-US" smtClean="0"/>
              <a:t>9/23/25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1BDE956-AECE-4A49-8BC2-51A8C013B72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5397814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6" name="Picture 2" descr="\\DROBO-FS\QuickDrops\JB\PPTX NG\Droplets\LightingOverlay.png"/>
          <p:cNvPicPr>
            <a:picLocks noChangeAspect="1" noChangeArrowheads="1"/>
          </p:cNvPicPr>
          <p:nvPr/>
        </p:nvPicPr>
        <p:blipFill>
          <a:blip r:embed="rId2">
            <a:alphaModFix amt="30000"/>
            <a:duotone>
              <a:prstClr val="black"/>
              <a:schemeClr val="tx2">
                <a:tint val="45000"/>
                <a:satMod val="400000"/>
              </a:schemeClr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-1"/>
            <a:ext cx="12192003" cy="6858001"/>
          </a:xfrm>
          <a:prstGeom prst="rect">
            <a:avLst/>
          </a:prstGeom>
          <a:noFill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11" name="Group 10"/>
          <p:cNvGrpSpPr/>
          <p:nvPr/>
        </p:nvGrpSpPr>
        <p:grpSpPr>
          <a:xfrm>
            <a:off x="0" y="0"/>
            <a:ext cx="2305051" cy="6858001"/>
            <a:chOff x="0" y="0"/>
            <a:chExt cx="2305051" cy="6858001"/>
          </a:xfrm>
          <a:gradFill flip="none" rotWithShape="1">
            <a:gsLst>
              <a:gs pos="0">
                <a:schemeClr val="tx2"/>
              </a:gs>
              <a:gs pos="100000">
                <a:schemeClr val="tx2">
                  <a:lumMod val="50000"/>
                </a:schemeClr>
              </a:gs>
            </a:gsLst>
            <a:lin ang="5400000" scaled="0"/>
            <a:tileRect/>
          </a:gradFill>
        </p:grpSpPr>
        <p:sp>
          <p:nvSpPr>
            <p:cNvPr id="12" name="Rectangle 5"/>
            <p:cNvSpPr>
              <a:spLocks noChangeArrowheads="1"/>
            </p:cNvSpPr>
            <p:nvPr/>
          </p:nvSpPr>
          <p:spPr bwMode="auto">
            <a:xfrm>
              <a:off x="1209675" y="4763"/>
              <a:ext cx="23813" cy="218122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  <p:sp>
          <p:nvSpPr>
            <p:cNvPr id="13" name="Freeform 6"/>
            <p:cNvSpPr>
              <a:spLocks noEditPoints="1"/>
            </p:cNvSpPr>
            <p:nvPr/>
          </p:nvSpPr>
          <p:spPr bwMode="auto">
            <a:xfrm>
              <a:off x="1128713" y="217646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4" name="Freeform 7"/>
            <p:cNvSpPr>
              <a:spLocks noEditPoints="1"/>
            </p:cNvSpPr>
            <p:nvPr/>
          </p:nvSpPr>
          <p:spPr bwMode="auto">
            <a:xfrm>
              <a:off x="1123950" y="4021138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5" name="Rectangle 8"/>
            <p:cNvSpPr>
              <a:spLocks noChangeArrowheads="1"/>
            </p:cNvSpPr>
            <p:nvPr/>
          </p:nvSpPr>
          <p:spPr bwMode="auto">
            <a:xfrm>
              <a:off x="414338" y="9525"/>
              <a:ext cx="28575" cy="4481513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  <p:sp>
          <p:nvSpPr>
            <p:cNvPr id="16" name="Freeform 9"/>
            <p:cNvSpPr>
              <a:spLocks noEditPoints="1"/>
            </p:cNvSpPr>
            <p:nvPr/>
          </p:nvSpPr>
          <p:spPr bwMode="auto">
            <a:xfrm>
              <a:off x="333375" y="44815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7" name="Freeform 10"/>
            <p:cNvSpPr/>
            <p:nvPr/>
          </p:nvSpPr>
          <p:spPr bwMode="auto">
            <a:xfrm>
              <a:off x="190500" y="9525"/>
              <a:ext cx="152400" cy="908050"/>
            </a:xfrm>
            <a:custGeom>
              <a:avLst/>
              <a:gdLst/>
              <a:ahLst/>
              <a:cxnLst/>
              <a:rect l="0" t="0" r="r" b="b"/>
              <a:pathLst>
                <a:path w="96" h="572">
                  <a:moveTo>
                    <a:pt x="15" y="572"/>
                  </a:moveTo>
                  <a:lnTo>
                    <a:pt x="0" y="566"/>
                  </a:lnTo>
                  <a:lnTo>
                    <a:pt x="81" y="380"/>
                  </a:lnTo>
                  <a:lnTo>
                    <a:pt x="81" y="0"/>
                  </a:lnTo>
                  <a:lnTo>
                    <a:pt x="96" y="0"/>
                  </a:lnTo>
                  <a:lnTo>
                    <a:pt x="96" y="383"/>
                  </a:lnTo>
                  <a:lnTo>
                    <a:pt x="15" y="57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8" name="Freeform 11"/>
            <p:cNvSpPr/>
            <p:nvPr/>
          </p:nvSpPr>
          <p:spPr bwMode="auto">
            <a:xfrm>
              <a:off x="1290638" y="14288"/>
              <a:ext cx="376238" cy="1801813"/>
            </a:xfrm>
            <a:custGeom>
              <a:avLst/>
              <a:gdLst/>
              <a:ahLst/>
              <a:cxnLst/>
              <a:rect l="0" t="0" r="r" b="b"/>
              <a:pathLst>
                <a:path w="237" h="1135">
                  <a:moveTo>
                    <a:pt x="222" y="1135"/>
                  </a:moveTo>
                  <a:lnTo>
                    <a:pt x="0" y="620"/>
                  </a:lnTo>
                  <a:lnTo>
                    <a:pt x="0" y="0"/>
                  </a:lnTo>
                  <a:lnTo>
                    <a:pt x="18" y="0"/>
                  </a:lnTo>
                  <a:lnTo>
                    <a:pt x="18" y="617"/>
                  </a:lnTo>
                  <a:lnTo>
                    <a:pt x="237" y="1129"/>
                  </a:lnTo>
                  <a:lnTo>
                    <a:pt x="222" y="113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9" name="Freeform 12"/>
            <p:cNvSpPr>
              <a:spLocks noEditPoints="1"/>
            </p:cNvSpPr>
            <p:nvPr/>
          </p:nvSpPr>
          <p:spPr bwMode="auto">
            <a:xfrm>
              <a:off x="1600200" y="180181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0" name="Freeform 13"/>
            <p:cNvSpPr/>
            <p:nvPr/>
          </p:nvSpPr>
          <p:spPr bwMode="auto">
            <a:xfrm>
              <a:off x="1381125" y="9525"/>
              <a:ext cx="371475" cy="1425575"/>
            </a:xfrm>
            <a:custGeom>
              <a:avLst/>
              <a:gdLst/>
              <a:ahLst/>
              <a:cxnLst/>
              <a:rect l="0" t="0" r="r" b="b"/>
              <a:pathLst>
                <a:path w="234" h="898">
                  <a:moveTo>
                    <a:pt x="219" y="898"/>
                  </a:moveTo>
                  <a:lnTo>
                    <a:pt x="0" y="383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380"/>
                  </a:lnTo>
                  <a:lnTo>
                    <a:pt x="234" y="892"/>
                  </a:lnTo>
                  <a:lnTo>
                    <a:pt x="219" y="89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1" name="Freeform 14"/>
            <p:cNvSpPr/>
            <p:nvPr/>
          </p:nvSpPr>
          <p:spPr bwMode="auto">
            <a:xfrm>
              <a:off x="1643063" y="0"/>
              <a:ext cx="152400" cy="912813"/>
            </a:xfrm>
            <a:custGeom>
              <a:avLst/>
              <a:gdLst/>
              <a:ahLst/>
              <a:cxnLst/>
              <a:rect l="0" t="0" r="r" b="b"/>
              <a:pathLst>
                <a:path w="96" h="575">
                  <a:moveTo>
                    <a:pt x="96" y="575"/>
                  </a:moveTo>
                  <a:lnTo>
                    <a:pt x="78" y="575"/>
                  </a:lnTo>
                  <a:lnTo>
                    <a:pt x="78" y="192"/>
                  </a:lnTo>
                  <a:lnTo>
                    <a:pt x="0" y="6"/>
                  </a:lnTo>
                  <a:lnTo>
                    <a:pt x="15" y="0"/>
                  </a:lnTo>
                  <a:lnTo>
                    <a:pt x="96" y="189"/>
                  </a:lnTo>
                  <a:lnTo>
                    <a:pt x="96" y="57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2" name="Freeform 15"/>
            <p:cNvSpPr>
              <a:spLocks noEditPoints="1"/>
            </p:cNvSpPr>
            <p:nvPr/>
          </p:nvSpPr>
          <p:spPr bwMode="auto">
            <a:xfrm>
              <a:off x="1685925" y="14208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3" name="Freeform 16"/>
            <p:cNvSpPr>
              <a:spLocks noEditPoints="1"/>
            </p:cNvSpPr>
            <p:nvPr/>
          </p:nvSpPr>
          <p:spPr bwMode="auto">
            <a:xfrm>
              <a:off x="168592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4" name="Freeform 17"/>
            <p:cNvSpPr/>
            <p:nvPr/>
          </p:nvSpPr>
          <p:spPr bwMode="auto">
            <a:xfrm>
              <a:off x="1743075" y="4763"/>
              <a:ext cx="419100" cy="522288"/>
            </a:xfrm>
            <a:custGeom>
              <a:avLst/>
              <a:gdLst/>
              <a:ahLst/>
              <a:cxnLst/>
              <a:rect l="0" t="0" r="r" b="b"/>
              <a:pathLst>
                <a:path w="264" h="329">
                  <a:moveTo>
                    <a:pt x="252" y="329"/>
                  </a:moveTo>
                  <a:lnTo>
                    <a:pt x="45" y="120"/>
                  </a:lnTo>
                  <a:lnTo>
                    <a:pt x="0" y="6"/>
                  </a:lnTo>
                  <a:lnTo>
                    <a:pt x="15" y="0"/>
                  </a:lnTo>
                  <a:lnTo>
                    <a:pt x="60" y="111"/>
                  </a:lnTo>
                  <a:lnTo>
                    <a:pt x="264" y="317"/>
                  </a:lnTo>
                  <a:lnTo>
                    <a:pt x="252" y="329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5" name="Freeform 18"/>
            <p:cNvSpPr>
              <a:spLocks noEditPoints="1"/>
            </p:cNvSpPr>
            <p:nvPr/>
          </p:nvSpPr>
          <p:spPr bwMode="auto">
            <a:xfrm>
              <a:off x="2119313" y="488950"/>
              <a:ext cx="161925" cy="147638"/>
            </a:xfrm>
            <a:custGeom>
              <a:avLst/>
              <a:gdLst/>
              <a:ahLst/>
              <a:cxnLst/>
              <a:rect l="0" t="0" r="r" b="b"/>
              <a:pathLst>
                <a:path w="34" h="31">
                  <a:moveTo>
                    <a:pt x="17" y="31"/>
                  </a:moveTo>
                  <a:cubicBezTo>
                    <a:pt x="13" y="31"/>
                    <a:pt x="9" y="30"/>
                    <a:pt x="6" y="27"/>
                  </a:cubicBezTo>
                  <a:cubicBezTo>
                    <a:pt x="0" y="20"/>
                    <a:pt x="0" y="10"/>
                    <a:pt x="6" y="4"/>
                  </a:cubicBezTo>
                  <a:cubicBezTo>
                    <a:pt x="9" y="1"/>
                    <a:pt x="13" y="0"/>
                    <a:pt x="17" y="0"/>
                  </a:cubicBezTo>
                  <a:cubicBezTo>
                    <a:pt x="21" y="0"/>
                    <a:pt x="25" y="1"/>
                    <a:pt x="28" y="4"/>
                  </a:cubicBezTo>
                  <a:cubicBezTo>
                    <a:pt x="34" y="10"/>
                    <a:pt x="34" y="20"/>
                    <a:pt x="28" y="27"/>
                  </a:cubicBezTo>
                  <a:cubicBezTo>
                    <a:pt x="25" y="30"/>
                    <a:pt x="21" y="31"/>
                    <a:pt x="17" y="31"/>
                  </a:cubicBezTo>
                  <a:close/>
                  <a:moveTo>
                    <a:pt x="17" y="4"/>
                  </a:moveTo>
                  <a:cubicBezTo>
                    <a:pt x="14" y="4"/>
                    <a:pt x="11" y="5"/>
                    <a:pt x="9" y="7"/>
                  </a:cubicBezTo>
                  <a:cubicBezTo>
                    <a:pt x="4" y="12"/>
                    <a:pt x="4" y="19"/>
                    <a:pt x="9" y="24"/>
                  </a:cubicBezTo>
                  <a:cubicBezTo>
                    <a:pt x="11" y="26"/>
                    <a:pt x="14" y="27"/>
                    <a:pt x="17" y="27"/>
                  </a:cubicBezTo>
                  <a:cubicBezTo>
                    <a:pt x="20" y="27"/>
                    <a:pt x="23" y="26"/>
                    <a:pt x="25" y="24"/>
                  </a:cubicBezTo>
                  <a:cubicBezTo>
                    <a:pt x="30" y="19"/>
                    <a:pt x="30" y="12"/>
                    <a:pt x="25" y="7"/>
                  </a:cubicBezTo>
                  <a:cubicBezTo>
                    <a:pt x="23" y="5"/>
                    <a:pt x="20" y="4"/>
                    <a:pt x="17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6" name="Freeform 19"/>
            <p:cNvSpPr/>
            <p:nvPr/>
          </p:nvSpPr>
          <p:spPr bwMode="auto">
            <a:xfrm>
              <a:off x="952500" y="4763"/>
              <a:ext cx="152400" cy="908050"/>
            </a:xfrm>
            <a:custGeom>
              <a:avLst/>
              <a:gdLst/>
              <a:ahLst/>
              <a:cxnLst/>
              <a:rect l="0" t="0" r="r" b="b"/>
              <a:pathLst>
                <a:path w="96" h="572">
                  <a:moveTo>
                    <a:pt x="15" y="572"/>
                  </a:moveTo>
                  <a:lnTo>
                    <a:pt x="0" y="572"/>
                  </a:lnTo>
                  <a:lnTo>
                    <a:pt x="0" y="189"/>
                  </a:lnTo>
                  <a:lnTo>
                    <a:pt x="81" y="0"/>
                  </a:lnTo>
                  <a:lnTo>
                    <a:pt x="96" y="6"/>
                  </a:lnTo>
                  <a:lnTo>
                    <a:pt x="15" y="192"/>
                  </a:lnTo>
                  <a:lnTo>
                    <a:pt x="15" y="57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7" name="Freeform 20"/>
            <p:cNvSpPr>
              <a:spLocks noEditPoints="1"/>
            </p:cNvSpPr>
            <p:nvPr/>
          </p:nvSpPr>
          <p:spPr bwMode="auto">
            <a:xfrm>
              <a:off x="86677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2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2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8" name="Freeform 21"/>
            <p:cNvSpPr>
              <a:spLocks noEditPoints="1"/>
            </p:cNvSpPr>
            <p:nvPr/>
          </p:nvSpPr>
          <p:spPr bwMode="auto">
            <a:xfrm>
              <a:off x="890588" y="155416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9" name="Freeform 22"/>
            <p:cNvSpPr/>
            <p:nvPr/>
          </p:nvSpPr>
          <p:spPr bwMode="auto">
            <a:xfrm>
              <a:off x="738188" y="5622925"/>
              <a:ext cx="338138" cy="1216025"/>
            </a:xfrm>
            <a:custGeom>
              <a:avLst/>
              <a:gdLst/>
              <a:ahLst/>
              <a:cxnLst/>
              <a:rect l="0" t="0" r="r" b="b"/>
              <a:pathLst>
                <a:path w="213" h="766">
                  <a:moveTo>
                    <a:pt x="213" y="766"/>
                  </a:moveTo>
                  <a:lnTo>
                    <a:pt x="195" y="766"/>
                  </a:lnTo>
                  <a:lnTo>
                    <a:pt x="195" y="464"/>
                  </a:lnTo>
                  <a:lnTo>
                    <a:pt x="0" y="6"/>
                  </a:lnTo>
                  <a:lnTo>
                    <a:pt x="12" y="0"/>
                  </a:lnTo>
                  <a:lnTo>
                    <a:pt x="213" y="461"/>
                  </a:lnTo>
                  <a:lnTo>
                    <a:pt x="213" y="76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0" name="Freeform 23"/>
            <p:cNvSpPr>
              <a:spLocks noEditPoints="1"/>
            </p:cNvSpPr>
            <p:nvPr/>
          </p:nvSpPr>
          <p:spPr bwMode="auto">
            <a:xfrm>
              <a:off x="647700" y="5480050"/>
              <a:ext cx="157163" cy="157163"/>
            </a:xfrm>
            <a:custGeom>
              <a:avLst/>
              <a:gdLst/>
              <a:ahLst/>
              <a:cxnLst/>
              <a:rect l="0" t="0" r="r" b="b"/>
              <a:pathLst>
                <a:path w="33" h="33">
                  <a:moveTo>
                    <a:pt x="17" y="33"/>
                  </a:moveTo>
                  <a:cubicBezTo>
                    <a:pt x="8" y="33"/>
                    <a:pt x="0" y="26"/>
                    <a:pt x="0" y="17"/>
                  </a:cubicBezTo>
                  <a:cubicBezTo>
                    <a:pt x="0" y="8"/>
                    <a:pt x="8" y="0"/>
                    <a:pt x="17" y="0"/>
                  </a:cubicBezTo>
                  <a:cubicBezTo>
                    <a:pt x="26" y="0"/>
                    <a:pt x="33" y="8"/>
                    <a:pt x="33" y="17"/>
                  </a:cubicBezTo>
                  <a:cubicBezTo>
                    <a:pt x="33" y="26"/>
                    <a:pt x="26" y="33"/>
                    <a:pt x="17" y="33"/>
                  </a:cubicBezTo>
                  <a:close/>
                  <a:moveTo>
                    <a:pt x="17" y="4"/>
                  </a:moveTo>
                  <a:cubicBezTo>
                    <a:pt x="10" y="4"/>
                    <a:pt x="4" y="10"/>
                    <a:pt x="4" y="17"/>
                  </a:cubicBezTo>
                  <a:cubicBezTo>
                    <a:pt x="4" y="24"/>
                    <a:pt x="10" y="29"/>
                    <a:pt x="17" y="29"/>
                  </a:cubicBezTo>
                  <a:cubicBezTo>
                    <a:pt x="23" y="29"/>
                    <a:pt x="29" y="24"/>
                    <a:pt x="29" y="17"/>
                  </a:cubicBezTo>
                  <a:cubicBezTo>
                    <a:pt x="29" y="10"/>
                    <a:pt x="23" y="4"/>
                    <a:pt x="17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1" name="Freeform 24"/>
            <p:cNvSpPr>
              <a:spLocks noEditPoints="1"/>
            </p:cNvSpPr>
            <p:nvPr/>
          </p:nvSpPr>
          <p:spPr bwMode="auto">
            <a:xfrm>
              <a:off x="6667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2" y="0"/>
                    <a:pt x="40" y="9"/>
                    <a:pt x="40" y="20"/>
                  </a:cubicBezTo>
                  <a:cubicBezTo>
                    <a:pt x="40" y="31"/>
                    <a:pt x="32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2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2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2" name="Freeform 25"/>
            <p:cNvSpPr/>
            <p:nvPr/>
          </p:nvSpPr>
          <p:spPr bwMode="auto">
            <a:xfrm>
              <a:off x="0" y="3897313"/>
              <a:ext cx="133350" cy="266700"/>
            </a:xfrm>
            <a:custGeom>
              <a:avLst/>
              <a:gdLst/>
              <a:ahLst/>
              <a:cxnLst/>
              <a:rect l="0" t="0" r="r" b="b"/>
              <a:pathLst>
                <a:path w="84" h="168">
                  <a:moveTo>
                    <a:pt x="69" y="168"/>
                  </a:moveTo>
                  <a:lnTo>
                    <a:pt x="0" y="6"/>
                  </a:lnTo>
                  <a:lnTo>
                    <a:pt x="12" y="0"/>
                  </a:lnTo>
                  <a:lnTo>
                    <a:pt x="84" y="162"/>
                  </a:lnTo>
                  <a:lnTo>
                    <a:pt x="69" y="16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3" name="Freeform 26"/>
            <p:cNvSpPr>
              <a:spLocks noEditPoints="1"/>
            </p:cNvSpPr>
            <p:nvPr/>
          </p:nvSpPr>
          <p:spPr bwMode="auto">
            <a:xfrm>
              <a:off x="66675" y="4149725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4" name="Freeform 27"/>
            <p:cNvSpPr/>
            <p:nvPr/>
          </p:nvSpPr>
          <p:spPr bwMode="auto">
            <a:xfrm>
              <a:off x="0" y="1644650"/>
              <a:ext cx="133350" cy="269875"/>
            </a:xfrm>
            <a:custGeom>
              <a:avLst/>
              <a:gdLst/>
              <a:ahLst/>
              <a:cxnLst/>
              <a:rect l="0" t="0" r="r" b="b"/>
              <a:pathLst>
                <a:path w="84" h="170">
                  <a:moveTo>
                    <a:pt x="12" y="170"/>
                  </a:moveTo>
                  <a:lnTo>
                    <a:pt x="0" y="164"/>
                  </a:lnTo>
                  <a:lnTo>
                    <a:pt x="69" y="0"/>
                  </a:lnTo>
                  <a:lnTo>
                    <a:pt x="84" y="6"/>
                  </a:lnTo>
                  <a:lnTo>
                    <a:pt x="12" y="17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5" name="Freeform 28"/>
            <p:cNvSpPr>
              <a:spLocks noEditPoints="1"/>
            </p:cNvSpPr>
            <p:nvPr/>
          </p:nvSpPr>
          <p:spPr bwMode="auto">
            <a:xfrm>
              <a:off x="66675" y="146843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6" name="Freeform 29"/>
            <p:cNvSpPr/>
            <p:nvPr/>
          </p:nvSpPr>
          <p:spPr bwMode="auto">
            <a:xfrm>
              <a:off x="695325" y="4763"/>
              <a:ext cx="309563" cy="1558925"/>
            </a:xfrm>
            <a:custGeom>
              <a:avLst/>
              <a:gdLst/>
              <a:ahLst/>
              <a:cxnLst/>
              <a:rect l="0" t="0" r="r" b="b"/>
              <a:pathLst>
                <a:path w="195" h="982">
                  <a:moveTo>
                    <a:pt x="195" y="982"/>
                  </a:moveTo>
                  <a:lnTo>
                    <a:pt x="177" y="982"/>
                  </a:lnTo>
                  <a:lnTo>
                    <a:pt x="177" y="805"/>
                  </a:lnTo>
                  <a:lnTo>
                    <a:pt x="0" y="629"/>
                  </a:lnTo>
                  <a:lnTo>
                    <a:pt x="0" y="0"/>
                  </a:lnTo>
                  <a:lnTo>
                    <a:pt x="18" y="0"/>
                  </a:lnTo>
                  <a:lnTo>
                    <a:pt x="18" y="623"/>
                  </a:lnTo>
                  <a:lnTo>
                    <a:pt x="195" y="796"/>
                  </a:lnTo>
                  <a:lnTo>
                    <a:pt x="195" y="98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7" name="Freeform 30"/>
            <p:cNvSpPr>
              <a:spLocks noEditPoints="1"/>
            </p:cNvSpPr>
            <p:nvPr/>
          </p:nvSpPr>
          <p:spPr bwMode="auto">
            <a:xfrm>
              <a:off x="57150" y="48815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8" name="Freeform 31"/>
            <p:cNvSpPr/>
            <p:nvPr/>
          </p:nvSpPr>
          <p:spPr bwMode="auto">
            <a:xfrm>
              <a:off x="138113" y="5060950"/>
              <a:ext cx="304800" cy="1778000"/>
            </a:xfrm>
            <a:custGeom>
              <a:avLst/>
              <a:gdLst/>
              <a:ahLst/>
              <a:cxnLst/>
              <a:rect l="0" t="0" r="r" b="b"/>
              <a:pathLst>
                <a:path w="192" h="1120">
                  <a:moveTo>
                    <a:pt x="192" y="1120"/>
                  </a:moveTo>
                  <a:lnTo>
                    <a:pt x="177" y="1120"/>
                  </a:lnTo>
                  <a:lnTo>
                    <a:pt x="177" y="360"/>
                  </a:lnTo>
                  <a:lnTo>
                    <a:pt x="0" y="183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77"/>
                  </a:lnTo>
                  <a:lnTo>
                    <a:pt x="192" y="354"/>
                  </a:lnTo>
                  <a:lnTo>
                    <a:pt x="192" y="112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9" name="Freeform 32"/>
            <p:cNvSpPr>
              <a:spLocks noEditPoints="1"/>
            </p:cNvSpPr>
            <p:nvPr/>
          </p:nvSpPr>
          <p:spPr bwMode="auto">
            <a:xfrm>
              <a:off x="561975" y="64309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0" name="Rectangle 33"/>
            <p:cNvSpPr>
              <a:spLocks noChangeArrowheads="1"/>
            </p:cNvSpPr>
            <p:nvPr/>
          </p:nvSpPr>
          <p:spPr bwMode="auto">
            <a:xfrm>
              <a:off x="642938" y="6610350"/>
              <a:ext cx="23813" cy="242888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  <p:sp>
          <p:nvSpPr>
            <p:cNvPr id="41" name="Freeform 34"/>
            <p:cNvSpPr>
              <a:spLocks noEditPoints="1"/>
            </p:cNvSpPr>
            <p:nvPr/>
          </p:nvSpPr>
          <p:spPr bwMode="auto">
            <a:xfrm>
              <a:off x="76200" y="64309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2" y="0"/>
                    <a:pt x="40" y="9"/>
                    <a:pt x="40" y="20"/>
                  </a:cubicBezTo>
                  <a:cubicBezTo>
                    <a:pt x="40" y="31"/>
                    <a:pt x="32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2" name="Freeform 35"/>
            <p:cNvSpPr/>
            <p:nvPr/>
          </p:nvSpPr>
          <p:spPr bwMode="auto">
            <a:xfrm>
              <a:off x="0" y="5978525"/>
              <a:ext cx="190500" cy="461963"/>
            </a:xfrm>
            <a:custGeom>
              <a:avLst/>
              <a:gdLst/>
              <a:ahLst/>
              <a:cxnLst/>
              <a:rect l="0" t="0" r="r" b="b"/>
              <a:pathLst>
                <a:path w="120" h="291">
                  <a:moveTo>
                    <a:pt x="120" y="291"/>
                  </a:moveTo>
                  <a:lnTo>
                    <a:pt x="105" y="291"/>
                  </a:lnTo>
                  <a:lnTo>
                    <a:pt x="105" y="114"/>
                  </a:lnTo>
                  <a:lnTo>
                    <a:pt x="0" y="9"/>
                  </a:lnTo>
                  <a:lnTo>
                    <a:pt x="12" y="0"/>
                  </a:lnTo>
                  <a:lnTo>
                    <a:pt x="120" y="108"/>
                  </a:lnTo>
                  <a:lnTo>
                    <a:pt x="120" y="291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3" name="Freeform 36"/>
            <p:cNvSpPr/>
            <p:nvPr/>
          </p:nvSpPr>
          <p:spPr bwMode="auto">
            <a:xfrm>
              <a:off x="1014413" y="1801813"/>
              <a:ext cx="214313" cy="755650"/>
            </a:xfrm>
            <a:custGeom>
              <a:avLst/>
              <a:gdLst/>
              <a:ahLst/>
              <a:cxnLst/>
              <a:rect l="0" t="0" r="r" b="b"/>
              <a:pathLst>
                <a:path w="135" h="476">
                  <a:moveTo>
                    <a:pt x="12" y="476"/>
                  </a:moveTo>
                  <a:lnTo>
                    <a:pt x="0" y="476"/>
                  </a:lnTo>
                  <a:lnTo>
                    <a:pt x="0" y="128"/>
                  </a:lnTo>
                  <a:lnTo>
                    <a:pt x="126" y="0"/>
                  </a:lnTo>
                  <a:lnTo>
                    <a:pt x="135" y="9"/>
                  </a:lnTo>
                  <a:lnTo>
                    <a:pt x="12" y="131"/>
                  </a:lnTo>
                  <a:lnTo>
                    <a:pt x="12" y="47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4" name="Freeform 37"/>
            <p:cNvSpPr>
              <a:spLocks noEditPoints="1"/>
            </p:cNvSpPr>
            <p:nvPr/>
          </p:nvSpPr>
          <p:spPr bwMode="auto">
            <a:xfrm>
              <a:off x="938213" y="2547938"/>
              <a:ext cx="166688" cy="160338"/>
            </a:xfrm>
            <a:custGeom>
              <a:avLst/>
              <a:gdLst/>
              <a:ahLst/>
              <a:cxnLst/>
              <a:rect l="0" t="0" r="r" b="b"/>
              <a:pathLst>
                <a:path w="35" h="34">
                  <a:moveTo>
                    <a:pt x="18" y="34"/>
                  </a:moveTo>
                  <a:cubicBezTo>
                    <a:pt x="8" y="34"/>
                    <a:pt x="0" y="26"/>
                    <a:pt x="0" y="17"/>
                  </a:cubicBezTo>
                  <a:cubicBezTo>
                    <a:pt x="0" y="7"/>
                    <a:pt x="8" y="0"/>
                    <a:pt x="18" y="0"/>
                  </a:cubicBezTo>
                  <a:cubicBezTo>
                    <a:pt x="27" y="0"/>
                    <a:pt x="35" y="7"/>
                    <a:pt x="35" y="17"/>
                  </a:cubicBezTo>
                  <a:cubicBezTo>
                    <a:pt x="35" y="26"/>
                    <a:pt x="27" y="34"/>
                    <a:pt x="18" y="34"/>
                  </a:cubicBezTo>
                  <a:close/>
                  <a:moveTo>
                    <a:pt x="18" y="4"/>
                  </a:moveTo>
                  <a:cubicBezTo>
                    <a:pt x="10" y="4"/>
                    <a:pt x="4" y="10"/>
                    <a:pt x="4" y="17"/>
                  </a:cubicBezTo>
                  <a:cubicBezTo>
                    <a:pt x="4" y="24"/>
                    <a:pt x="10" y="30"/>
                    <a:pt x="18" y="30"/>
                  </a:cubicBezTo>
                  <a:cubicBezTo>
                    <a:pt x="25" y="30"/>
                    <a:pt x="31" y="24"/>
                    <a:pt x="31" y="17"/>
                  </a:cubicBezTo>
                  <a:cubicBezTo>
                    <a:pt x="31" y="10"/>
                    <a:pt x="25" y="4"/>
                    <a:pt x="18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5" name="Freeform 38"/>
            <p:cNvSpPr/>
            <p:nvPr/>
          </p:nvSpPr>
          <p:spPr bwMode="auto">
            <a:xfrm>
              <a:off x="595313" y="4763"/>
              <a:ext cx="638175" cy="4025900"/>
            </a:xfrm>
            <a:custGeom>
              <a:avLst/>
              <a:gdLst/>
              <a:ahLst/>
              <a:cxnLst/>
              <a:rect l="0" t="0" r="r" b="b"/>
              <a:pathLst>
                <a:path w="402" h="2536">
                  <a:moveTo>
                    <a:pt x="402" y="2536"/>
                  </a:moveTo>
                  <a:lnTo>
                    <a:pt x="387" y="2536"/>
                  </a:lnTo>
                  <a:lnTo>
                    <a:pt x="387" y="2311"/>
                  </a:lnTo>
                  <a:lnTo>
                    <a:pt x="0" y="1925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916"/>
                  </a:lnTo>
                  <a:lnTo>
                    <a:pt x="402" y="2302"/>
                  </a:lnTo>
                  <a:lnTo>
                    <a:pt x="402" y="253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6" name="Freeform 39"/>
            <p:cNvSpPr/>
            <p:nvPr/>
          </p:nvSpPr>
          <p:spPr bwMode="auto">
            <a:xfrm>
              <a:off x="1223963" y="1382713"/>
              <a:ext cx="142875" cy="476250"/>
            </a:xfrm>
            <a:custGeom>
              <a:avLst/>
              <a:gdLst/>
              <a:ahLst/>
              <a:cxnLst/>
              <a:rect l="0" t="0" r="r" b="b"/>
              <a:pathLst>
                <a:path w="90" h="300">
                  <a:moveTo>
                    <a:pt x="90" y="300"/>
                  </a:moveTo>
                  <a:lnTo>
                    <a:pt x="78" y="300"/>
                  </a:lnTo>
                  <a:lnTo>
                    <a:pt x="78" y="84"/>
                  </a:lnTo>
                  <a:lnTo>
                    <a:pt x="0" y="9"/>
                  </a:lnTo>
                  <a:lnTo>
                    <a:pt x="9" y="0"/>
                  </a:lnTo>
                  <a:lnTo>
                    <a:pt x="90" y="81"/>
                  </a:lnTo>
                  <a:lnTo>
                    <a:pt x="90" y="30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7" name="Freeform 40"/>
            <p:cNvSpPr>
              <a:spLocks noEditPoints="1"/>
            </p:cNvSpPr>
            <p:nvPr/>
          </p:nvSpPr>
          <p:spPr bwMode="auto">
            <a:xfrm>
              <a:off x="1300163" y="1849438"/>
              <a:ext cx="109538" cy="107950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2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2" y="0"/>
                  </a:cubicBezTo>
                  <a:cubicBezTo>
                    <a:pt x="18" y="0"/>
                    <a:pt x="23" y="5"/>
                    <a:pt x="23" y="12"/>
                  </a:cubicBezTo>
                  <a:cubicBezTo>
                    <a:pt x="23" y="18"/>
                    <a:pt x="18" y="23"/>
                    <a:pt x="12" y="23"/>
                  </a:cubicBezTo>
                  <a:close/>
                  <a:moveTo>
                    <a:pt x="12" y="4"/>
                  </a:moveTo>
                  <a:cubicBezTo>
                    <a:pt x="8" y="4"/>
                    <a:pt x="4" y="8"/>
                    <a:pt x="4" y="12"/>
                  </a:cubicBezTo>
                  <a:cubicBezTo>
                    <a:pt x="4" y="16"/>
                    <a:pt x="8" y="19"/>
                    <a:pt x="12" y="19"/>
                  </a:cubicBezTo>
                  <a:cubicBezTo>
                    <a:pt x="16" y="19"/>
                    <a:pt x="19" y="16"/>
                    <a:pt x="19" y="12"/>
                  </a:cubicBezTo>
                  <a:cubicBezTo>
                    <a:pt x="19" y="8"/>
                    <a:pt x="16" y="4"/>
                    <a:pt x="12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8" name="Freeform 41"/>
            <p:cNvSpPr/>
            <p:nvPr/>
          </p:nvSpPr>
          <p:spPr bwMode="auto">
            <a:xfrm>
              <a:off x="280988" y="3417888"/>
              <a:ext cx="142875" cy="474663"/>
            </a:xfrm>
            <a:custGeom>
              <a:avLst/>
              <a:gdLst/>
              <a:ahLst/>
              <a:cxnLst/>
              <a:rect l="0" t="0" r="r" b="b"/>
              <a:pathLst>
                <a:path w="90" h="299">
                  <a:moveTo>
                    <a:pt x="12" y="299"/>
                  </a:moveTo>
                  <a:lnTo>
                    <a:pt x="0" y="299"/>
                  </a:lnTo>
                  <a:lnTo>
                    <a:pt x="0" y="80"/>
                  </a:lnTo>
                  <a:lnTo>
                    <a:pt x="81" y="0"/>
                  </a:lnTo>
                  <a:lnTo>
                    <a:pt x="90" y="8"/>
                  </a:lnTo>
                  <a:lnTo>
                    <a:pt x="12" y="83"/>
                  </a:lnTo>
                  <a:lnTo>
                    <a:pt x="12" y="299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9" name="Freeform 42"/>
            <p:cNvSpPr>
              <a:spLocks noEditPoints="1"/>
            </p:cNvSpPr>
            <p:nvPr/>
          </p:nvSpPr>
          <p:spPr bwMode="auto">
            <a:xfrm>
              <a:off x="238125" y="3883025"/>
              <a:ext cx="109538" cy="109538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1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1" y="0"/>
                  </a:cubicBezTo>
                  <a:cubicBezTo>
                    <a:pt x="17" y="0"/>
                    <a:pt x="23" y="5"/>
                    <a:pt x="23" y="12"/>
                  </a:cubicBezTo>
                  <a:cubicBezTo>
                    <a:pt x="23" y="18"/>
                    <a:pt x="17" y="23"/>
                    <a:pt x="11" y="23"/>
                  </a:cubicBezTo>
                  <a:close/>
                  <a:moveTo>
                    <a:pt x="11" y="4"/>
                  </a:moveTo>
                  <a:cubicBezTo>
                    <a:pt x="7" y="4"/>
                    <a:pt x="4" y="8"/>
                    <a:pt x="4" y="12"/>
                  </a:cubicBezTo>
                  <a:cubicBezTo>
                    <a:pt x="4" y="16"/>
                    <a:pt x="7" y="19"/>
                    <a:pt x="11" y="19"/>
                  </a:cubicBezTo>
                  <a:cubicBezTo>
                    <a:pt x="15" y="19"/>
                    <a:pt x="19" y="16"/>
                    <a:pt x="19" y="12"/>
                  </a:cubicBezTo>
                  <a:cubicBezTo>
                    <a:pt x="19" y="8"/>
                    <a:pt x="15" y="4"/>
                    <a:pt x="11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0" name="Freeform 43"/>
            <p:cNvSpPr/>
            <p:nvPr/>
          </p:nvSpPr>
          <p:spPr bwMode="auto">
            <a:xfrm>
              <a:off x="4763" y="2166938"/>
              <a:ext cx="114300" cy="452438"/>
            </a:xfrm>
            <a:custGeom>
              <a:avLst/>
              <a:gdLst/>
              <a:ahLst/>
              <a:cxnLst/>
              <a:rect l="0" t="0" r="r" b="b"/>
              <a:pathLst>
                <a:path w="72" h="285">
                  <a:moveTo>
                    <a:pt x="6" y="285"/>
                  </a:moveTo>
                  <a:lnTo>
                    <a:pt x="0" y="276"/>
                  </a:lnTo>
                  <a:lnTo>
                    <a:pt x="60" y="216"/>
                  </a:lnTo>
                  <a:lnTo>
                    <a:pt x="60" y="0"/>
                  </a:lnTo>
                  <a:lnTo>
                    <a:pt x="72" y="0"/>
                  </a:lnTo>
                  <a:lnTo>
                    <a:pt x="72" y="222"/>
                  </a:lnTo>
                  <a:lnTo>
                    <a:pt x="6" y="28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1" name="Freeform 44"/>
            <p:cNvSpPr>
              <a:spLocks noEditPoints="1"/>
            </p:cNvSpPr>
            <p:nvPr/>
          </p:nvSpPr>
          <p:spPr bwMode="auto">
            <a:xfrm>
              <a:off x="52388" y="2066925"/>
              <a:ext cx="109538" cy="109538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2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2" y="0"/>
                  </a:cubicBezTo>
                  <a:cubicBezTo>
                    <a:pt x="18" y="0"/>
                    <a:pt x="23" y="5"/>
                    <a:pt x="23" y="12"/>
                  </a:cubicBezTo>
                  <a:cubicBezTo>
                    <a:pt x="23" y="18"/>
                    <a:pt x="18" y="23"/>
                    <a:pt x="12" y="23"/>
                  </a:cubicBezTo>
                  <a:close/>
                  <a:moveTo>
                    <a:pt x="12" y="4"/>
                  </a:moveTo>
                  <a:cubicBezTo>
                    <a:pt x="8" y="4"/>
                    <a:pt x="4" y="8"/>
                    <a:pt x="4" y="12"/>
                  </a:cubicBezTo>
                  <a:cubicBezTo>
                    <a:pt x="4" y="16"/>
                    <a:pt x="8" y="19"/>
                    <a:pt x="12" y="19"/>
                  </a:cubicBezTo>
                  <a:cubicBezTo>
                    <a:pt x="16" y="19"/>
                    <a:pt x="19" y="16"/>
                    <a:pt x="19" y="12"/>
                  </a:cubicBezTo>
                  <a:cubicBezTo>
                    <a:pt x="19" y="8"/>
                    <a:pt x="16" y="4"/>
                    <a:pt x="12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2" name="Rectangle 45"/>
            <p:cNvSpPr>
              <a:spLocks noChangeArrowheads="1"/>
            </p:cNvSpPr>
            <p:nvPr/>
          </p:nvSpPr>
          <p:spPr bwMode="auto">
            <a:xfrm>
              <a:off x="1228725" y="4662488"/>
              <a:ext cx="23813" cy="218122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  <p:sp>
          <p:nvSpPr>
            <p:cNvPr id="53" name="Freeform 46"/>
            <p:cNvSpPr/>
            <p:nvPr/>
          </p:nvSpPr>
          <p:spPr bwMode="auto">
            <a:xfrm>
              <a:off x="1319213" y="5041900"/>
              <a:ext cx="371475" cy="1801813"/>
            </a:xfrm>
            <a:custGeom>
              <a:avLst/>
              <a:gdLst/>
              <a:ahLst/>
              <a:cxnLst/>
              <a:rect l="0" t="0" r="r" b="b"/>
              <a:pathLst>
                <a:path w="234" h="1135">
                  <a:moveTo>
                    <a:pt x="15" y="1135"/>
                  </a:moveTo>
                  <a:lnTo>
                    <a:pt x="0" y="1135"/>
                  </a:lnTo>
                  <a:lnTo>
                    <a:pt x="0" y="515"/>
                  </a:lnTo>
                  <a:lnTo>
                    <a:pt x="0" y="512"/>
                  </a:lnTo>
                  <a:lnTo>
                    <a:pt x="219" y="0"/>
                  </a:lnTo>
                  <a:lnTo>
                    <a:pt x="234" y="6"/>
                  </a:lnTo>
                  <a:lnTo>
                    <a:pt x="15" y="518"/>
                  </a:lnTo>
                  <a:lnTo>
                    <a:pt x="15" y="113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4" name="Freeform 47"/>
            <p:cNvSpPr>
              <a:spLocks noEditPoints="1"/>
            </p:cNvSpPr>
            <p:nvPr/>
          </p:nvSpPr>
          <p:spPr bwMode="auto">
            <a:xfrm>
              <a:off x="1147763" y="44815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5" name="Freeform 48"/>
            <p:cNvSpPr/>
            <p:nvPr/>
          </p:nvSpPr>
          <p:spPr bwMode="auto">
            <a:xfrm>
              <a:off x="819150" y="3983038"/>
              <a:ext cx="347663" cy="2860675"/>
            </a:xfrm>
            <a:custGeom>
              <a:avLst/>
              <a:gdLst/>
              <a:ahLst/>
              <a:cxnLst/>
              <a:rect l="0" t="0" r="r" b="b"/>
              <a:pathLst>
                <a:path w="219" h="1802">
                  <a:moveTo>
                    <a:pt x="219" y="1802"/>
                  </a:moveTo>
                  <a:lnTo>
                    <a:pt x="201" y="1802"/>
                  </a:lnTo>
                  <a:lnTo>
                    <a:pt x="201" y="1185"/>
                  </a:lnTo>
                  <a:lnTo>
                    <a:pt x="0" y="3"/>
                  </a:lnTo>
                  <a:lnTo>
                    <a:pt x="15" y="0"/>
                  </a:lnTo>
                  <a:lnTo>
                    <a:pt x="219" y="1185"/>
                  </a:lnTo>
                  <a:lnTo>
                    <a:pt x="219" y="180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6" name="Freeform 49"/>
            <p:cNvSpPr>
              <a:spLocks noEditPoints="1"/>
            </p:cNvSpPr>
            <p:nvPr/>
          </p:nvSpPr>
          <p:spPr bwMode="auto">
            <a:xfrm>
              <a:off x="728663" y="3806825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7" name="Freeform 50"/>
            <p:cNvSpPr>
              <a:spLocks noEditPoints="1"/>
            </p:cNvSpPr>
            <p:nvPr/>
          </p:nvSpPr>
          <p:spPr bwMode="auto">
            <a:xfrm>
              <a:off x="1624013" y="4867275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8" name="Freeform 51"/>
            <p:cNvSpPr/>
            <p:nvPr/>
          </p:nvSpPr>
          <p:spPr bwMode="auto">
            <a:xfrm>
              <a:off x="1404938" y="5422900"/>
              <a:ext cx="371475" cy="1425575"/>
            </a:xfrm>
            <a:custGeom>
              <a:avLst/>
              <a:gdLst/>
              <a:ahLst/>
              <a:cxnLst/>
              <a:rect l="0" t="0" r="r" b="b"/>
              <a:pathLst>
                <a:path w="234" h="898">
                  <a:moveTo>
                    <a:pt x="18" y="898"/>
                  </a:moveTo>
                  <a:lnTo>
                    <a:pt x="0" y="898"/>
                  </a:lnTo>
                  <a:lnTo>
                    <a:pt x="0" y="515"/>
                  </a:lnTo>
                  <a:lnTo>
                    <a:pt x="0" y="512"/>
                  </a:lnTo>
                  <a:lnTo>
                    <a:pt x="222" y="0"/>
                  </a:lnTo>
                  <a:lnTo>
                    <a:pt x="234" y="6"/>
                  </a:lnTo>
                  <a:lnTo>
                    <a:pt x="18" y="518"/>
                  </a:lnTo>
                  <a:lnTo>
                    <a:pt x="18" y="89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9" name="Freeform 52"/>
            <p:cNvSpPr/>
            <p:nvPr/>
          </p:nvSpPr>
          <p:spPr bwMode="auto">
            <a:xfrm>
              <a:off x="1666875" y="5945188"/>
              <a:ext cx="152400" cy="912813"/>
            </a:xfrm>
            <a:custGeom>
              <a:avLst/>
              <a:gdLst/>
              <a:ahLst/>
              <a:cxnLst/>
              <a:rect l="0" t="0" r="r" b="b"/>
              <a:pathLst>
                <a:path w="96" h="575">
                  <a:moveTo>
                    <a:pt x="15" y="575"/>
                  </a:moveTo>
                  <a:lnTo>
                    <a:pt x="0" y="569"/>
                  </a:lnTo>
                  <a:lnTo>
                    <a:pt x="81" y="383"/>
                  </a:lnTo>
                  <a:lnTo>
                    <a:pt x="81" y="0"/>
                  </a:lnTo>
                  <a:lnTo>
                    <a:pt x="96" y="0"/>
                  </a:lnTo>
                  <a:lnTo>
                    <a:pt x="96" y="386"/>
                  </a:lnTo>
                  <a:lnTo>
                    <a:pt x="15" y="57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0" name="Freeform 53"/>
            <p:cNvSpPr>
              <a:spLocks noEditPoints="1"/>
            </p:cNvSpPr>
            <p:nvPr/>
          </p:nvSpPr>
          <p:spPr bwMode="auto">
            <a:xfrm>
              <a:off x="1709738" y="52466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1" name="Freeform 54"/>
            <p:cNvSpPr>
              <a:spLocks noEditPoints="1"/>
            </p:cNvSpPr>
            <p:nvPr/>
          </p:nvSpPr>
          <p:spPr bwMode="auto">
            <a:xfrm>
              <a:off x="1709738" y="57642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2" name="Freeform 55"/>
            <p:cNvSpPr/>
            <p:nvPr/>
          </p:nvSpPr>
          <p:spPr bwMode="auto">
            <a:xfrm>
              <a:off x="1766888" y="6330950"/>
              <a:ext cx="419100" cy="527050"/>
            </a:xfrm>
            <a:custGeom>
              <a:avLst/>
              <a:gdLst/>
              <a:ahLst/>
              <a:cxnLst/>
              <a:rect l="0" t="0" r="r" b="b"/>
              <a:pathLst>
                <a:path w="264" h="332">
                  <a:moveTo>
                    <a:pt x="12" y="332"/>
                  </a:moveTo>
                  <a:lnTo>
                    <a:pt x="0" y="326"/>
                  </a:lnTo>
                  <a:lnTo>
                    <a:pt x="45" y="206"/>
                  </a:lnTo>
                  <a:lnTo>
                    <a:pt x="255" y="0"/>
                  </a:lnTo>
                  <a:lnTo>
                    <a:pt x="264" y="12"/>
                  </a:lnTo>
                  <a:lnTo>
                    <a:pt x="60" y="215"/>
                  </a:lnTo>
                  <a:lnTo>
                    <a:pt x="12" y="33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3" name="Freeform 56"/>
            <p:cNvSpPr>
              <a:spLocks noEditPoints="1"/>
            </p:cNvSpPr>
            <p:nvPr/>
          </p:nvSpPr>
          <p:spPr bwMode="auto">
            <a:xfrm>
              <a:off x="2147888" y="6221413"/>
              <a:ext cx="157163" cy="147638"/>
            </a:xfrm>
            <a:custGeom>
              <a:avLst/>
              <a:gdLst/>
              <a:ahLst/>
              <a:cxnLst/>
              <a:rect l="0" t="0" r="r" b="b"/>
              <a:pathLst>
                <a:path w="33" h="31">
                  <a:moveTo>
                    <a:pt x="16" y="31"/>
                  </a:moveTo>
                  <a:cubicBezTo>
                    <a:pt x="12" y="31"/>
                    <a:pt x="8" y="29"/>
                    <a:pt x="5" y="26"/>
                  </a:cubicBezTo>
                  <a:cubicBezTo>
                    <a:pt x="2" y="24"/>
                    <a:pt x="0" y="20"/>
                    <a:pt x="0" y="15"/>
                  </a:cubicBezTo>
                  <a:cubicBezTo>
                    <a:pt x="0" y="11"/>
                    <a:pt x="2" y="7"/>
                    <a:pt x="5" y="4"/>
                  </a:cubicBezTo>
                  <a:cubicBezTo>
                    <a:pt x="8" y="1"/>
                    <a:pt x="12" y="0"/>
                    <a:pt x="16" y="0"/>
                  </a:cubicBezTo>
                  <a:cubicBezTo>
                    <a:pt x="20" y="0"/>
                    <a:pt x="24" y="1"/>
                    <a:pt x="27" y="4"/>
                  </a:cubicBezTo>
                  <a:cubicBezTo>
                    <a:pt x="33" y="10"/>
                    <a:pt x="33" y="20"/>
                    <a:pt x="27" y="26"/>
                  </a:cubicBezTo>
                  <a:cubicBezTo>
                    <a:pt x="24" y="29"/>
                    <a:pt x="20" y="31"/>
                    <a:pt x="16" y="31"/>
                  </a:cubicBezTo>
                  <a:close/>
                  <a:moveTo>
                    <a:pt x="16" y="4"/>
                  </a:moveTo>
                  <a:cubicBezTo>
                    <a:pt x="13" y="4"/>
                    <a:pt x="10" y="5"/>
                    <a:pt x="8" y="7"/>
                  </a:cubicBezTo>
                  <a:cubicBezTo>
                    <a:pt x="6" y="9"/>
                    <a:pt x="4" y="12"/>
                    <a:pt x="4" y="15"/>
                  </a:cubicBezTo>
                  <a:cubicBezTo>
                    <a:pt x="4" y="19"/>
                    <a:pt x="6" y="21"/>
                    <a:pt x="8" y="24"/>
                  </a:cubicBezTo>
                  <a:cubicBezTo>
                    <a:pt x="10" y="26"/>
                    <a:pt x="13" y="27"/>
                    <a:pt x="16" y="27"/>
                  </a:cubicBezTo>
                  <a:cubicBezTo>
                    <a:pt x="19" y="27"/>
                    <a:pt x="22" y="26"/>
                    <a:pt x="24" y="24"/>
                  </a:cubicBezTo>
                  <a:cubicBezTo>
                    <a:pt x="29" y="19"/>
                    <a:pt x="29" y="12"/>
                    <a:pt x="24" y="7"/>
                  </a:cubicBezTo>
                  <a:cubicBezTo>
                    <a:pt x="22" y="5"/>
                    <a:pt x="19" y="4"/>
                    <a:pt x="16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4" name="Freeform 57"/>
            <p:cNvSpPr/>
            <p:nvPr/>
          </p:nvSpPr>
          <p:spPr bwMode="auto">
            <a:xfrm>
              <a:off x="504825" y="9525"/>
              <a:ext cx="233363" cy="5103813"/>
            </a:xfrm>
            <a:custGeom>
              <a:avLst/>
              <a:gdLst/>
              <a:ahLst/>
              <a:cxnLst/>
              <a:rect l="0" t="0" r="r" b="b"/>
              <a:pathLst>
                <a:path w="147" h="3215">
                  <a:moveTo>
                    <a:pt x="132" y="3215"/>
                  </a:moveTo>
                  <a:lnTo>
                    <a:pt x="129" y="2754"/>
                  </a:lnTo>
                  <a:lnTo>
                    <a:pt x="0" y="1901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898"/>
                  </a:lnTo>
                  <a:lnTo>
                    <a:pt x="144" y="2754"/>
                  </a:lnTo>
                  <a:lnTo>
                    <a:pt x="147" y="3215"/>
                  </a:lnTo>
                  <a:lnTo>
                    <a:pt x="132" y="321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5" name="Freeform 58"/>
            <p:cNvSpPr>
              <a:spLocks noEditPoints="1"/>
            </p:cNvSpPr>
            <p:nvPr/>
          </p:nvSpPr>
          <p:spPr bwMode="auto">
            <a:xfrm>
              <a:off x="633413" y="5103813"/>
              <a:ext cx="185738" cy="185738"/>
            </a:xfrm>
            <a:custGeom>
              <a:avLst/>
              <a:gdLst/>
              <a:ahLst/>
              <a:cxnLst/>
              <a:rect l="0" t="0" r="r" b="b"/>
              <a:pathLst>
                <a:path w="39" h="39">
                  <a:moveTo>
                    <a:pt x="20" y="39"/>
                  </a:moveTo>
                  <a:cubicBezTo>
                    <a:pt x="9" y="39"/>
                    <a:pt x="0" y="30"/>
                    <a:pt x="0" y="19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0" y="0"/>
                    <a:pt x="39" y="9"/>
                    <a:pt x="39" y="19"/>
                  </a:cubicBezTo>
                  <a:cubicBezTo>
                    <a:pt x="39" y="30"/>
                    <a:pt x="30" y="39"/>
                    <a:pt x="20" y="39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19"/>
                  </a:cubicBezTo>
                  <a:cubicBezTo>
                    <a:pt x="4" y="28"/>
                    <a:pt x="11" y="35"/>
                    <a:pt x="20" y="35"/>
                  </a:cubicBezTo>
                  <a:cubicBezTo>
                    <a:pt x="28" y="35"/>
                    <a:pt x="35" y="28"/>
                    <a:pt x="35" y="19"/>
                  </a:cubicBezTo>
                  <a:cubicBezTo>
                    <a:pt x="35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876424" y="1122363"/>
            <a:ext cx="8791575" cy="2387600"/>
          </a:xfrm>
        </p:spPr>
        <p:txBody>
          <a:bodyPr anchor="b">
            <a:normAutofit/>
          </a:bodyPr>
          <a:lstStyle>
            <a:lvl1pPr algn="l">
              <a:defRPr sz="4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76424" y="3602038"/>
            <a:ext cx="8791575" cy="1655762"/>
          </a:xfrm>
        </p:spPr>
        <p:txBody>
          <a:bodyPr>
            <a:normAutofit/>
          </a:bodyPr>
          <a:lstStyle>
            <a:lvl1pPr marL="0" indent="0" algn="l">
              <a:buNone/>
              <a:defRPr sz="2000" cap="all" baseline="0">
                <a:solidFill>
                  <a:schemeClr val="tx2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7077511" y="5410201"/>
            <a:ext cx="2743200" cy="365125"/>
          </a:xfrm>
        </p:spPr>
        <p:txBody>
          <a:bodyPr/>
          <a:lstStyle/>
          <a:p>
            <a:fld id="{5843E5FA-0191-504A-8FD6-E1043C54A67F}" type="datetime1">
              <a:rPr lang="en-US" smtClean="0"/>
              <a:t>9/23/25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876424" y="5410201"/>
            <a:ext cx="5124886" cy="365125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9896911" y="5410199"/>
            <a:ext cx="771089" cy="365125"/>
          </a:xfrm>
        </p:spPr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1334461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DD2505F-B696-6F40-860D-1759DB80CC18}" type="datetime1">
              <a:rPr lang="en-US" smtClean="0"/>
              <a:t>9/23/25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2540070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1" y="1419226"/>
            <a:ext cx="9906000" cy="2852737"/>
          </a:xfrm>
        </p:spPr>
        <p:txBody>
          <a:bodyPr anchor="b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411" y="4424362"/>
            <a:ext cx="9906000" cy="1374776"/>
          </a:xfrm>
        </p:spPr>
        <p:txBody>
          <a:bodyPr>
            <a:normAutofit/>
          </a:bodyPr>
          <a:lstStyle>
            <a:lvl1pPr marL="0" indent="0">
              <a:buNone/>
              <a:defRPr sz="1800" cap="all" baseline="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8B8B78-C2DC-6E43-B685-7602203C7B14}" type="datetime1">
              <a:rPr lang="en-US" smtClean="0"/>
              <a:t>9/23/25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227962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141410" y="2249486"/>
            <a:ext cx="4878389" cy="3541714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2249486"/>
            <a:ext cx="4875211" cy="3541714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8A2F71-92E7-AC46-A1AD-F8EF9B4390F2}" type="datetime1">
              <a:rPr lang="en-US" smtClean="0"/>
              <a:t>9/23/25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87307518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1" y="619126"/>
            <a:ext cx="9906000" cy="1477961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70019" y="2249486"/>
            <a:ext cx="4649783" cy="823912"/>
          </a:xfrm>
        </p:spPr>
        <p:txBody>
          <a:bodyPr anchor="b"/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141410" y="3073397"/>
            <a:ext cx="4878391" cy="2717801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400808" y="2249485"/>
            <a:ext cx="4646602" cy="823912"/>
          </a:xfrm>
        </p:spPr>
        <p:txBody>
          <a:bodyPr anchor="b"/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3073397"/>
            <a:ext cx="4875210" cy="2717801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5FEEB8-4283-5345-B3A6-82544F2A1C7D}" type="datetime1">
              <a:rPr lang="en-US" smtClean="0"/>
              <a:t>9/23/25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75720768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F0C52E5-947E-6943-80AA-7688724E705C}" type="datetime1">
              <a:rPr lang="en-US" smtClean="0"/>
              <a:t>9/23/25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0411636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5D1B7DE-4E36-8748-B975-D7E4A921F2CA}" type="datetime1">
              <a:rPr lang="en-US" smtClean="0"/>
              <a:t>9/23/25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430145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6705" y="609601"/>
            <a:ext cx="3856037" cy="1639884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56200" y="592666"/>
            <a:ext cx="5891209" cy="5198534"/>
          </a:xfrm>
        </p:spPr>
        <p:txBody>
          <a:bodyPr anchor="ctr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6705" y="2249486"/>
            <a:ext cx="3856037" cy="3541714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0F5B064-3F9E-0F42-A460-B72FBB159B0A}" type="datetime1">
              <a:rPr lang="en-US" smtClean="0"/>
              <a:t>9/23/25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65503122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3" y="609600"/>
            <a:ext cx="5934508" cy="1639886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7380721" y="609601"/>
            <a:ext cx="3666690" cy="5181599"/>
          </a:xfrm>
          <a:prstGeom prst="round2DiagRect">
            <a:avLst>
              <a:gd name="adj1" fmla="val 5608"/>
              <a:gd name="adj2" fmla="val 0"/>
            </a:avLst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410" y="2249486"/>
            <a:ext cx="5934511" cy="3541714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228E72-EF4C-7C4C-AB16-36CB2B12084F}" type="datetime1">
              <a:rPr lang="en-US" smtClean="0"/>
              <a:t>9/23/25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7475500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ic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0" y="4304664"/>
            <a:ext cx="9912355" cy="819355"/>
          </a:xfrm>
        </p:spPr>
        <p:txBody>
          <a:bodyPr anchor="b">
            <a:normAutofit/>
          </a:bodyPr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141411" y="606426"/>
            <a:ext cx="9912354" cy="3299778"/>
          </a:xfrm>
          <a:prstGeom prst="round2DiagRect">
            <a:avLst>
              <a:gd name="adj1" fmla="val 4860"/>
              <a:gd name="adj2" fmla="val 0"/>
            </a:avLst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3200"/>
            </a:lvl1pPr>
          </a:lstStyle>
          <a:p>
            <a:pPr marL="0" lvl="0" indent="0">
              <a:buNone/>
            </a:pPr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364" y="5124020"/>
            <a:ext cx="9910859" cy="682472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572F8C9-1239-5B41-8EA2-387C8ABB56FB}" type="datetime1">
              <a:rPr lang="en-US" smtClean="0"/>
              <a:t>9/23/25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6537979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56" y="609600"/>
            <a:ext cx="9905955" cy="3429000"/>
          </a:xfrm>
        </p:spPr>
        <p:txBody>
          <a:bodyPr anchor="ctr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410" y="4419599"/>
            <a:ext cx="9904459" cy="1371599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93AEA5A-9710-4640-ACFE-7FCAD89229E3}" type="datetime1">
              <a:rPr lang="en-US" smtClean="0"/>
              <a:t>9/23/25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9118012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6212" y="609599"/>
            <a:ext cx="9302752" cy="2748429"/>
          </a:xfrm>
        </p:spPr>
        <p:txBody>
          <a:bodyPr anchor="ctr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3"/>
          </p:nvPr>
        </p:nvSpPr>
        <p:spPr>
          <a:xfrm>
            <a:off x="1720644" y="3365557"/>
            <a:ext cx="8752299" cy="54896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411" y="4309919"/>
            <a:ext cx="9906002" cy="1489496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BD6A28-3CA2-1A4E-94C9-C0018E4E1508}" type="datetime1">
              <a:rPr lang="en-US" smtClean="0"/>
              <a:t>9/23/25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  <p:sp>
        <p:nvSpPr>
          <p:cNvPr id="60" name="TextBox 59"/>
          <p:cNvSpPr txBox="1"/>
          <p:nvPr/>
        </p:nvSpPr>
        <p:spPr>
          <a:xfrm>
            <a:off x="903512" y="732394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  <a:latin typeface="+mj-lt"/>
                <a:ea typeface="+mj-ea"/>
                <a:cs typeface="Trebuchet MS"/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0537370" y="2764972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  <a:latin typeface="+mj-lt"/>
                <a:ea typeface="+mj-ea"/>
                <a:cs typeface="Trebuchet MS"/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3513387609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0" y="2134041"/>
            <a:ext cx="9906001" cy="2511835"/>
          </a:xfrm>
        </p:spPr>
        <p:txBody>
          <a:bodyPr anchor="b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364" y="4657655"/>
            <a:ext cx="9904505" cy="1140644"/>
          </a:xfrm>
        </p:spPr>
        <p:txBody>
          <a:bodyPr anchor="t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EFDF80-A96A-1644-8BEC-347213D06827}" type="datetime1">
              <a:rPr lang="en-US" smtClean="0"/>
              <a:t>9/23/25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41695985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itle 1"/>
          <p:cNvSpPr>
            <a:spLocks noGrp="1"/>
          </p:cNvSpPr>
          <p:nvPr>
            <p:ph type="title"/>
          </p:nvPr>
        </p:nvSpPr>
        <p:spPr>
          <a:xfrm>
            <a:off x="1141413" y="609600"/>
            <a:ext cx="9905998" cy="190500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Text Placeholder 2"/>
          <p:cNvSpPr>
            <a:spLocks noGrp="1"/>
          </p:cNvSpPr>
          <p:nvPr>
            <p:ph type="body" idx="1"/>
          </p:nvPr>
        </p:nvSpPr>
        <p:spPr>
          <a:xfrm>
            <a:off x="1141410" y="2674463"/>
            <a:ext cx="3196899" cy="685800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15"/>
          </p:nvPr>
        </p:nvSpPr>
        <p:spPr>
          <a:xfrm>
            <a:off x="1127918" y="3360263"/>
            <a:ext cx="3208735" cy="2430936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9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514766" y="2677635"/>
            <a:ext cx="3184385" cy="685800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16"/>
          </p:nvPr>
        </p:nvSpPr>
        <p:spPr>
          <a:xfrm>
            <a:off x="4504213" y="3363435"/>
            <a:ext cx="3195830" cy="2430936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11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852442" y="2674463"/>
            <a:ext cx="3194968" cy="685800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7"/>
          </p:nvPr>
        </p:nvSpPr>
        <p:spPr>
          <a:xfrm>
            <a:off x="7852442" y="3360263"/>
            <a:ext cx="3194968" cy="2430936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26C171A-B694-CF4D-967E-6C3376551638}" type="datetime1">
              <a:rPr lang="en-US" smtClean="0"/>
              <a:t>9/23/25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80966924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Pictur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Title 1"/>
          <p:cNvSpPr>
            <a:spLocks noGrp="1"/>
          </p:cNvSpPr>
          <p:nvPr>
            <p:ph type="title"/>
          </p:nvPr>
        </p:nvSpPr>
        <p:spPr>
          <a:xfrm>
            <a:off x="1141411" y="609600"/>
            <a:ext cx="9905999" cy="190500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9" name="Text Placeholder 2"/>
          <p:cNvSpPr>
            <a:spLocks noGrp="1"/>
          </p:cNvSpPr>
          <p:nvPr>
            <p:ph type="body" idx="1"/>
          </p:nvPr>
        </p:nvSpPr>
        <p:spPr>
          <a:xfrm>
            <a:off x="1141413" y="4404596"/>
            <a:ext cx="3195240" cy="576262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0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20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1141413" y="2666998"/>
            <a:ext cx="3195240" cy="1524000"/>
          </a:xfrm>
          <a:prstGeom prst="round2DiagRect">
            <a:avLst/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2000" dirty="0"/>
            </a:lvl1pPr>
          </a:lstStyle>
          <a:p>
            <a:pPr marL="0" lvl="0" indent="0">
              <a:buNone/>
            </a:pPr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1" name="Text Placeholder 3"/>
          <p:cNvSpPr>
            <a:spLocks noGrp="1"/>
          </p:cNvSpPr>
          <p:nvPr>
            <p:ph type="body" sz="half" idx="18"/>
          </p:nvPr>
        </p:nvSpPr>
        <p:spPr>
          <a:xfrm>
            <a:off x="1141413" y="4980858"/>
            <a:ext cx="3195240" cy="817843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22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489053" y="4404596"/>
            <a:ext cx="3200400" cy="576262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0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23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4489053" y="2666998"/>
            <a:ext cx="3198940" cy="1524000"/>
          </a:xfrm>
          <a:prstGeom prst="round2DiagRect">
            <a:avLst/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2000" dirty="0"/>
            </a:lvl1pPr>
          </a:lstStyle>
          <a:p>
            <a:pPr marL="0" lvl="0" indent="0">
              <a:buNone/>
            </a:pPr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19"/>
          </p:nvPr>
        </p:nvSpPr>
        <p:spPr>
          <a:xfrm>
            <a:off x="4487593" y="4980857"/>
            <a:ext cx="3200400" cy="810342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25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852567" y="4404595"/>
            <a:ext cx="3190741" cy="576262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0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26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7852442" y="2666998"/>
            <a:ext cx="3194969" cy="1524000"/>
          </a:xfrm>
          <a:prstGeom prst="round2DiagRect">
            <a:avLst/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2000" dirty="0"/>
            </a:lvl1pPr>
          </a:lstStyle>
          <a:p>
            <a:pPr marL="0" lvl="0" indent="0">
              <a:buNone/>
            </a:pPr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7" name="Text Placeholder 3"/>
          <p:cNvSpPr>
            <a:spLocks noGrp="1"/>
          </p:cNvSpPr>
          <p:nvPr>
            <p:ph type="body" sz="half" idx="20"/>
          </p:nvPr>
        </p:nvSpPr>
        <p:spPr>
          <a:xfrm>
            <a:off x="7852442" y="4980854"/>
            <a:ext cx="3194968" cy="810345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70D5939-2B02-DB46-8CDD-39BB4B0FC7A4}" type="datetime1">
              <a:rPr lang="en-US" smtClean="0"/>
              <a:t>9/23/25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70744584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016C11E-B6DC-134D-9519-5ABE3489D59C}" type="datetime1">
              <a:rPr lang="en-US" smtClean="0"/>
              <a:t>9/23/25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39767834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9042400" y="609599"/>
            <a:ext cx="2005011" cy="5181601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141410" y="609599"/>
            <a:ext cx="7748590" cy="5181601"/>
          </a:xfr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389BF88-8835-074C-A712-129F6C5CFAE9}" type="datetime1">
              <a:rPr lang="en-US" smtClean="0"/>
              <a:t>9/23/25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005321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2.pn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2" descr="\\DROBO-FS\QuickDrops\JB\PPTX NG\Droplets\LightingOverlay.png"/>
          <p:cNvPicPr>
            <a:picLocks noChangeAspect="1" noChangeArrowheads="1"/>
          </p:cNvPicPr>
          <p:nvPr/>
        </p:nvPicPr>
        <p:blipFill>
          <a:blip r:embed="rId19">
            <a:alphaModFix amt="30000"/>
            <a:duotone>
              <a:prstClr val="black"/>
              <a:schemeClr val="tx2">
                <a:tint val="45000"/>
                <a:satMod val="400000"/>
              </a:schemeClr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-1"/>
            <a:ext cx="12192003" cy="6858001"/>
          </a:xfrm>
          <a:prstGeom prst="rect">
            <a:avLst/>
          </a:prstGeom>
          <a:noFill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8" name="Group 7"/>
          <p:cNvGrpSpPr/>
          <p:nvPr/>
        </p:nvGrpSpPr>
        <p:grpSpPr>
          <a:xfrm>
            <a:off x="-14288" y="0"/>
            <a:ext cx="12053888" cy="6858001"/>
            <a:chOff x="-14288" y="0"/>
            <a:chExt cx="12053888" cy="6858001"/>
          </a:xfrm>
          <a:gradFill flip="none" rotWithShape="1">
            <a:gsLst>
              <a:gs pos="0">
                <a:schemeClr val="tx2"/>
              </a:gs>
              <a:gs pos="100000">
                <a:schemeClr val="tx2">
                  <a:lumMod val="50000"/>
                </a:schemeClr>
              </a:gs>
            </a:gsLst>
            <a:lin ang="5400000" scaled="0"/>
            <a:tileRect/>
          </a:gradFill>
        </p:grpSpPr>
        <p:grpSp>
          <p:nvGrpSpPr>
            <p:cNvPr id="9" name="Group 8"/>
            <p:cNvGrpSpPr/>
            <p:nvPr/>
          </p:nvGrpSpPr>
          <p:grpSpPr>
            <a:xfrm>
              <a:off x="-14288" y="0"/>
              <a:ext cx="1220788" cy="6858001"/>
              <a:chOff x="-14288" y="0"/>
              <a:chExt cx="1220788" cy="6858001"/>
            </a:xfrm>
            <a:grpFill/>
          </p:grpSpPr>
          <p:sp>
            <p:nvSpPr>
              <p:cNvPr id="21" name="Rectangle 5"/>
              <p:cNvSpPr>
                <a:spLocks noChangeArrowheads="1"/>
              </p:cNvSpPr>
              <p:nvPr/>
            </p:nvSpPr>
            <p:spPr bwMode="auto">
              <a:xfrm>
                <a:off x="114300" y="4763"/>
                <a:ext cx="23813" cy="2181225"/>
              </a:xfrm>
              <a:prstGeom prst="rect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sp>
          <p:sp>
            <p:nvSpPr>
              <p:cNvPr id="22" name="Freeform 6"/>
              <p:cNvSpPr>
                <a:spLocks noEditPoints="1"/>
              </p:cNvSpPr>
              <p:nvPr/>
            </p:nvSpPr>
            <p:spPr bwMode="auto">
              <a:xfrm>
                <a:off x="33337" y="217646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11"/>
                      <a:pt x="28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3" name="Freeform 7"/>
              <p:cNvSpPr>
                <a:spLocks noEditPoints="1"/>
              </p:cNvSpPr>
              <p:nvPr/>
            </p:nvSpPr>
            <p:spPr bwMode="auto">
              <a:xfrm>
                <a:off x="28575" y="4021138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4" name="Freeform 8"/>
              <p:cNvSpPr/>
              <p:nvPr/>
            </p:nvSpPr>
            <p:spPr bwMode="auto">
              <a:xfrm>
                <a:off x="200025" y="4763"/>
                <a:ext cx="369888" cy="1811338"/>
              </a:xfrm>
              <a:custGeom>
                <a:avLst/>
                <a:gdLst/>
                <a:ahLst/>
                <a:cxnLst/>
                <a:rect l="0" t="0" r="r" b="b"/>
                <a:pathLst>
                  <a:path w="233" h="1141">
                    <a:moveTo>
                      <a:pt x="218" y="1141"/>
                    </a:moveTo>
                    <a:lnTo>
                      <a:pt x="0" y="626"/>
                    </a:lnTo>
                    <a:lnTo>
                      <a:pt x="0" y="0"/>
                    </a:lnTo>
                    <a:lnTo>
                      <a:pt x="15" y="0"/>
                    </a:lnTo>
                    <a:lnTo>
                      <a:pt x="15" y="623"/>
                    </a:lnTo>
                    <a:lnTo>
                      <a:pt x="233" y="1135"/>
                    </a:lnTo>
                    <a:lnTo>
                      <a:pt x="218" y="1141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5" name="Freeform 9"/>
              <p:cNvSpPr>
                <a:spLocks noEditPoints="1"/>
              </p:cNvSpPr>
              <p:nvPr/>
            </p:nvSpPr>
            <p:spPr bwMode="auto">
              <a:xfrm>
                <a:off x="503237" y="1801813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3" y="0"/>
                      <a:pt x="40" y="6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9"/>
                      <a:pt x="31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6" name="Freeform 10"/>
              <p:cNvSpPr/>
              <p:nvPr/>
            </p:nvSpPr>
            <p:spPr bwMode="auto">
              <a:xfrm>
                <a:off x="285750" y="4763"/>
                <a:ext cx="369888" cy="1430338"/>
              </a:xfrm>
              <a:custGeom>
                <a:avLst/>
                <a:gdLst/>
                <a:ahLst/>
                <a:cxnLst/>
                <a:rect l="0" t="0" r="r" b="b"/>
                <a:pathLst>
                  <a:path w="233" h="901">
                    <a:moveTo>
                      <a:pt x="221" y="901"/>
                    </a:moveTo>
                    <a:lnTo>
                      <a:pt x="0" y="383"/>
                    </a:lnTo>
                    <a:lnTo>
                      <a:pt x="0" y="0"/>
                    </a:lnTo>
                    <a:lnTo>
                      <a:pt x="18" y="0"/>
                    </a:lnTo>
                    <a:lnTo>
                      <a:pt x="18" y="380"/>
                    </a:lnTo>
                    <a:lnTo>
                      <a:pt x="233" y="895"/>
                    </a:lnTo>
                    <a:lnTo>
                      <a:pt x="221" y="901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7" name="Freeform 11"/>
              <p:cNvSpPr/>
              <p:nvPr/>
            </p:nvSpPr>
            <p:spPr bwMode="auto">
              <a:xfrm>
                <a:off x="546100" y="0"/>
                <a:ext cx="152400" cy="912813"/>
              </a:xfrm>
              <a:custGeom>
                <a:avLst/>
                <a:gdLst/>
                <a:ahLst/>
                <a:cxnLst/>
                <a:rect l="0" t="0" r="r" b="b"/>
                <a:pathLst>
                  <a:path w="96" h="575">
                    <a:moveTo>
                      <a:pt x="96" y="575"/>
                    </a:moveTo>
                    <a:lnTo>
                      <a:pt x="78" y="575"/>
                    </a:lnTo>
                    <a:lnTo>
                      <a:pt x="78" y="192"/>
                    </a:lnTo>
                    <a:lnTo>
                      <a:pt x="0" y="6"/>
                    </a:lnTo>
                    <a:lnTo>
                      <a:pt x="15" y="0"/>
                    </a:lnTo>
                    <a:lnTo>
                      <a:pt x="96" y="189"/>
                    </a:lnTo>
                    <a:lnTo>
                      <a:pt x="96" y="57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8" name="Freeform 12"/>
              <p:cNvSpPr>
                <a:spLocks noEditPoints="1"/>
              </p:cNvSpPr>
              <p:nvPr/>
            </p:nvSpPr>
            <p:spPr bwMode="auto">
              <a:xfrm>
                <a:off x="588962" y="142081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3" y="0"/>
                      <a:pt x="40" y="7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9"/>
                      <a:pt x="31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9" name="Freeform 13"/>
              <p:cNvSpPr>
                <a:spLocks noEditPoints="1"/>
              </p:cNvSpPr>
              <p:nvPr/>
            </p:nvSpPr>
            <p:spPr bwMode="auto">
              <a:xfrm>
                <a:off x="588962" y="903288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0" name="Freeform 14"/>
              <p:cNvSpPr/>
              <p:nvPr/>
            </p:nvSpPr>
            <p:spPr bwMode="auto">
              <a:xfrm>
                <a:off x="641350" y="0"/>
                <a:ext cx="422275" cy="527050"/>
              </a:xfrm>
              <a:custGeom>
                <a:avLst/>
                <a:gdLst/>
                <a:ahLst/>
                <a:cxnLst/>
                <a:rect l="0" t="0" r="r" b="b"/>
                <a:pathLst>
                  <a:path w="266" h="332">
                    <a:moveTo>
                      <a:pt x="257" y="332"/>
                    </a:moveTo>
                    <a:lnTo>
                      <a:pt x="48" y="123"/>
                    </a:lnTo>
                    <a:lnTo>
                      <a:pt x="0" y="6"/>
                    </a:lnTo>
                    <a:lnTo>
                      <a:pt x="15" y="0"/>
                    </a:lnTo>
                    <a:lnTo>
                      <a:pt x="63" y="114"/>
                    </a:lnTo>
                    <a:lnTo>
                      <a:pt x="266" y="320"/>
                    </a:lnTo>
                    <a:lnTo>
                      <a:pt x="257" y="332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1" name="Freeform 15"/>
              <p:cNvSpPr>
                <a:spLocks noEditPoints="1"/>
              </p:cNvSpPr>
              <p:nvPr/>
            </p:nvSpPr>
            <p:spPr bwMode="auto">
              <a:xfrm>
                <a:off x="1020762" y="488950"/>
                <a:ext cx="161925" cy="147638"/>
              </a:xfrm>
              <a:custGeom>
                <a:avLst/>
                <a:gdLst/>
                <a:ahLst/>
                <a:cxnLst/>
                <a:rect l="0" t="0" r="r" b="b"/>
                <a:pathLst>
                  <a:path w="34" h="31">
                    <a:moveTo>
                      <a:pt x="17" y="31"/>
                    </a:moveTo>
                    <a:cubicBezTo>
                      <a:pt x="13" y="31"/>
                      <a:pt x="9" y="30"/>
                      <a:pt x="6" y="27"/>
                    </a:cubicBezTo>
                    <a:cubicBezTo>
                      <a:pt x="0" y="20"/>
                      <a:pt x="0" y="10"/>
                      <a:pt x="6" y="4"/>
                    </a:cubicBezTo>
                    <a:cubicBezTo>
                      <a:pt x="9" y="1"/>
                      <a:pt x="13" y="0"/>
                      <a:pt x="17" y="0"/>
                    </a:cubicBezTo>
                    <a:cubicBezTo>
                      <a:pt x="21" y="0"/>
                      <a:pt x="25" y="1"/>
                      <a:pt x="28" y="4"/>
                    </a:cubicBezTo>
                    <a:cubicBezTo>
                      <a:pt x="34" y="10"/>
                      <a:pt x="34" y="20"/>
                      <a:pt x="28" y="27"/>
                    </a:cubicBezTo>
                    <a:cubicBezTo>
                      <a:pt x="25" y="30"/>
                      <a:pt x="21" y="31"/>
                      <a:pt x="17" y="31"/>
                    </a:cubicBezTo>
                    <a:close/>
                    <a:moveTo>
                      <a:pt x="17" y="4"/>
                    </a:moveTo>
                    <a:cubicBezTo>
                      <a:pt x="14" y="4"/>
                      <a:pt x="11" y="5"/>
                      <a:pt x="9" y="7"/>
                    </a:cubicBezTo>
                    <a:cubicBezTo>
                      <a:pt x="4" y="12"/>
                      <a:pt x="4" y="19"/>
                      <a:pt x="9" y="24"/>
                    </a:cubicBezTo>
                    <a:cubicBezTo>
                      <a:pt x="11" y="26"/>
                      <a:pt x="14" y="27"/>
                      <a:pt x="17" y="27"/>
                    </a:cubicBezTo>
                    <a:cubicBezTo>
                      <a:pt x="20" y="27"/>
                      <a:pt x="23" y="26"/>
                      <a:pt x="25" y="24"/>
                    </a:cubicBezTo>
                    <a:cubicBezTo>
                      <a:pt x="30" y="19"/>
                      <a:pt x="30" y="12"/>
                      <a:pt x="25" y="7"/>
                    </a:cubicBezTo>
                    <a:cubicBezTo>
                      <a:pt x="23" y="5"/>
                      <a:pt x="20" y="4"/>
                      <a:pt x="17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2" name="Line 16"/>
              <p:cNvSpPr>
                <a:spLocks noChangeShapeType="1"/>
              </p:cNvSpPr>
              <p:nvPr/>
            </p:nvSpPr>
            <p:spPr bwMode="auto">
              <a:xfrm>
                <a:off x="-4763" y="9525"/>
                <a:ext cx="0" cy="0"/>
              </a:xfrm>
              <a:prstGeom prst="line">
                <a:avLst/>
              </a:prstGeom>
              <a:grpFill/>
              <a:ln w="15" cap="flat">
                <a:solidFill>
                  <a:srgbClr val="FFFFFF"/>
                </a:solidFill>
                <a:prstDash val="solid"/>
                <a:miter lim="800000"/>
                <a:headEnd/>
                <a:tailEnd/>
              </a:ln>
            </p:spPr>
          </p:sp>
          <p:sp>
            <p:nvSpPr>
              <p:cNvPr id="33" name="Freeform 17"/>
              <p:cNvSpPr/>
              <p:nvPr/>
            </p:nvSpPr>
            <p:spPr bwMode="auto">
              <a:xfrm>
                <a:off x="9525" y="1801813"/>
                <a:ext cx="123825" cy="127000"/>
              </a:xfrm>
              <a:custGeom>
                <a:avLst/>
                <a:gdLst/>
                <a:ahLst/>
                <a:cxnLst/>
                <a:rect l="0" t="0" r="r" b="b"/>
                <a:pathLst>
                  <a:path w="78" h="80">
                    <a:moveTo>
                      <a:pt x="6" y="80"/>
                    </a:moveTo>
                    <a:lnTo>
                      <a:pt x="0" y="71"/>
                    </a:lnTo>
                    <a:lnTo>
                      <a:pt x="69" y="0"/>
                    </a:lnTo>
                    <a:lnTo>
                      <a:pt x="78" y="9"/>
                    </a:lnTo>
                    <a:lnTo>
                      <a:pt x="6" y="8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4" name="Freeform 18"/>
              <p:cNvSpPr/>
              <p:nvPr/>
            </p:nvSpPr>
            <p:spPr bwMode="auto">
              <a:xfrm>
                <a:off x="-9525" y="3549650"/>
                <a:ext cx="147638" cy="481013"/>
              </a:xfrm>
              <a:custGeom>
                <a:avLst/>
                <a:gdLst/>
                <a:ahLst/>
                <a:cxnLst/>
                <a:rect l="0" t="0" r="r" b="b"/>
                <a:pathLst>
                  <a:path w="93" h="303">
                    <a:moveTo>
                      <a:pt x="93" y="303"/>
                    </a:moveTo>
                    <a:lnTo>
                      <a:pt x="78" y="303"/>
                    </a:lnTo>
                    <a:lnTo>
                      <a:pt x="78" y="78"/>
                    </a:lnTo>
                    <a:lnTo>
                      <a:pt x="0" y="12"/>
                    </a:lnTo>
                    <a:lnTo>
                      <a:pt x="12" y="0"/>
                    </a:lnTo>
                    <a:lnTo>
                      <a:pt x="93" y="69"/>
                    </a:lnTo>
                    <a:lnTo>
                      <a:pt x="93" y="303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5" name="Freeform 19"/>
              <p:cNvSpPr/>
              <p:nvPr/>
            </p:nvSpPr>
            <p:spPr bwMode="auto">
              <a:xfrm>
                <a:off x="128587" y="1382713"/>
                <a:ext cx="142875" cy="476250"/>
              </a:xfrm>
              <a:custGeom>
                <a:avLst/>
                <a:gdLst/>
                <a:ahLst/>
                <a:cxnLst/>
                <a:rect l="0" t="0" r="r" b="b"/>
                <a:pathLst>
                  <a:path w="90" h="300">
                    <a:moveTo>
                      <a:pt x="90" y="300"/>
                    </a:moveTo>
                    <a:lnTo>
                      <a:pt x="78" y="300"/>
                    </a:lnTo>
                    <a:lnTo>
                      <a:pt x="78" y="84"/>
                    </a:lnTo>
                    <a:lnTo>
                      <a:pt x="0" y="9"/>
                    </a:lnTo>
                    <a:lnTo>
                      <a:pt x="9" y="0"/>
                    </a:lnTo>
                    <a:lnTo>
                      <a:pt x="90" y="81"/>
                    </a:lnTo>
                    <a:lnTo>
                      <a:pt x="90" y="30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6" name="Freeform 20"/>
              <p:cNvSpPr>
                <a:spLocks noEditPoints="1"/>
              </p:cNvSpPr>
              <p:nvPr/>
            </p:nvSpPr>
            <p:spPr bwMode="auto">
              <a:xfrm>
                <a:off x="204787" y="1849438"/>
                <a:ext cx="114300" cy="107950"/>
              </a:xfrm>
              <a:custGeom>
                <a:avLst/>
                <a:gdLst/>
                <a:ahLst/>
                <a:cxnLst/>
                <a:rect l="0" t="0" r="r" b="b"/>
                <a:pathLst>
                  <a:path w="24" h="23">
                    <a:moveTo>
                      <a:pt x="12" y="23"/>
                    </a:moveTo>
                    <a:cubicBezTo>
                      <a:pt x="6" y="23"/>
                      <a:pt x="0" y="18"/>
                      <a:pt x="0" y="12"/>
                    </a:cubicBezTo>
                    <a:cubicBezTo>
                      <a:pt x="0" y="5"/>
                      <a:pt x="6" y="0"/>
                      <a:pt x="12" y="0"/>
                    </a:cubicBezTo>
                    <a:cubicBezTo>
                      <a:pt x="18" y="0"/>
                      <a:pt x="24" y="5"/>
                      <a:pt x="24" y="12"/>
                    </a:cubicBezTo>
                    <a:cubicBezTo>
                      <a:pt x="24" y="18"/>
                      <a:pt x="18" y="23"/>
                      <a:pt x="12" y="23"/>
                    </a:cubicBezTo>
                    <a:close/>
                    <a:moveTo>
                      <a:pt x="12" y="4"/>
                    </a:moveTo>
                    <a:cubicBezTo>
                      <a:pt x="8" y="4"/>
                      <a:pt x="4" y="8"/>
                      <a:pt x="4" y="12"/>
                    </a:cubicBezTo>
                    <a:cubicBezTo>
                      <a:pt x="4" y="16"/>
                      <a:pt x="8" y="19"/>
                      <a:pt x="12" y="19"/>
                    </a:cubicBezTo>
                    <a:cubicBezTo>
                      <a:pt x="16" y="19"/>
                      <a:pt x="20" y="16"/>
                      <a:pt x="20" y="12"/>
                    </a:cubicBezTo>
                    <a:cubicBezTo>
                      <a:pt x="20" y="8"/>
                      <a:pt x="16" y="4"/>
                      <a:pt x="12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7" name="Rectangle 21"/>
              <p:cNvSpPr>
                <a:spLocks noChangeArrowheads="1"/>
              </p:cNvSpPr>
              <p:nvPr/>
            </p:nvSpPr>
            <p:spPr bwMode="auto">
              <a:xfrm>
                <a:off x="133350" y="4662488"/>
                <a:ext cx="23813" cy="2181225"/>
              </a:xfrm>
              <a:prstGeom prst="rect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sp>
          <p:sp>
            <p:nvSpPr>
              <p:cNvPr id="38" name="Freeform 22"/>
              <p:cNvSpPr/>
              <p:nvPr/>
            </p:nvSpPr>
            <p:spPr bwMode="auto">
              <a:xfrm>
                <a:off x="223837" y="5041900"/>
                <a:ext cx="369888" cy="1801813"/>
              </a:xfrm>
              <a:custGeom>
                <a:avLst/>
                <a:gdLst/>
                <a:ahLst/>
                <a:cxnLst/>
                <a:rect l="0" t="0" r="r" b="b"/>
                <a:pathLst>
                  <a:path w="233" h="1135">
                    <a:moveTo>
                      <a:pt x="15" y="1135"/>
                    </a:moveTo>
                    <a:lnTo>
                      <a:pt x="0" y="1135"/>
                    </a:lnTo>
                    <a:lnTo>
                      <a:pt x="0" y="515"/>
                    </a:lnTo>
                    <a:lnTo>
                      <a:pt x="0" y="512"/>
                    </a:lnTo>
                    <a:lnTo>
                      <a:pt x="218" y="0"/>
                    </a:lnTo>
                    <a:lnTo>
                      <a:pt x="233" y="6"/>
                    </a:lnTo>
                    <a:lnTo>
                      <a:pt x="15" y="518"/>
                    </a:lnTo>
                    <a:lnTo>
                      <a:pt x="15" y="113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9" name="Freeform 23"/>
              <p:cNvSpPr>
                <a:spLocks noEditPoints="1"/>
              </p:cNvSpPr>
              <p:nvPr/>
            </p:nvSpPr>
            <p:spPr bwMode="auto">
              <a:xfrm>
                <a:off x="52387" y="448151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11"/>
                      <a:pt x="28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0" name="Freeform 24"/>
              <p:cNvSpPr/>
              <p:nvPr/>
            </p:nvSpPr>
            <p:spPr bwMode="auto">
              <a:xfrm>
                <a:off x="-14288" y="5627688"/>
                <a:ext cx="85725" cy="1216025"/>
              </a:xfrm>
              <a:custGeom>
                <a:avLst/>
                <a:gdLst/>
                <a:ahLst/>
                <a:cxnLst/>
                <a:rect l="0" t="0" r="r" b="b"/>
                <a:pathLst>
                  <a:path w="54" h="766">
                    <a:moveTo>
                      <a:pt x="54" y="766"/>
                    </a:moveTo>
                    <a:lnTo>
                      <a:pt x="36" y="766"/>
                    </a:lnTo>
                    <a:lnTo>
                      <a:pt x="36" y="149"/>
                    </a:lnTo>
                    <a:lnTo>
                      <a:pt x="0" y="3"/>
                    </a:lnTo>
                    <a:lnTo>
                      <a:pt x="18" y="0"/>
                    </a:lnTo>
                    <a:lnTo>
                      <a:pt x="54" y="146"/>
                    </a:lnTo>
                    <a:lnTo>
                      <a:pt x="54" y="766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1" name="Freeform 25"/>
              <p:cNvSpPr>
                <a:spLocks noEditPoints="1"/>
              </p:cNvSpPr>
              <p:nvPr/>
            </p:nvSpPr>
            <p:spPr bwMode="auto">
              <a:xfrm>
                <a:off x="527050" y="4867275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2" name="Freeform 26"/>
              <p:cNvSpPr/>
              <p:nvPr/>
            </p:nvSpPr>
            <p:spPr bwMode="auto">
              <a:xfrm>
                <a:off x="309562" y="5422900"/>
                <a:ext cx="374650" cy="1425575"/>
              </a:xfrm>
              <a:custGeom>
                <a:avLst/>
                <a:gdLst/>
                <a:ahLst/>
                <a:cxnLst/>
                <a:rect l="0" t="0" r="r" b="b"/>
                <a:pathLst>
                  <a:path w="236" h="898">
                    <a:moveTo>
                      <a:pt x="18" y="898"/>
                    </a:moveTo>
                    <a:lnTo>
                      <a:pt x="0" y="898"/>
                    </a:lnTo>
                    <a:lnTo>
                      <a:pt x="0" y="515"/>
                    </a:lnTo>
                    <a:lnTo>
                      <a:pt x="3" y="512"/>
                    </a:lnTo>
                    <a:lnTo>
                      <a:pt x="221" y="0"/>
                    </a:lnTo>
                    <a:lnTo>
                      <a:pt x="236" y="6"/>
                    </a:lnTo>
                    <a:lnTo>
                      <a:pt x="18" y="518"/>
                    </a:lnTo>
                    <a:lnTo>
                      <a:pt x="18" y="898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3" name="Freeform 27"/>
              <p:cNvSpPr/>
              <p:nvPr/>
            </p:nvSpPr>
            <p:spPr bwMode="auto">
              <a:xfrm>
                <a:off x="569912" y="5945188"/>
                <a:ext cx="152400" cy="912813"/>
              </a:xfrm>
              <a:custGeom>
                <a:avLst/>
                <a:gdLst/>
                <a:ahLst/>
                <a:cxnLst/>
                <a:rect l="0" t="0" r="r" b="b"/>
                <a:pathLst>
                  <a:path w="96" h="575">
                    <a:moveTo>
                      <a:pt x="15" y="575"/>
                    </a:moveTo>
                    <a:lnTo>
                      <a:pt x="0" y="569"/>
                    </a:lnTo>
                    <a:lnTo>
                      <a:pt x="81" y="383"/>
                    </a:lnTo>
                    <a:lnTo>
                      <a:pt x="81" y="0"/>
                    </a:lnTo>
                    <a:lnTo>
                      <a:pt x="96" y="0"/>
                    </a:lnTo>
                    <a:lnTo>
                      <a:pt x="96" y="386"/>
                    </a:lnTo>
                    <a:lnTo>
                      <a:pt x="15" y="57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4" name="Freeform 28"/>
              <p:cNvSpPr>
                <a:spLocks noEditPoints="1"/>
              </p:cNvSpPr>
              <p:nvPr/>
            </p:nvSpPr>
            <p:spPr bwMode="auto">
              <a:xfrm>
                <a:off x="612775" y="5246688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5" name="Freeform 29"/>
              <p:cNvSpPr>
                <a:spLocks noEditPoints="1"/>
              </p:cNvSpPr>
              <p:nvPr/>
            </p:nvSpPr>
            <p:spPr bwMode="auto">
              <a:xfrm>
                <a:off x="612775" y="576421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6" name="Freeform 30"/>
              <p:cNvSpPr/>
              <p:nvPr/>
            </p:nvSpPr>
            <p:spPr bwMode="auto">
              <a:xfrm>
                <a:off x="669925" y="6330950"/>
                <a:ext cx="417513" cy="517525"/>
              </a:xfrm>
              <a:custGeom>
                <a:avLst/>
                <a:gdLst/>
                <a:ahLst/>
                <a:cxnLst/>
                <a:rect l="0" t="0" r="r" b="b"/>
                <a:pathLst>
                  <a:path w="263" h="326">
                    <a:moveTo>
                      <a:pt x="15" y="326"/>
                    </a:moveTo>
                    <a:lnTo>
                      <a:pt x="0" y="320"/>
                    </a:lnTo>
                    <a:lnTo>
                      <a:pt x="45" y="206"/>
                    </a:lnTo>
                    <a:lnTo>
                      <a:pt x="48" y="206"/>
                    </a:lnTo>
                    <a:lnTo>
                      <a:pt x="254" y="0"/>
                    </a:lnTo>
                    <a:lnTo>
                      <a:pt x="263" y="12"/>
                    </a:lnTo>
                    <a:lnTo>
                      <a:pt x="60" y="215"/>
                    </a:lnTo>
                    <a:lnTo>
                      <a:pt x="15" y="326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7" name="Freeform 31"/>
              <p:cNvSpPr>
                <a:spLocks noEditPoints="1"/>
              </p:cNvSpPr>
              <p:nvPr/>
            </p:nvSpPr>
            <p:spPr bwMode="auto">
              <a:xfrm>
                <a:off x="1049337" y="6221413"/>
                <a:ext cx="157163" cy="147638"/>
              </a:xfrm>
              <a:custGeom>
                <a:avLst/>
                <a:gdLst/>
                <a:ahLst/>
                <a:cxnLst/>
                <a:rect l="0" t="0" r="r" b="b"/>
                <a:pathLst>
                  <a:path w="33" h="31">
                    <a:moveTo>
                      <a:pt x="16" y="31"/>
                    </a:moveTo>
                    <a:cubicBezTo>
                      <a:pt x="12" y="31"/>
                      <a:pt x="8" y="29"/>
                      <a:pt x="5" y="26"/>
                    </a:cubicBezTo>
                    <a:cubicBezTo>
                      <a:pt x="2" y="24"/>
                      <a:pt x="0" y="20"/>
                      <a:pt x="0" y="15"/>
                    </a:cubicBezTo>
                    <a:cubicBezTo>
                      <a:pt x="0" y="11"/>
                      <a:pt x="2" y="7"/>
                      <a:pt x="5" y="4"/>
                    </a:cubicBezTo>
                    <a:cubicBezTo>
                      <a:pt x="8" y="1"/>
                      <a:pt x="12" y="0"/>
                      <a:pt x="16" y="0"/>
                    </a:cubicBezTo>
                    <a:cubicBezTo>
                      <a:pt x="20" y="0"/>
                      <a:pt x="24" y="1"/>
                      <a:pt x="27" y="4"/>
                    </a:cubicBezTo>
                    <a:cubicBezTo>
                      <a:pt x="33" y="10"/>
                      <a:pt x="33" y="20"/>
                      <a:pt x="27" y="26"/>
                    </a:cubicBezTo>
                    <a:cubicBezTo>
                      <a:pt x="24" y="29"/>
                      <a:pt x="20" y="31"/>
                      <a:pt x="16" y="31"/>
                    </a:cubicBezTo>
                    <a:close/>
                    <a:moveTo>
                      <a:pt x="16" y="4"/>
                    </a:moveTo>
                    <a:cubicBezTo>
                      <a:pt x="13" y="4"/>
                      <a:pt x="10" y="5"/>
                      <a:pt x="8" y="7"/>
                    </a:cubicBezTo>
                    <a:cubicBezTo>
                      <a:pt x="6" y="9"/>
                      <a:pt x="4" y="12"/>
                      <a:pt x="4" y="15"/>
                    </a:cubicBezTo>
                    <a:cubicBezTo>
                      <a:pt x="4" y="19"/>
                      <a:pt x="6" y="21"/>
                      <a:pt x="8" y="24"/>
                    </a:cubicBezTo>
                    <a:cubicBezTo>
                      <a:pt x="10" y="26"/>
                      <a:pt x="13" y="27"/>
                      <a:pt x="16" y="27"/>
                    </a:cubicBezTo>
                    <a:cubicBezTo>
                      <a:pt x="19" y="27"/>
                      <a:pt x="22" y="26"/>
                      <a:pt x="24" y="24"/>
                    </a:cubicBezTo>
                    <a:cubicBezTo>
                      <a:pt x="29" y="19"/>
                      <a:pt x="29" y="12"/>
                      <a:pt x="24" y="7"/>
                    </a:cubicBezTo>
                    <a:cubicBezTo>
                      <a:pt x="22" y="5"/>
                      <a:pt x="19" y="4"/>
                      <a:pt x="16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</p:grpSp>
        <p:grpSp>
          <p:nvGrpSpPr>
            <p:cNvPr id="10" name="Group 9"/>
            <p:cNvGrpSpPr/>
            <p:nvPr/>
          </p:nvGrpSpPr>
          <p:grpSpPr>
            <a:xfrm>
              <a:off x="11364912" y="0"/>
              <a:ext cx="674688" cy="6848476"/>
              <a:chOff x="11364912" y="0"/>
              <a:chExt cx="674688" cy="6848476"/>
            </a:xfrm>
            <a:grpFill/>
          </p:grpSpPr>
          <p:sp>
            <p:nvSpPr>
              <p:cNvPr id="11" name="Freeform 32"/>
              <p:cNvSpPr/>
              <p:nvPr/>
            </p:nvSpPr>
            <p:spPr bwMode="auto">
              <a:xfrm>
                <a:off x="11483975" y="0"/>
                <a:ext cx="417513" cy="512763"/>
              </a:xfrm>
              <a:custGeom>
                <a:avLst/>
                <a:gdLst/>
                <a:ahLst/>
                <a:cxnLst/>
                <a:rect l="0" t="0" r="r" b="b"/>
                <a:pathLst>
                  <a:path w="263" h="323">
                    <a:moveTo>
                      <a:pt x="12" y="323"/>
                    </a:moveTo>
                    <a:lnTo>
                      <a:pt x="0" y="314"/>
                    </a:lnTo>
                    <a:lnTo>
                      <a:pt x="203" y="108"/>
                    </a:lnTo>
                    <a:lnTo>
                      <a:pt x="248" y="0"/>
                    </a:lnTo>
                    <a:lnTo>
                      <a:pt x="263" y="6"/>
                    </a:lnTo>
                    <a:lnTo>
                      <a:pt x="218" y="117"/>
                    </a:lnTo>
                    <a:lnTo>
                      <a:pt x="218" y="117"/>
                    </a:lnTo>
                    <a:lnTo>
                      <a:pt x="12" y="323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2" name="Freeform 33"/>
              <p:cNvSpPr>
                <a:spLocks noEditPoints="1"/>
              </p:cNvSpPr>
              <p:nvPr/>
            </p:nvSpPr>
            <p:spPr bwMode="auto">
              <a:xfrm>
                <a:off x="11364912" y="474663"/>
                <a:ext cx="157163" cy="152400"/>
              </a:xfrm>
              <a:custGeom>
                <a:avLst/>
                <a:gdLst/>
                <a:ahLst/>
                <a:cxnLst/>
                <a:rect l="0" t="0" r="r" b="b"/>
                <a:pathLst>
                  <a:path w="33" h="32">
                    <a:moveTo>
                      <a:pt x="17" y="32"/>
                    </a:moveTo>
                    <a:cubicBezTo>
                      <a:pt x="13" y="32"/>
                      <a:pt x="9" y="30"/>
                      <a:pt x="6" y="27"/>
                    </a:cubicBezTo>
                    <a:cubicBezTo>
                      <a:pt x="0" y="21"/>
                      <a:pt x="0" y="11"/>
                      <a:pt x="6" y="5"/>
                    </a:cubicBezTo>
                    <a:cubicBezTo>
                      <a:pt x="9" y="2"/>
                      <a:pt x="13" y="0"/>
                      <a:pt x="17" y="0"/>
                    </a:cubicBezTo>
                    <a:cubicBezTo>
                      <a:pt x="21" y="0"/>
                      <a:pt x="25" y="2"/>
                      <a:pt x="28" y="5"/>
                    </a:cubicBezTo>
                    <a:cubicBezTo>
                      <a:pt x="31" y="8"/>
                      <a:pt x="33" y="12"/>
                      <a:pt x="33" y="16"/>
                    </a:cubicBezTo>
                    <a:cubicBezTo>
                      <a:pt x="33" y="20"/>
                      <a:pt x="31" y="24"/>
                      <a:pt x="28" y="27"/>
                    </a:cubicBezTo>
                    <a:cubicBezTo>
                      <a:pt x="25" y="30"/>
                      <a:pt x="21" y="32"/>
                      <a:pt x="17" y="32"/>
                    </a:cubicBezTo>
                    <a:close/>
                    <a:moveTo>
                      <a:pt x="17" y="4"/>
                    </a:moveTo>
                    <a:cubicBezTo>
                      <a:pt x="14" y="4"/>
                      <a:pt x="11" y="6"/>
                      <a:pt x="9" y="8"/>
                    </a:cubicBezTo>
                    <a:cubicBezTo>
                      <a:pt x="4" y="12"/>
                      <a:pt x="4" y="20"/>
                      <a:pt x="9" y="24"/>
                    </a:cubicBezTo>
                    <a:cubicBezTo>
                      <a:pt x="11" y="27"/>
                      <a:pt x="14" y="28"/>
                      <a:pt x="17" y="28"/>
                    </a:cubicBezTo>
                    <a:cubicBezTo>
                      <a:pt x="20" y="28"/>
                      <a:pt x="23" y="27"/>
                      <a:pt x="26" y="24"/>
                    </a:cubicBezTo>
                    <a:cubicBezTo>
                      <a:pt x="30" y="20"/>
                      <a:pt x="30" y="12"/>
                      <a:pt x="26" y="8"/>
                    </a:cubicBezTo>
                    <a:cubicBezTo>
                      <a:pt x="23" y="6"/>
                      <a:pt x="20" y="4"/>
                      <a:pt x="17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3" name="Freeform 34"/>
              <p:cNvSpPr>
                <a:spLocks noEditPoints="1"/>
              </p:cNvSpPr>
              <p:nvPr/>
            </p:nvSpPr>
            <p:spPr bwMode="auto">
              <a:xfrm>
                <a:off x="11631612" y="1539875"/>
                <a:ext cx="188913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4" name="Freeform 35"/>
              <p:cNvSpPr/>
              <p:nvPr/>
            </p:nvSpPr>
            <p:spPr bwMode="auto">
              <a:xfrm>
                <a:off x="11531600" y="5694363"/>
                <a:ext cx="298450" cy="1154113"/>
              </a:xfrm>
              <a:custGeom>
                <a:avLst/>
                <a:gdLst/>
                <a:ahLst/>
                <a:cxnLst/>
                <a:rect l="0" t="0" r="r" b="b"/>
                <a:pathLst>
                  <a:path w="188" h="727">
                    <a:moveTo>
                      <a:pt x="15" y="727"/>
                    </a:moveTo>
                    <a:lnTo>
                      <a:pt x="0" y="727"/>
                    </a:lnTo>
                    <a:lnTo>
                      <a:pt x="0" y="407"/>
                    </a:lnTo>
                    <a:lnTo>
                      <a:pt x="0" y="407"/>
                    </a:lnTo>
                    <a:lnTo>
                      <a:pt x="176" y="0"/>
                    </a:lnTo>
                    <a:lnTo>
                      <a:pt x="188" y="6"/>
                    </a:lnTo>
                    <a:lnTo>
                      <a:pt x="15" y="410"/>
                    </a:lnTo>
                    <a:lnTo>
                      <a:pt x="15" y="727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5" name="Freeform 36"/>
              <p:cNvSpPr>
                <a:spLocks noEditPoints="1"/>
              </p:cNvSpPr>
              <p:nvPr/>
            </p:nvSpPr>
            <p:spPr bwMode="auto">
              <a:xfrm>
                <a:off x="11772900" y="5551488"/>
                <a:ext cx="157163" cy="155575"/>
              </a:xfrm>
              <a:custGeom>
                <a:avLst/>
                <a:gdLst/>
                <a:ahLst/>
                <a:cxnLst/>
                <a:rect l="0" t="0" r="r" b="b"/>
                <a:pathLst>
                  <a:path w="33" h="33">
                    <a:moveTo>
                      <a:pt x="17" y="33"/>
                    </a:moveTo>
                    <a:cubicBezTo>
                      <a:pt x="8" y="33"/>
                      <a:pt x="0" y="25"/>
                      <a:pt x="0" y="16"/>
                    </a:cubicBezTo>
                    <a:cubicBezTo>
                      <a:pt x="0" y="7"/>
                      <a:pt x="8" y="0"/>
                      <a:pt x="17" y="0"/>
                    </a:cubicBezTo>
                    <a:cubicBezTo>
                      <a:pt x="26" y="0"/>
                      <a:pt x="33" y="7"/>
                      <a:pt x="33" y="16"/>
                    </a:cubicBezTo>
                    <a:cubicBezTo>
                      <a:pt x="33" y="25"/>
                      <a:pt x="26" y="33"/>
                      <a:pt x="17" y="33"/>
                    </a:cubicBezTo>
                    <a:close/>
                    <a:moveTo>
                      <a:pt x="17" y="4"/>
                    </a:moveTo>
                    <a:cubicBezTo>
                      <a:pt x="10" y="4"/>
                      <a:pt x="4" y="9"/>
                      <a:pt x="4" y="16"/>
                    </a:cubicBezTo>
                    <a:cubicBezTo>
                      <a:pt x="4" y="23"/>
                      <a:pt x="10" y="29"/>
                      <a:pt x="17" y="29"/>
                    </a:cubicBezTo>
                    <a:cubicBezTo>
                      <a:pt x="23" y="29"/>
                      <a:pt x="29" y="23"/>
                      <a:pt x="29" y="16"/>
                    </a:cubicBezTo>
                    <a:cubicBezTo>
                      <a:pt x="29" y="9"/>
                      <a:pt x="23" y="4"/>
                      <a:pt x="17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6" name="Freeform 37"/>
              <p:cNvSpPr/>
              <p:nvPr/>
            </p:nvSpPr>
            <p:spPr bwMode="auto">
              <a:xfrm>
                <a:off x="11710987" y="4763"/>
                <a:ext cx="304800" cy="1544638"/>
              </a:xfrm>
              <a:custGeom>
                <a:avLst/>
                <a:gdLst/>
                <a:ahLst/>
                <a:cxnLst/>
                <a:rect l="0" t="0" r="r" b="b"/>
                <a:pathLst>
                  <a:path w="192" h="973">
                    <a:moveTo>
                      <a:pt x="15" y="973"/>
                    </a:moveTo>
                    <a:lnTo>
                      <a:pt x="0" y="973"/>
                    </a:lnTo>
                    <a:lnTo>
                      <a:pt x="0" y="790"/>
                    </a:lnTo>
                    <a:lnTo>
                      <a:pt x="174" y="614"/>
                    </a:lnTo>
                    <a:lnTo>
                      <a:pt x="174" y="0"/>
                    </a:lnTo>
                    <a:lnTo>
                      <a:pt x="192" y="0"/>
                    </a:lnTo>
                    <a:lnTo>
                      <a:pt x="192" y="620"/>
                    </a:lnTo>
                    <a:lnTo>
                      <a:pt x="15" y="796"/>
                    </a:lnTo>
                    <a:lnTo>
                      <a:pt x="15" y="973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7" name="Freeform 38"/>
              <p:cNvSpPr>
                <a:spLocks noEditPoints="1"/>
              </p:cNvSpPr>
              <p:nvPr/>
            </p:nvSpPr>
            <p:spPr bwMode="auto">
              <a:xfrm>
                <a:off x="11636375" y="4867275"/>
                <a:ext cx="188913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8" name="Freeform 39"/>
              <p:cNvSpPr/>
              <p:nvPr/>
            </p:nvSpPr>
            <p:spPr bwMode="auto">
              <a:xfrm>
                <a:off x="11441112" y="5046663"/>
                <a:ext cx="307975" cy="1801813"/>
              </a:xfrm>
              <a:custGeom>
                <a:avLst/>
                <a:gdLst/>
                <a:ahLst/>
                <a:cxnLst/>
                <a:rect l="0" t="0" r="r" b="b"/>
                <a:pathLst>
                  <a:path w="194" h="1135">
                    <a:moveTo>
                      <a:pt x="18" y="1135"/>
                    </a:moveTo>
                    <a:lnTo>
                      <a:pt x="0" y="1135"/>
                    </a:lnTo>
                    <a:lnTo>
                      <a:pt x="0" y="354"/>
                    </a:lnTo>
                    <a:lnTo>
                      <a:pt x="176" y="177"/>
                    </a:lnTo>
                    <a:lnTo>
                      <a:pt x="176" y="0"/>
                    </a:lnTo>
                    <a:lnTo>
                      <a:pt x="194" y="0"/>
                    </a:lnTo>
                    <a:lnTo>
                      <a:pt x="194" y="183"/>
                    </a:lnTo>
                    <a:lnTo>
                      <a:pt x="18" y="360"/>
                    </a:lnTo>
                    <a:lnTo>
                      <a:pt x="18" y="113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9" name="Freeform 40"/>
              <p:cNvSpPr>
                <a:spLocks noEditPoints="1"/>
              </p:cNvSpPr>
              <p:nvPr/>
            </p:nvSpPr>
            <p:spPr bwMode="auto">
              <a:xfrm>
                <a:off x="11849100" y="6416675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0" name="Rectangle 41"/>
              <p:cNvSpPr>
                <a:spLocks noChangeArrowheads="1"/>
              </p:cNvSpPr>
              <p:nvPr/>
            </p:nvSpPr>
            <p:spPr bwMode="auto">
              <a:xfrm>
                <a:off x="11939587" y="6596063"/>
                <a:ext cx="23813" cy="252413"/>
              </a:xfrm>
              <a:prstGeom prst="rect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sp>
        </p:grp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141413" y="618518"/>
            <a:ext cx="9905998" cy="147857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412" y="2249487"/>
            <a:ext cx="9905999" cy="354171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456921" y="5883276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3B5BB3E-9DFC-D442-B61A-44C581F9F893}" type="datetime1">
              <a:rPr lang="en-US" smtClean="0"/>
              <a:t>9/23/25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141411" y="5883275"/>
            <a:ext cx="623930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50" cap="all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276321" y="5883274"/>
            <a:ext cx="77108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14260183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4007" r:id="rId1"/>
    <p:sldLayoutId id="2147484008" r:id="rId2"/>
    <p:sldLayoutId id="2147484009" r:id="rId3"/>
    <p:sldLayoutId id="2147484010" r:id="rId4"/>
    <p:sldLayoutId id="2147484011" r:id="rId5"/>
    <p:sldLayoutId id="2147484012" r:id="rId6"/>
    <p:sldLayoutId id="2147484013" r:id="rId7"/>
    <p:sldLayoutId id="2147484014" r:id="rId8"/>
    <p:sldLayoutId id="2147484015" r:id="rId9"/>
    <p:sldLayoutId id="2147484016" r:id="rId10"/>
    <p:sldLayoutId id="2147484017" r:id="rId11"/>
    <p:sldLayoutId id="2147484018" r:id="rId12"/>
    <p:sldLayoutId id="2147484019" r:id="rId13"/>
    <p:sldLayoutId id="2147484020" r:id="rId14"/>
    <p:sldLayoutId id="2147484021" r:id="rId15"/>
    <p:sldLayoutId id="2147484022" r:id="rId16"/>
    <p:sldLayoutId id="2147484023" r:id="rId17"/>
  </p:sldLayoutIdLst>
  <p:hf sldNum="0"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600" kern="1200" cap="all" baseline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20000"/>
        </a:lnSpc>
        <a:spcBef>
          <a:spcPts val="1000"/>
        </a:spcBef>
        <a:buSzPct val="125000"/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/>
    </p:ext>
  </p:extLst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3.png"/><Relationship Id="rId3" Type="http://schemas.openxmlformats.org/officeDocument/2006/relationships/tags" Target="../tags/tag3.xml"/><Relationship Id="rId7" Type="http://schemas.openxmlformats.org/officeDocument/2006/relationships/tags" Target="../tags/tag3.xml"/><Relationship Id="rId2" Type="http://schemas.openxmlformats.org/officeDocument/2006/relationships/tags" Target="../tags/tag2.xml"/><Relationship Id="rId1" Type="http://schemas.openxmlformats.org/officeDocument/2006/relationships/tags" Target="../tags/tag1.xml"/><Relationship Id="rId6" Type="http://schemas.openxmlformats.org/officeDocument/2006/relationships/slideLayout" Target="../slideLayouts/slideLayout2.xml"/><Relationship Id="rId5" Type="http://schemas.openxmlformats.org/officeDocument/2006/relationships/tags" Target="../tags/tag5.xml"/><Relationship Id="rId10" Type="http://schemas.openxmlformats.org/officeDocument/2006/relationships/image" Target="../media/image4.png"/><Relationship Id="rId4" Type="http://schemas.openxmlformats.org/officeDocument/2006/relationships/tags" Target="../tags/tag4.xml"/><Relationship Id="rId9" Type="http://schemas.openxmlformats.org/officeDocument/2006/relationships/tags" Target="../tags/tag5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tags" Target="../tags/tag8.xml"/><Relationship Id="rId7" Type="http://schemas.openxmlformats.org/officeDocument/2006/relationships/slideLayout" Target="../slideLayouts/slideLayout2.xml"/><Relationship Id="rId2" Type="http://schemas.openxmlformats.org/officeDocument/2006/relationships/tags" Target="../tags/tag7.xml"/><Relationship Id="rId1" Type="http://schemas.openxmlformats.org/officeDocument/2006/relationships/tags" Target="../tags/tag6.xml"/><Relationship Id="rId6" Type="http://schemas.openxmlformats.org/officeDocument/2006/relationships/tags" Target="../tags/tag11.xml"/><Relationship Id="rId5" Type="http://schemas.openxmlformats.org/officeDocument/2006/relationships/tags" Target="../tags/tag10.xml"/><Relationship Id="rId4" Type="http://schemas.openxmlformats.org/officeDocument/2006/relationships/tags" Target="../tags/tag9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tags" Target="../tags/tag14.xml"/><Relationship Id="rId2" Type="http://schemas.openxmlformats.org/officeDocument/2006/relationships/tags" Target="../tags/tag13.xml"/><Relationship Id="rId1" Type="http://schemas.openxmlformats.org/officeDocument/2006/relationships/tags" Target="../tags/tag12.xml"/><Relationship Id="rId6" Type="http://schemas.openxmlformats.org/officeDocument/2006/relationships/image" Target="../media/image5.png"/><Relationship Id="rId5" Type="http://schemas.openxmlformats.org/officeDocument/2006/relationships/tags" Target="../tags/tag14.xml"/><Relationship Id="rId4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3" Type="http://schemas.openxmlformats.org/officeDocument/2006/relationships/tags" Target="../tags/tag17.xml"/><Relationship Id="rId7" Type="http://schemas.openxmlformats.org/officeDocument/2006/relationships/tags" Target="../tags/tag16.xml"/><Relationship Id="rId12" Type="http://schemas.openxmlformats.org/officeDocument/2006/relationships/image" Target="../media/image8.png"/><Relationship Id="rId2" Type="http://schemas.openxmlformats.org/officeDocument/2006/relationships/tags" Target="../tags/tag16.xml"/><Relationship Id="rId1" Type="http://schemas.openxmlformats.org/officeDocument/2006/relationships/tags" Target="../tags/tag15.xml"/><Relationship Id="rId6" Type="http://schemas.openxmlformats.org/officeDocument/2006/relationships/slideLayout" Target="../slideLayouts/slideLayout2.xml"/><Relationship Id="rId11" Type="http://schemas.openxmlformats.org/officeDocument/2006/relationships/tags" Target="../tags/tag19.xml"/><Relationship Id="rId5" Type="http://schemas.openxmlformats.org/officeDocument/2006/relationships/tags" Target="../tags/tag19.xml"/><Relationship Id="rId10" Type="http://schemas.openxmlformats.org/officeDocument/2006/relationships/image" Target="../media/image7.png"/><Relationship Id="rId4" Type="http://schemas.openxmlformats.org/officeDocument/2006/relationships/tags" Target="../tags/tag18.xml"/><Relationship Id="rId9" Type="http://schemas.openxmlformats.org/officeDocument/2006/relationships/tags" Target="../tags/tag17.xml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9.png"/><Relationship Id="rId3" Type="http://schemas.openxmlformats.org/officeDocument/2006/relationships/tags" Target="../tags/tag22.xml"/><Relationship Id="rId7" Type="http://schemas.openxmlformats.org/officeDocument/2006/relationships/tags" Target="../tags/tag21.xml"/><Relationship Id="rId2" Type="http://schemas.openxmlformats.org/officeDocument/2006/relationships/tags" Target="../tags/tag21.xml"/><Relationship Id="rId1" Type="http://schemas.openxmlformats.org/officeDocument/2006/relationships/tags" Target="../tags/tag20.xml"/><Relationship Id="rId6" Type="http://schemas.openxmlformats.org/officeDocument/2006/relationships/slideLayout" Target="../slideLayouts/slideLayout2.xml"/><Relationship Id="rId5" Type="http://schemas.openxmlformats.org/officeDocument/2006/relationships/tags" Target="../tags/tag24.xml"/><Relationship Id="rId10" Type="http://schemas.openxmlformats.org/officeDocument/2006/relationships/image" Target="../media/image10.png"/><Relationship Id="rId4" Type="http://schemas.openxmlformats.org/officeDocument/2006/relationships/tags" Target="../tags/tag23.xml"/><Relationship Id="rId9" Type="http://schemas.openxmlformats.org/officeDocument/2006/relationships/tags" Target="../tags/tag23.xml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.png"/><Relationship Id="rId3" Type="http://schemas.openxmlformats.org/officeDocument/2006/relationships/tags" Target="../tags/tag27.xml"/><Relationship Id="rId7" Type="http://schemas.openxmlformats.org/officeDocument/2006/relationships/tags" Target="../tags/tag26.xml"/><Relationship Id="rId12" Type="http://schemas.openxmlformats.org/officeDocument/2006/relationships/image" Target="../media/image13.png"/><Relationship Id="rId2" Type="http://schemas.openxmlformats.org/officeDocument/2006/relationships/tags" Target="../tags/tag26.xml"/><Relationship Id="rId1" Type="http://schemas.openxmlformats.org/officeDocument/2006/relationships/tags" Target="../tags/tag25.xml"/><Relationship Id="rId6" Type="http://schemas.openxmlformats.org/officeDocument/2006/relationships/slideLayout" Target="../slideLayouts/slideLayout2.xml"/><Relationship Id="rId11" Type="http://schemas.openxmlformats.org/officeDocument/2006/relationships/tags" Target="../tags/tag29.xml"/><Relationship Id="rId5" Type="http://schemas.openxmlformats.org/officeDocument/2006/relationships/tags" Target="../tags/tag29.xml"/><Relationship Id="rId10" Type="http://schemas.openxmlformats.org/officeDocument/2006/relationships/image" Target="../media/image12.png"/><Relationship Id="rId4" Type="http://schemas.openxmlformats.org/officeDocument/2006/relationships/tags" Target="../tags/tag28.xml"/><Relationship Id="rId9" Type="http://schemas.openxmlformats.org/officeDocument/2006/relationships/tags" Target="../tags/tag27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tags" Target="../tags/tag32.xml"/><Relationship Id="rId2" Type="http://schemas.openxmlformats.org/officeDocument/2006/relationships/tags" Target="../tags/tag31.xml"/><Relationship Id="rId1" Type="http://schemas.openxmlformats.org/officeDocument/2006/relationships/tags" Target="../tags/tag30.xml"/><Relationship Id="rId6" Type="http://schemas.openxmlformats.org/officeDocument/2006/relationships/image" Target="../media/image14.png"/><Relationship Id="rId5" Type="http://schemas.openxmlformats.org/officeDocument/2006/relationships/tags" Target="../tags/tag32.xml"/><Relationship Id="rId4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15.png"/><Relationship Id="rId3" Type="http://schemas.openxmlformats.org/officeDocument/2006/relationships/tags" Target="../tags/tag35.xml"/><Relationship Id="rId7" Type="http://schemas.openxmlformats.org/officeDocument/2006/relationships/tags" Target="../tags/tag34.xml"/><Relationship Id="rId12" Type="http://schemas.openxmlformats.org/officeDocument/2006/relationships/image" Target="../media/image17.png"/><Relationship Id="rId2" Type="http://schemas.openxmlformats.org/officeDocument/2006/relationships/tags" Target="../tags/tag34.xml"/><Relationship Id="rId1" Type="http://schemas.openxmlformats.org/officeDocument/2006/relationships/tags" Target="../tags/tag33.xml"/><Relationship Id="rId6" Type="http://schemas.openxmlformats.org/officeDocument/2006/relationships/slideLayout" Target="../slideLayouts/slideLayout2.xml"/><Relationship Id="rId11" Type="http://schemas.openxmlformats.org/officeDocument/2006/relationships/tags" Target="../tags/tag36.xml"/><Relationship Id="rId5" Type="http://schemas.openxmlformats.org/officeDocument/2006/relationships/tags" Target="../tags/tag37.xml"/><Relationship Id="rId10" Type="http://schemas.openxmlformats.org/officeDocument/2006/relationships/image" Target="../media/image16.png"/><Relationship Id="rId4" Type="http://schemas.openxmlformats.org/officeDocument/2006/relationships/tags" Target="../tags/tag36.xml"/><Relationship Id="rId9" Type="http://schemas.openxmlformats.org/officeDocument/2006/relationships/tags" Target="../tags/tag35.xml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tags" Target="../tags/tag41.xml"/><Relationship Id="rId3" Type="http://schemas.openxmlformats.org/officeDocument/2006/relationships/tags" Target="../tags/tag40.xml"/><Relationship Id="rId7" Type="http://schemas.openxmlformats.org/officeDocument/2006/relationships/image" Target="../media/image18.png"/><Relationship Id="rId2" Type="http://schemas.openxmlformats.org/officeDocument/2006/relationships/tags" Target="../tags/tag39.xml"/><Relationship Id="rId1" Type="http://schemas.openxmlformats.org/officeDocument/2006/relationships/tags" Target="../tags/tag38.xml"/><Relationship Id="rId6" Type="http://schemas.openxmlformats.org/officeDocument/2006/relationships/tags" Target="../tags/tag40.xml"/><Relationship Id="rId5" Type="http://schemas.openxmlformats.org/officeDocument/2006/relationships/slideLayout" Target="../slideLayouts/slideLayout2.xml"/><Relationship Id="rId4" Type="http://schemas.openxmlformats.org/officeDocument/2006/relationships/tags" Target="../tags/tag41.xml"/><Relationship Id="rId9" Type="http://schemas.openxmlformats.org/officeDocument/2006/relationships/image" Target="../media/image19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tags" Target="../tags/tag44.xml"/><Relationship Id="rId7" Type="http://schemas.openxmlformats.org/officeDocument/2006/relationships/image" Target="../media/image21.png"/><Relationship Id="rId2" Type="http://schemas.openxmlformats.org/officeDocument/2006/relationships/tags" Target="../tags/tag43.xml"/><Relationship Id="rId1" Type="http://schemas.openxmlformats.org/officeDocument/2006/relationships/tags" Target="../tags/tag42.xml"/><Relationship Id="rId6" Type="http://schemas.openxmlformats.org/officeDocument/2006/relationships/image" Target="../media/image20.png"/><Relationship Id="rId5" Type="http://schemas.openxmlformats.org/officeDocument/2006/relationships/slideLayout" Target="../slideLayouts/slideLayout2.xml"/><Relationship Id="rId4" Type="http://schemas.openxmlformats.org/officeDocument/2006/relationships/tags" Target="../tags/tag45.xml"/></Relationships>
</file>

<file path=ppt/slides/_rels/slide14.xml.rels><?xml version="1.0" encoding="UTF-8" standalone="yes"?>
<Relationships xmlns="http://schemas.openxmlformats.org/package/2006/relationships"><Relationship Id="rId8" Type="http://schemas.openxmlformats.org/officeDocument/2006/relationships/image" Target="../media/image25.png"/><Relationship Id="rId3" Type="http://schemas.openxmlformats.org/officeDocument/2006/relationships/slideLayout" Target="../slideLayouts/slideLayout2.xml"/><Relationship Id="rId7" Type="http://schemas.openxmlformats.org/officeDocument/2006/relationships/image" Target="../media/image24.png"/><Relationship Id="rId2" Type="http://schemas.openxmlformats.org/officeDocument/2006/relationships/tags" Target="../tags/tag47.xml"/><Relationship Id="rId1" Type="http://schemas.openxmlformats.org/officeDocument/2006/relationships/tags" Target="../tags/tag46.xml"/><Relationship Id="rId6" Type="http://schemas.openxmlformats.org/officeDocument/2006/relationships/image" Target="../media/image23.png"/><Relationship Id="rId4" Type="http://schemas.openxmlformats.org/officeDocument/2006/relationships/image" Target="../media/image22.png"/><Relationship Id="rId9" Type="http://schemas.openxmlformats.org/officeDocument/2006/relationships/image" Target="../media/image26.png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6.xml.rels><?xml version="1.0" encoding="UTF-8" standalone="yes"?>
<Relationships xmlns="http://schemas.openxmlformats.org/package/2006/relationships"><Relationship Id="rId8" Type="http://schemas.openxmlformats.org/officeDocument/2006/relationships/tags" Target="../tags/tag55.xml"/><Relationship Id="rId13" Type="http://schemas.openxmlformats.org/officeDocument/2006/relationships/tags" Target="../tags/tag54.xml"/><Relationship Id="rId3" Type="http://schemas.openxmlformats.org/officeDocument/2006/relationships/tags" Target="../tags/tag50.xml"/><Relationship Id="rId7" Type="http://schemas.openxmlformats.org/officeDocument/2006/relationships/tags" Target="../tags/tag54.xml"/><Relationship Id="rId12" Type="http://schemas.openxmlformats.org/officeDocument/2006/relationships/image" Target="../media/image27.png"/><Relationship Id="rId2" Type="http://schemas.openxmlformats.org/officeDocument/2006/relationships/tags" Target="../tags/tag49.xml"/><Relationship Id="rId16" Type="http://schemas.openxmlformats.org/officeDocument/2006/relationships/image" Target="../media/image29.png"/><Relationship Id="rId1" Type="http://schemas.openxmlformats.org/officeDocument/2006/relationships/tags" Target="../tags/tag48.xml"/><Relationship Id="rId6" Type="http://schemas.openxmlformats.org/officeDocument/2006/relationships/tags" Target="../tags/tag53.xml"/><Relationship Id="rId11" Type="http://schemas.openxmlformats.org/officeDocument/2006/relationships/tags" Target="../tags/tag52.xml"/><Relationship Id="rId5" Type="http://schemas.openxmlformats.org/officeDocument/2006/relationships/tags" Target="../tags/tag52.xml"/><Relationship Id="rId15" Type="http://schemas.openxmlformats.org/officeDocument/2006/relationships/tags" Target="../tags/tag56.xml"/><Relationship Id="rId10" Type="http://schemas.openxmlformats.org/officeDocument/2006/relationships/slideLayout" Target="../slideLayouts/slideLayout2.xml"/><Relationship Id="rId4" Type="http://schemas.openxmlformats.org/officeDocument/2006/relationships/tags" Target="../tags/tag51.xml"/><Relationship Id="rId9" Type="http://schemas.openxmlformats.org/officeDocument/2006/relationships/tags" Target="../tags/tag56.xml"/><Relationship Id="rId14" Type="http://schemas.openxmlformats.org/officeDocument/2006/relationships/image" Target="../media/image28.png"/></Relationships>
</file>

<file path=ppt/slides/_rels/slide17.xml.rels><?xml version="1.0" encoding="UTF-8" standalone="yes"?>
<Relationships xmlns="http://schemas.openxmlformats.org/package/2006/relationships"><Relationship Id="rId8" Type="http://schemas.openxmlformats.org/officeDocument/2006/relationships/image" Target="../media/image30.png"/><Relationship Id="rId3" Type="http://schemas.openxmlformats.org/officeDocument/2006/relationships/tags" Target="../tags/tag59.xml"/><Relationship Id="rId7" Type="http://schemas.openxmlformats.org/officeDocument/2006/relationships/tags" Target="../tags/tag58.xml"/><Relationship Id="rId12" Type="http://schemas.openxmlformats.org/officeDocument/2006/relationships/image" Target="../media/image32.png"/><Relationship Id="rId2" Type="http://schemas.openxmlformats.org/officeDocument/2006/relationships/tags" Target="../tags/tag58.xml"/><Relationship Id="rId1" Type="http://schemas.openxmlformats.org/officeDocument/2006/relationships/tags" Target="../tags/tag57.xml"/><Relationship Id="rId6" Type="http://schemas.openxmlformats.org/officeDocument/2006/relationships/slideLayout" Target="../slideLayouts/slideLayout2.xml"/><Relationship Id="rId11" Type="http://schemas.openxmlformats.org/officeDocument/2006/relationships/tags" Target="../tags/tag61.xml"/><Relationship Id="rId5" Type="http://schemas.openxmlformats.org/officeDocument/2006/relationships/tags" Target="../tags/tag61.xml"/><Relationship Id="rId10" Type="http://schemas.openxmlformats.org/officeDocument/2006/relationships/image" Target="../media/image31.png"/><Relationship Id="rId4" Type="http://schemas.openxmlformats.org/officeDocument/2006/relationships/tags" Target="../tags/tag60.xml"/><Relationship Id="rId9" Type="http://schemas.openxmlformats.org/officeDocument/2006/relationships/tags" Target="../tags/tag59.xml"/></Relationships>
</file>

<file path=ppt/slides/_rels/slide18.xml.rels><?xml version="1.0" encoding="UTF-8" standalone="yes"?>
<Relationships xmlns="http://schemas.openxmlformats.org/package/2006/relationships"><Relationship Id="rId8" Type="http://schemas.openxmlformats.org/officeDocument/2006/relationships/image" Target="../media/image33.png"/><Relationship Id="rId3" Type="http://schemas.openxmlformats.org/officeDocument/2006/relationships/tags" Target="../tags/tag64.xml"/><Relationship Id="rId7" Type="http://schemas.openxmlformats.org/officeDocument/2006/relationships/tags" Target="../tags/tag63.xml"/><Relationship Id="rId12" Type="http://schemas.openxmlformats.org/officeDocument/2006/relationships/image" Target="../media/image35.png"/><Relationship Id="rId2" Type="http://schemas.openxmlformats.org/officeDocument/2006/relationships/tags" Target="../tags/tag63.xml"/><Relationship Id="rId1" Type="http://schemas.openxmlformats.org/officeDocument/2006/relationships/tags" Target="../tags/tag62.xml"/><Relationship Id="rId6" Type="http://schemas.openxmlformats.org/officeDocument/2006/relationships/slideLayout" Target="../slideLayouts/slideLayout2.xml"/><Relationship Id="rId11" Type="http://schemas.openxmlformats.org/officeDocument/2006/relationships/tags" Target="../tags/tag66.xml"/><Relationship Id="rId5" Type="http://schemas.openxmlformats.org/officeDocument/2006/relationships/tags" Target="../tags/tag66.xml"/><Relationship Id="rId10" Type="http://schemas.openxmlformats.org/officeDocument/2006/relationships/image" Target="../media/image34.png"/><Relationship Id="rId4" Type="http://schemas.openxmlformats.org/officeDocument/2006/relationships/tags" Target="../tags/tag65.xml"/><Relationship Id="rId9" Type="http://schemas.openxmlformats.org/officeDocument/2006/relationships/tags" Target="../tags/tag64.xml"/></Relationships>
</file>

<file path=ppt/slides/_rels/slide19.xml.rels><?xml version="1.0" encoding="UTF-8" standalone="yes"?>
<Relationships xmlns="http://schemas.openxmlformats.org/package/2006/relationships"><Relationship Id="rId8" Type="http://schemas.openxmlformats.org/officeDocument/2006/relationships/image" Target="../media/image36.png"/><Relationship Id="rId3" Type="http://schemas.openxmlformats.org/officeDocument/2006/relationships/tags" Target="../tags/tag69.xml"/><Relationship Id="rId7" Type="http://schemas.openxmlformats.org/officeDocument/2006/relationships/tags" Target="../tags/tag68.xml"/><Relationship Id="rId12" Type="http://schemas.openxmlformats.org/officeDocument/2006/relationships/image" Target="../media/image38.png"/><Relationship Id="rId2" Type="http://schemas.openxmlformats.org/officeDocument/2006/relationships/tags" Target="../tags/tag68.xml"/><Relationship Id="rId1" Type="http://schemas.openxmlformats.org/officeDocument/2006/relationships/tags" Target="../tags/tag67.xml"/><Relationship Id="rId6" Type="http://schemas.openxmlformats.org/officeDocument/2006/relationships/slideLayout" Target="../slideLayouts/slideLayout2.xml"/><Relationship Id="rId11" Type="http://schemas.openxmlformats.org/officeDocument/2006/relationships/tags" Target="../tags/tag71.xml"/><Relationship Id="rId5" Type="http://schemas.openxmlformats.org/officeDocument/2006/relationships/tags" Target="../tags/tag71.xml"/><Relationship Id="rId10" Type="http://schemas.openxmlformats.org/officeDocument/2006/relationships/image" Target="../media/image37.png"/><Relationship Id="rId4" Type="http://schemas.openxmlformats.org/officeDocument/2006/relationships/tags" Target="../tags/tag70.xml"/><Relationship Id="rId9" Type="http://schemas.openxmlformats.org/officeDocument/2006/relationships/tags" Target="../tags/tag69.xml"/></Relationships>
</file>

<file path=ppt/slides/_rels/slide20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2.xml"/><Relationship Id="rId13" Type="http://schemas.openxmlformats.org/officeDocument/2006/relationships/tags" Target="../tags/tag76.xml"/><Relationship Id="rId3" Type="http://schemas.openxmlformats.org/officeDocument/2006/relationships/tags" Target="../tags/tag74.xml"/><Relationship Id="rId7" Type="http://schemas.openxmlformats.org/officeDocument/2006/relationships/tags" Target="../tags/tag78.xml"/><Relationship Id="rId12" Type="http://schemas.openxmlformats.org/officeDocument/2006/relationships/image" Target="../media/image40.png"/><Relationship Id="rId2" Type="http://schemas.openxmlformats.org/officeDocument/2006/relationships/tags" Target="../tags/tag73.xml"/><Relationship Id="rId1" Type="http://schemas.openxmlformats.org/officeDocument/2006/relationships/tags" Target="../tags/tag72.xml"/><Relationship Id="rId6" Type="http://schemas.openxmlformats.org/officeDocument/2006/relationships/tags" Target="../tags/tag77.xml"/><Relationship Id="rId11" Type="http://schemas.openxmlformats.org/officeDocument/2006/relationships/tags" Target="../tags/tag74.xml"/><Relationship Id="rId5" Type="http://schemas.openxmlformats.org/officeDocument/2006/relationships/tags" Target="../tags/tag76.xml"/><Relationship Id="rId10" Type="http://schemas.openxmlformats.org/officeDocument/2006/relationships/image" Target="../media/image39.png"/><Relationship Id="rId4" Type="http://schemas.openxmlformats.org/officeDocument/2006/relationships/tags" Target="../tags/tag75.xml"/><Relationship Id="rId9" Type="http://schemas.openxmlformats.org/officeDocument/2006/relationships/tags" Target="../tags/tag73.xml"/><Relationship Id="rId14" Type="http://schemas.openxmlformats.org/officeDocument/2006/relationships/image" Target="../media/image41.png"/></Relationships>
</file>

<file path=ppt/slides/_rels/slide2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2.xml"/><Relationship Id="rId13" Type="http://schemas.openxmlformats.org/officeDocument/2006/relationships/image" Target="../media/image43.png"/><Relationship Id="rId3" Type="http://schemas.openxmlformats.org/officeDocument/2006/relationships/tags" Target="../tags/tag81.xml"/><Relationship Id="rId7" Type="http://schemas.openxmlformats.org/officeDocument/2006/relationships/tags" Target="../tags/tag85.xml"/><Relationship Id="rId12" Type="http://schemas.openxmlformats.org/officeDocument/2006/relationships/image" Target="../media/image42.png"/><Relationship Id="rId2" Type="http://schemas.openxmlformats.org/officeDocument/2006/relationships/tags" Target="../tags/tag80.xml"/><Relationship Id="rId1" Type="http://schemas.openxmlformats.org/officeDocument/2006/relationships/tags" Target="../tags/tag79.xml"/><Relationship Id="rId6" Type="http://schemas.openxmlformats.org/officeDocument/2006/relationships/tags" Target="../tags/tag84.xml"/><Relationship Id="rId11" Type="http://schemas.openxmlformats.org/officeDocument/2006/relationships/tags" Target="../tags/tag81.xml"/><Relationship Id="rId5" Type="http://schemas.openxmlformats.org/officeDocument/2006/relationships/tags" Target="../tags/tag83.xml"/><Relationship Id="rId15" Type="http://schemas.openxmlformats.org/officeDocument/2006/relationships/image" Target="../media/image44.png"/><Relationship Id="rId10" Type="http://schemas.openxmlformats.org/officeDocument/2006/relationships/image" Target="../media/image39.png"/><Relationship Id="rId4" Type="http://schemas.openxmlformats.org/officeDocument/2006/relationships/tags" Target="../tags/tag82.xml"/><Relationship Id="rId9" Type="http://schemas.openxmlformats.org/officeDocument/2006/relationships/tags" Target="../tags/tag80.xml"/></Relationships>
</file>

<file path=ppt/slides/_rels/slide22.xml.rels><?xml version="1.0" encoding="UTF-8" standalone="yes"?>
<Relationships xmlns="http://schemas.openxmlformats.org/package/2006/relationships"><Relationship Id="rId8" Type="http://schemas.openxmlformats.org/officeDocument/2006/relationships/image" Target="../media/image45.png"/><Relationship Id="rId3" Type="http://schemas.openxmlformats.org/officeDocument/2006/relationships/tags" Target="../tags/tag88.xml"/><Relationship Id="rId7" Type="http://schemas.openxmlformats.org/officeDocument/2006/relationships/tags" Target="../tags/tag87.xml"/><Relationship Id="rId2" Type="http://schemas.openxmlformats.org/officeDocument/2006/relationships/tags" Target="../tags/tag87.xml"/><Relationship Id="rId1" Type="http://schemas.openxmlformats.org/officeDocument/2006/relationships/tags" Target="../tags/tag86.xml"/><Relationship Id="rId6" Type="http://schemas.openxmlformats.org/officeDocument/2006/relationships/slideLayout" Target="../slideLayouts/slideLayout2.xml"/><Relationship Id="rId5" Type="http://schemas.openxmlformats.org/officeDocument/2006/relationships/tags" Target="../tags/tag90.xml"/><Relationship Id="rId10" Type="http://schemas.openxmlformats.org/officeDocument/2006/relationships/image" Target="../media/image46.png"/><Relationship Id="rId4" Type="http://schemas.openxmlformats.org/officeDocument/2006/relationships/tags" Target="../tags/tag89.xml"/><Relationship Id="rId9" Type="http://schemas.openxmlformats.org/officeDocument/2006/relationships/tags" Target="../tags/tag88.xml"/></Relationships>
</file>

<file path=ppt/slides/_rels/slide23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2.xml"/><Relationship Id="rId13" Type="http://schemas.openxmlformats.org/officeDocument/2006/relationships/tags" Target="../tags/tag95.xml"/><Relationship Id="rId3" Type="http://schemas.openxmlformats.org/officeDocument/2006/relationships/tags" Target="../tags/tag93.xml"/><Relationship Id="rId7" Type="http://schemas.openxmlformats.org/officeDocument/2006/relationships/tags" Target="../tags/tag97.xml"/><Relationship Id="rId12" Type="http://schemas.openxmlformats.org/officeDocument/2006/relationships/image" Target="../media/image40.png"/><Relationship Id="rId2" Type="http://schemas.openxmlformats.org/officeDocument/2006/relationships/tags" Target="../tags/tag92.xml"/><Relationship Id="rId1" Type="http://schemas.openxmlformats.org/officeDocument/2006/relationships/tags" Target="../tags/tag91.xml"/><Relationship Id="rId6" Type="http://schemas.openxmlformats.org/officeDocument/2006/relationships/tags" Target="../tags/tag96.xml"/><Relationship Id="rId11" Type="http://schemas.openxmlformats.org/officeDocument/2006/relationships/tags" Target="../tags/tag93.xml"/><Relationship Id="rId5" Type="http://schemas.openxmlformats.org/officeDocument/2006/relationships/tags" Target="../tags/tag95.xml"/><Relationship Id="rId10" Type="http://schemas.openxmlformats.org/officeDocument/2006/relationships/image" Target="../media/image45.png"/><Relationship Id="rId4" Type="http://schemas.openxmlformats.org/officeDocument/2006/relationships/tags" Target="../tags/tag94.xml"/><Relationship Id="rId9" Type="http://schemas.openxmlformats.org/officeDocument/2006/relationships/tags" Target="../tags/tag92.xml"/><Relationship Id="rId14" Type="http://schemas.openxmlformats.org/officeDocument/2006/relationships/image" Target="../media/image47.png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5.xml.rels><?xml version="1.0" encoding="UTF-8" standalone="yes"?>
<Relationships xmlns="http://schemas.openxmlformats.org/package/2006/relationships"><Relationship Id="rId8" Type="http://schemas.openxmlformats.org/officeDocument/2006/relationships/image" Target="../media/image51.png"/><Relationship Id="rId13" Type="http://schemas.openxmlformats.org/officeDocument/2006/relationships/image" Target="../media/image56.png"/><Relationship Id="rId18" Type="http://schemas.openxmlformats.org/officeDocument/2006/relationships/image" Target="../media/image61.png"/><Relationship Id="rId26" Type="http://schemas.openxmlformats.org/officeDocument/2006/relationships/image" Target="../media/image69.png"/><Relationship Id="rId3" Type="http://schemas.openxmlformats.org/officeDocument/2006/relationships/slideLayout" Target="../slideLayouts/slideLayout2.xml"/><Relationship Id="rId21" Type="http://schemas.openxmlformats.org/officeDocument/2006/relationships/image" Target="../media/image64.png"/><Relationship Id="rId7" Type="http://schemas.openxmlformats.org/officeDocument/2006/relationships/image" Target="../media/image50.png"/><Relationship Id="rId12" Type="http://schemas.openxmlformats.org/officeDocument/2006/relationships/image" Target="../media/image55.png"/><Relationship Id="rId17" Type="http://schemas.openxmlformats.org/officeDocument/2006/relationships/image" Target="../media/image60.png"/><Relationship Id="rId25" Type="http://schemas.openxmlformats.org/officeDocument/2006/relationships/image" Target="../media/image68.png"/><Relationship Id="rId2" Type="http://schemas.openxmlformats.org/officeDocument/2006/relationships/tags" Target="../tags/tag99.xml"/><Relationship Id="rId16" Type="http://schemas.openxmlformats.org/officeDocument/2006/relationships/image" Target="../media/image59.png"/><Relationship Id="rId20" Type="http://schemas.openxmlformats.org/officeDocument/2006/relationships/image" Target="../media/image63.png"/><Relationship Id="rId1" Type="http://schemas.openxmlformats.org/officeDocument/2006/relationships/tags" Target="../tags/tag98.xml"/><Relationship Id="rId6" Type="http://schemas.openxmlformats.org/officeDocument/2006/relationships/image" Target="../media/image49.png"/><Relationship Id="rId11" Type="http://schemas.openxmlformats.org/officeDocument/2006/relationships/image" Target="../media/image54.png"/><Relationship Id="rId24" Type="http://schemas.openxmlformats.org/officeDocument/2006/relationships/image" Target="../media/image67.png"/><Relationship Id="rId5" Type="http://schemas.openxmlformats.org/officeDocument/2006/relationships/image" Target="../media/image48.png"/><Relationship Id="rId15" Type="http://schemas.openxmlformats.org/officeDocument/2006/relationships/image" Target="../media/image58.png"/><Relationship Id="rId23" Type="http://schemas.openxmlformats.org/officeDocument/2006/relationships/image" Target="../media/image66.png"/><Relationship Id="rId10" Type="http://schemas.openxmlformats.org/officeDocument/2006/relationships/image" Target="../media/image53.png"/><Relationship Id="rId19" Type="http://schemas.openxmlformats.org/officeDocument/2006/relationships/image" Target="../media/image62.png"/><Relationship Id="rId4" Type="http://schemas.openxmlformats.org/officeDocument/2006/relationships/tags" Target="../tags/tag99.xml"/><Relationship Id="rId9" Type="http://schemas.openxmlformats.org/officeDocument/2006/relationships/image" Target="../media/image52.png"/><Relationship Id="rId14" Type="http://schemas.openxmlformats.org/officeDocument/2006/relationships/image" Target="../media/image57.png"/><Relationship Id="rId22" Type="http://schemas.openxmlformats.org/officeDocument/2006/relationships/image" Target="../media/image65.png"/><Relationship Id="rId27" Type="http://schemas.openxmlformats.org/officeDocument/2006/relationships/image" Target="../media/image70.png"/></Relationships>
</file>

<file path=ppt/slides/_rels/slide26.xml.rels><?xml version="1.0" encoding="UTF-8" standalone="yes"?>
<Relationships xmlns="http://schemas.openxmlformats.org/package/2006/relationships"><Relationship Id="rId8" Type="http://schemas.openxmlformats.org/officeDocument/2006/relationships/image" Target="../media/image76.png"/><Relationship Id="rId13" Type="http://schemas.openxmlformats.org/officeDocument/2006/relationships/image" Target="../media/image81.png"/><Relationship Id="rId18" Type="http://schemas.openxmlformats.org/officeDocument/2006/relationships/image" Target="../media/image86.png"/><Relationship Id="rId26" Type="http://schemas.openxmlformats.org/officeDocument/2006/relationships/image" Target="../media/image94.png"/><Relationship Id="rId3" Type="http://schemas.openxmlformats.org/officeDocument/2006/relationships/image" Target="../media/image71.png"/><Relationship Id="rId21" Type="http://schemas.openxmlformats.org/officeDocument/2006/relationships/image" Target="../media/image89.png"/><Relationship Id="rId7" Type="http://schemas.openxmlformats.org/officeDocument/2006/relationships/image" Target="../media/image75.png"/><Relationship Id="rId12" Type="http://schemas.openxmlformats.org/officeDocument/2006/relationships/image" Target="../media/image80.png"/><Relationship Id="rId17" Type="http://schemas.openxmlformats.org/officeDocument/2006/relationships/image" Target="../media/image85.png"/><Relationship Id="rId25" Type="http://schemas.openxmlformats.org/officeDocument/2006/relationships/image" Target="../media/image93.png"/><Relationship Id="rId2" Type="http://schemas.openxmlformats.org/officeDocument/2006/relationships/slideLayout" Target="../slideLayouts/slideLayout2.xml"/><Relationship Id="rId16" Type="http://schemas.openxmlformats.org/officeDocument/2006/relationships/image" Target="../media/image84.png"/><Relationship Id="rId20" Type="http://schemas.openxmlformats.org/officeDocument/2006/relationships/image" Target="../media/image88.png"/><Relationship Id="rId1" Type="http://schemas.openxmlformats.org/officeDocument/2006/relationships/tags" Target="../tags/tag100.xml"/><Relationship Id="rId6" Type="http://schemas.openxmlformats.org/officeDocument/2006/relationships/image" Target="../media/image74.png"/><Relationship Id="rId11" Type="http://schemas.openxmlformats.org/officeDocument/2006/relationships/image" Target="../media/image79.png"/><Relationship Id="rId24" Type="http://schemas.openxmlformats.org/officeDocument/2006/relationships/image" Target="../media/image92.png"/><Relationship Id="rId5" Type="http://schemas.openxmlformats.org/officeDocument/2006/relationships/image" Target="../media/image73.png"/><Relationship Id="rId15" Type="http://schemas.openxmlformats.org/officeDocument/2006/relationships/image" Target="../media/image83.png"/><Relationship Id="rId23" Type="http://schemas.openxmlformats.org/officeDocument/2006/relationships/image" Target="../media/image91.png"/><Relationship Id="rId28" Type="http://schemas.openxmlformats.org/officeDocument/2006/relationships/image" Target="../media/image96.png"/><Relationship Id="rId10" Type="http://schemas.openxmlformats.org/officeDocument/2006/relationships/image" Target="../media/image78.png"/><Relationship Id="rId19" Type="http://schemas.openxmlformats.org/officeDocument/2006/relationships/image" Target="../media/image87.png"/><Relationship Id="rId4" Type="http://schemas.openxmlformats.org/officeDocument/2006/relationships/image" Target="../media/image72.png"/><Relationship Id="rId9" Type="http://schemas.openxmlformats.org/officeDocument/2006/relationships/image" Target="../media/image77.png"/><Relationship Id="rId14" Type="http://schemas.openxmlformats.org/officeDocument/2006/relationships/image" Target="../media/image82.png"/><Relationship Id="rId22" Type="http://schemas.openxmlformats.org/officeDocument/2006/relationships/image" Target="../media/image90.png"/><Relationship Id="rId27" Type="http://schemas.openxmlformats.org/officeDocument/2006/relationships/image" Target="../media/image95.png"/></Relationships>
</file>

<file path=ppt/slides/_rels/slide27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2.png"/><Relationship Id="rId13" Type="http://schemas.openxmlformats.org/officeDocument/2006/relationships/image" Target="../media/image107.png"/><Relationship Id="rId18" Type="http://schemas.openxmlformats.org/officeDocument/2006/relationships/image" Target="../media/image112.png"/><Relationship Id="rId26" Type="http://schemas.openxmlformats.org/officeDocument/2006/relationships/image" Target="../media/image120.png"/><Relationship Id="rId3" Type="http://schemas.openxmlformats.org/officeDocument/2006/relationships/image" Target="../media/image97.png"/><Relationship Id="rId21" Type="http://schemas.openxmlformats.org/officeDocument/2006/relationships/image" Target="../media/image115.png"/><Relationship Id="rId7" Type="http://schemas.openxmlformats.org/officeDocument/2006/relationships/image" Target="../media/image101.png"/><Relationship Id="rId12" Type="http://schemas.openxmlformats.org/officeDocument/2006/relationships/image" Target="../media/image106.png"/><Relationship Id="rId17" Type="http://schemas.openxmlformats.org/officeDocument/2006/relationships/image" Target="../media/image111.png"/><Relationship Id="rId25" Type="http://schemas.openxmlformats.org/officeDocument/2006/relationships/image" Target="../media/image119.png"/><Relationship Id="rId2" Type="http://schemas.openxmlformats.org/officeDocument/2006/relationships/slideLayout" Target="../slideLayouts/slideLayout2.xml"/><Relationship Id="rId16" Type="http://schemas.openxmlformats.org/officeDocument/2006/relationships/image" Target="../media/image110.png"/><Relationship Id="rId20" Type="http://schemas.openxmlformats.org/officeDocument/2006/relationships/image" Target="../media/image114.png"/><Relationship Id="rId29" Type="http://schemas.openxmlformats.org/officeDocument/2006/relationships/image" Target="../media/image123.png"/><Relationship Id="rId1" Type="http://schemas.openxmlformats.org/officeDocument/2006/relationships/tags" Target="../tags/tag101.xml"/><Relationship Id="rId6" Type="http://schemas.openxmlformats.org/officeDocument/2006/relationships/image" Target="../media/image100.png"/><Relationship Id="rId11" Type="http://schemas.openxmlformats.org/officeDocument/2006/relationships/image" Target="../media/image105.png"/><Relationship Id="rId24" Type="http://schemas.openxmlformats.org/officeDocument/2006/relationships/image" Target="../media/image118.png"/><Relationship Id="rId5" Type="http://schemas.openxmlformats.org/officeDocument/2006/relationships/image" Target="../media/image99.png"/><Relationship Id="rId15" Type="http://schemas.openxmlformats.org/officeDocument/2006/relationships/image" Target="../media/image109.png"/><Relationship Id="rId23" Type="http://schemas.openxmlformats.org/officeDocument/2006/relationships/image" Target="../media/image117.png"/><Relationship Id="rId28" Type="http://schemas.openxmlformats.org/officeDocument/2006/relationships/image" Target="../media/image122.png"/><Relationship Id="rId10" Type="http://schemas.openxmlformats.org/officeDocument/2006/relationships/image" Target="../media/image104.png"/><Relationship Id="rId19" Type="http://schemas.openxmlformats.org/officeDocument/2006/relationships/image" Target="../media/image113.png"/><Relationship Id="rId4" Type="http://schemas.openxmlformats.org/officeDocument/2006/relationships/image" Target="../media/image98.png"/><Relationship Id="rId9" Type="http://schemas.openxmlformats.org/officeDocument/2006/relationships/image" Target="../media/image103.png"/><Relationship Id="rId14" Type="http://schemas.openxmlformats.org/officeDocument/2006/relationships/image" Target="../media/image108.png"/><Relationship Id="rId22" Type="http://schemas.openxmlformats.org/officeDocument/2006/relationships/image" Target="../media/image116.png"/><Relationship Id="rId27" Type="http://schemas.openxmlformats.org/officeDocument/2006/relationships/image" Target="../media/image121.png"/><Relationship Id="rId30" Type="http://schemas.openxmlformats.org/officeDocument/2006/relationships/image" Target="../media/image124.png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tags" Target="../tags/tag103.xml"/><Relationship Id="rId1" Type="http://schemas.openxmlformats.org/officeDocument/2006/relationships/tags" Target="../tags/tag102.xml"/></Relationships>
</file>

<file path=ppt/slides/_rels/slide30.xml.rels><?xml version="1.0" encoding="UTF-8" standalone="yes"?>
<Relationships xmlns="http://schemas.openxmlformats.org/package/2006/relationships"><Relationship Id="rId8" Type="http://schemas.openxmlformats.org/officeDocument/2006/relationships/tags" Target="../tags/tag111.xml"/><Relationship Id="rId13" Type="http://schemas.openxmlformats.org/officeDocument/2006/relationships/tags" Target="../tags/tag107.xml"/><Relationship Id="rId18" Type="http://schemas.openxmlformats.org/officeDocument/2006/relationships/image" Target="../media/image128.png"/><Relationship Id="rId3" Type="http://schemas.openxmlformats.org/officeDocument/2006/relationships/tags" Target="../tags/tag106.xml"/><Relationship Id="rId7" Type="http://schemas.openxmlformats.org/officeDocument/2006/relationships/tags" Target="../tags/tag110.xml"/><Relationship Id="rId12" Type="http://schemas.openxmlformats.org/officeDocument/2006/relationships/image" Target="../media/image125.png"/><Relationship Id="rId17" Type="http://schemas.openxmlformats.org/officeDocument/2006/relationships/tags" Target="../tags/tag109.xml"/><Relationship Id="rId2" Type="http://schemas.openxmlformats.org/officeDocument/2006/relationships/tags" Target="../tags/tag105.xml"/><Relationship Id="rId16" Type="http://schemas.openxmlformats.org/officeDocument/2006/relationships/image" Target="../media/image127.png"/><Relationship Id="rId1" Type="http://schemas.openxmlformats.org/officeDocument/2006/relationships/tags" Target="../tags/tag104.xml"/><Relationship Id="rId6" Type="http://schemas.openxmlformats.org/officeDocument/2006/relationships/tags" Target="../tags/tag109.xml"/><Relationship Id="rId11" Type="http://schemas.openxmlformats.org/officeDocument/2006/relationships/tags" Target="../tags/tag105.xml"/><Relationship Id="rId5" Type="http://schemas.openxmlformats.org/officeDocument/2006/relationships/tags" Target="../tags/tag108.xml"/><Relationship Id="rId15" Type="http://schemas.openxmlformats.org/officeDocument/2006/relationships/tags" Target="../tags/tag108.xml"/><Relationship Id="rId10" Type="http://schemas.openxmlformats.org/officeDocument/2006/relationships/slideLayout" Target="../slideLayouts/slideLayout2.xml"/><Relationship Id="rId4" Type="http://schemas.openxmlformats.org/officeDocument/2006/relationships/tags" Target="../tags/tag107.xml"/><Relationship Id="rId9" Type="http://schemas.openxmlformats.org/officeDocument/2006/relationships/tags" Target="../tags/tag112.xml"/><Relationship Id="rId14" Type="http://schemas.openxmlformats.org/officeDocument/2006/relationships/image" Target="../media/image126.png"/></Relationships>
</file>

<file path=ppt/slides/_rels/slide31.xml.rels><?xml version="1.0" encoding="UTF-8" standalone="yes"?>
<Relationships xmlns="http://schemas.openxmlformats.org/package/2006/relationships"><Relationship Id="rId8" Type="http://schemas.openxmlformats.org/officeDocument/2006/relationships/image" Target="../media/image129.png"/><Relationship Id="rId3" Type="http://schemas.openxmlformats.org/officeDocument/2006/relationships/tags" Target="../tags/tag115.xml"/><Relationship Id="rId7" Type="http://schemas.openxmlformats.org/officeDocument/2006/relationships/tags" Target="../tags/tag114.xml"/><Relationship Id="rId12" Type="http://schemas.openxmlformats.org/officeDocument/2006/relationships/image" Target="../media/image131.png"/><Relationship Id="rId2" Type="http://schemas.openxmlformats.org/officeDocument/2006/relationships/tags" Target="../tags/tag114.xml"/><Relationship Id="rId1" Type="http://schemas.openxmlformats.org/officeDocument/2006/relationships/tags" Target="../tags/tag113.xml"/><Relationship Id="rId6" Type="http://schemas.openxmlformats.org/officeDocument/2006/relationships/slideLayout" Target="../slideLayouts/slideLayout2.xml"/><Relationship Id="rId11" Type="http://schemas.openxmlformats.org/officeDocument/2006/relationships/tags" Target="../tags/tag117.xml"/><Relationship Id="rId5" Type="http://schemas.openxmlformats.org/officeDocument/2006/relationships/tags" Target="../tags/tag117.xml"/><Relationship Id="rId10" Type="http://schemas.openxmlformats.org/officeDocument/2006/relationships/image" Target="../media/image130.png"/><Relationship Id="rId4" Type="http://schemas.openxmlformats.org/officeDocument/2006/relationships/tags" Target="../tags/tag116.xml"/><Relationship Id="rId9" Type="http://schemas.openxmlformats.org/officeDocument/2006/relationships/tags" Target="../tags/tag116.xml"/></Relationships>
</file>

<file path=ppt/slides/_rels/slide3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29.png"/><Relationship Id="rId13" Type="http://schemas.openxmlformats.org/officeDocument/2006/relationships/image" Target="../media/image136.png"/><Relationship Id="rId18" Type="http://schemas.openxmlformats.org/officeDocument/2006/relationships/image" Target="../media/image141.png"/><Relationship Id="rId26" Type="http://schemas.openxmlformats.org/officeDocument/2006/relationships/image" Target="../media/image149.png"/><Relationship Id="rId3" Type="http://schemas.openxmlformats.org/officeDocument/2006/relationships/tags" Target="../tags/tag120.xml"/><Relationship Id="rId21" Type="http://schemas.openxmlformats.org/officeDocument/2006/relationships/image" Target="../media/image144.png"/><Relationship Id="rId7" Type="http://schemas.openxmlformats.org/officeDocument/2006/relationships/tags" Target="../tags/tag119.xml"/><Relationship Id="rId12" Type="http://schemas.openxmlformats.org/officeDocument/2006/relationships/image" Target="../media/image135.png"/><Relationship Id="rId17" Type="http://schemas.openxmlformats.org/officeDocument/2006/relationships/image" Target="../media/image140.png"/><Relationship Id="rId25" Type="http://schemas.openxmlformats.org/officeDocument/2006/relationships/image" Target="../media/image148.png"/><Relationship Id="rId2" Type="http://schemas.openxmlformats.org/officeDocument/2006/relationships/tags" Target="../tags/tag119.xml"/><Relationship Id="rId16" Type="http://schemas.openxmlformats.org/officeDocument/2006/relationships/image" Target="../media/image139.png"/><Relationship Id="rId20" Type="http://schemas.openxmlformats.org/officeDocument/2006/relationships/image" Target="../media/image143.png"/><Relationship Id="rId29" Type="http://schemas.openxmlformats.org/officeDocument/2006/relationships/image" Target="../media/image151.png"/><Relationship Id="rId1" Type="http://schemas.openxmlformats.org/officeDocument/2006/relationships/tags" Target="../tags/tag118.xml"/><Relationship Id="rId6" Type="http://schemas.openxmlformats.org/officeDocument/2006/relationships/slideLayout" Target="../slideLayouts/slideLayout2.xml"/><Relationship Id="rId11" Type="http://schemas.openxmlformats.org/officeDocument/2006/relationships/image" Target="../media/image134.png"/><Relationship Id="rId24" Type="http://schemas.openxmlformats.org/officeDocument/2006/relationships/image" Target="../media/image147.png"/><Relationship Id="rId5" Type="http://schemas.openxmlformats.org/officeDocument/2006/relationships/tags" Target="../tags/tag122.xml"/><Relationship Id="rId15" Type="http://schemas.openxmlformats.org/officeDocument/2006/relationships/image" Target="../media/image138.png"/><Relationship Id="rId23" Type="http://schemas.openxmlformats.org/officeDocument/2006/relationships/image" Target="../media/image146.png"/><Relationship Id="rId28" Type="http://schemas.openxmlformats.org/officeDocument/2006/relationships/tags" Target="../tags/tag121.xml"/><Relationship Id="rId10" Type="http://schemas.openxmlformats.org/officeDocument/2006/relationships/image" Target="../media/image133.png"/><Relationship Id="rId19" Type="http://schemas.openxmlformats.org/officeDocument/2006/relationships/image" Target="../media/image142.png"/><Relationship Id="rId31" Type="http://schemas.openxmlformats.org/officeDocument/2006/relationships/image" Target="../media/image152.png"/><Relationship Id="rId4" Type="http://schemas.openxmlformats.org/officeDocument/2006/relationships/tags" Target="../tags/tag121.xml"/><Relationship Id="rId9" Type="http://schemas.openxmlformats.org/officeDocument/2006/relationships/image" Target="../media/image132.png"/><Relationship Id="rId14" Type="http://schemas.openxmlformats.org/officeDocument/2006/relationships/image" Target="../media/image137.png"/><Relationship Id="rId22" Type="http://schemas.openxmlformats.org/officeDocument/2006/relationships/image" Target="../media/image145.png"/><Relationship Id="rId27" Type="http://schemas.openxmlformats.org/officeDocument/2006/relationships/image" Target="../media/image150.png"/><Relationship Id="rId30" Type="http://schemas.openxmlformats.org/officeDocument/2006/relationships/tags" Target="../tags/tag122.xml"/></Relationships>
</file>

<file path=ppt/slides/_rels/slide33.xml.rels><?xml version="1.0" encoding="UTF-8" standalone="yes"?>
<Relationships xmlns="http://schemas.openxmlformats.org/package/2006/relationships"><Relationship Id="rId8" Type="http://schemas.openxmlformats.org/officeDocument/2006/relationships/tags" Target="../tags/tag124.xml"/><Relationship Id="rId13" Type="http://schemas.openxmlformats.org/officeDocument/2006/relationships/image" Target="../media/image156.png"/><Relationship Id="rId18" Type="http://schemas.openxmlformats.org/officeDocument/2006/relationships/image" Target="../media/image161.png"/><Relationship Id="rId3" Type="http://schemas.openxmlformats.org/officeDocument/2006/relationships/tags" Target="../tags/tag125.xml"/><Relationship Id="rId21" Type="http://schemas.openxmlformats.org/officeDocument/2006/relationships/image" Target="../media/image164.png"/><Relationship Id="rId7" Type="http://schemas.openxmlformats.org/officeDocument/2006/relationships/slideLayout" Target="../slideLayouts/slideLayout2.xml"/><Relationship Id="rId12" Type="http://schemas.openxmlformats.org/officeDocument/2006/relationships/image" Target="../media/image155.png"/><Relationship Id="rId17" Type="http://schemas.openxmlformats.org/officeDocument/2006/relationships/image" Target="../media/image160.png"/><Relationship Id="rId2" Type="http://schemas.openxmlformats.org/officeDocument/2006/relationships/tags" Target="../tags/tag124.xml"/><Relationship Id="rId16" Type="http://schemas.openxmlformats.org/officeDocument/2006/relationships/image" Target="../media/image159.png"/><Relationship Id="rId20" Type="http://schemas.openxmlformats.org/officeDocument/2006/relationships/image" Target="../media/image163.png"/><Relationship Id="rId1" Type="http://schemas.openxmlformats.org/officeDocument/2006/relationships/tags" Target="../tags/tag123.xml"/><Relationship Id="rId6" Type="http://schemas.openxmlformats.org/officeDocument/2006/relationships/tags" Target="../tags/tag128.xml"/><Relationship Id="rId11" Type="http://schemas.openxmlformats.org/officeDocument/2006/relationships/image" Target="../media/image154.png"/><Relationship Id="rId5" Type="http://schemas.openxmlformats.org/officeDocument/2006/relationships/tags" Target="../tags/tag127.xml"/><Relationship Id="rId15" Type="http://schemas.openxmlformats.org/officeDocument/2006/relationships/image" Target="../media/image158.png"/><Relationship Id="rId23" Type="http://schemas.openxmlformats.org/officeDocument/2006/relationships/image" Target="../media/image165.png"/><Relationship Id="rId10" Type="http://schemas.openxmlformats.org/officeDocument/2006/relationships/tags" Target="../tags/tag126.xml"/><Relationship Id="rId19" Type="http://schemas.openxmlformats.org/officeDocument/2006/relationships/image" Target="../media/image162.png"/><Relationship Id="rId4" Type="http://schemas.openxmlformats.org/officeDocument/2006/relationships/tags" Target="../tags/tag126.xml"/><Relationship Id="rId9" Type="http://schemas.openxmlformats.org/officeDocument/2006/relationships/image" Target="../media/image153.png"/><Relationship Id="rId14" Type="http://schemas.openxmlformats.org/officeDocument/2006/relationships/image" Target="../media/image157.png"/><Relationship Id="rId22" Type="http://schemas.openxmlformats.org/officeDocument/2006/relationships/tags" Target="../tags/tag128.xml"/></Relationships>
</file>

<file path=ppt/slides/_rels/slide34.xml.rels><?xml version="1.0" encoding="UTF-8" standalone="yes"?>
<Relationships xmlns="http://schemas.openxmlformats.org/package/2006/relationships"><Relationship Id="rId8" Type="http://schemas.openxmlformats.org/officeDocument/2006/relationships/tags" Target="../tags/tag130.xml"/><Relationship Id="rId13" Type="http://schemas.openxmlformats.org/officeDocument/2006/relationships/image" Target="../media/image158.png"/><Relationship Id="rId18" Type="http://schemas.openxmlformats.org/officeDocument/2006/relationships/image" Target="../media/image163.png"/><Relationship Id="rId3" Type="http://schemas.openxmlformats.org/officeDocument/2006/relationships/tags" Target="../tags/tag131.xml"/><Relationship Id="rId21" Type="http://schemas.openxmlformats.org/officeDocument/2006/relationships/image" Target="../media/image168.png"/><Relationship Id="rId7" Type="http://schemas.openxmlformats.org/officeDocument/2006/relationships/slideLayout" Target="../slideLayouts/slideLayout2.xml"/><Relationship Id="rId12" Type="http://schemas.openxmlformats.org/officeDocument/2006/relationships/image" Target="../media/image157.png"/><Relationship Id="rId17" Type="http://schemas.openxmlformats.org/officeDocument/2006/relationships/image" Target="../media/image162.png"/><Relationship Id="rId2" Type="http://schemas.openxmlformats.org/officeDocument/2006/relationships/tags" Target="../tags/tag130.xml"/><Relationship Id="rId16" Type="http://schemas.openxmlformats.org/officeDocument/2006/relationships/image" Target="../media/image161.png"/><Relationship Id="rId20" Type="http://schemas.openxmlformats.org/officeDocument/2006/relationships/tags" Target="../tags/tag132.xml"/><Relationship Id="rId1" Type="http://schemas.openxmlformats.org/officeDocument/2006/relationships/tags" Target="../tags/tag129.xml"/><Relationship Id="rId6" Type="http://schemas.openxmlformats.org/officeDocument/2006/relationships/tags" Target="../tags/tag134.xml"/><Relationship Id="rId11" Type="http://schemas.openxmlformats.org/officeDocument/2006/relationships/image" Target="../media/image167.png"/><Relationship Id="rId5" Type="http://schemas.openxmlformats.org/officeDocument/2006/relationships/tags" Target="../tags/tag133.xml"/><Relationship Id="rId15" Type="http://schemas.openxmlformats.org/officeDocument/2006/relationships/image" Target="../media/image160.png"/><Relationship Id="rId23" Type="http://schemas.openxmlformats.org/officeDocument/2006/relationships/image" Target="../media/image169.png"/><Relationship Id="rId10" Type="http://schemas.openxmlformats.org/officeDocument/2006/relationships/image" Target="../media/image166.png"/><Relationship Id="rId19" Type="http://schemas.openxmlformats.org/officeDocument/2006/relationships/image" Target="../media/image164.png"/><Relationship Id="rId4" Type="http://schemas.openxmlformats.org/officeDocument/2006/relationships/tags" Target="../tags/tag132.xml"/><Relationship Id="rId9" Type="http://schemas.openxmlformats.org/officeDocument/2006/relationships/image" Target="../media/image153.png"/><Relationship Id="rId14" Type="http://schemas.openxmlformats.org/officeDocument/2006/relationships/image" Target="../media/image159.png"/><Relationship Id="rId22" Type="http://schemas.openxmlformats.org/officeDocument/2006/relationships/tags" Target="../tags/tag133.xml"/></Relationships>
</file>

<file path=ppt/slides/_rels/slide35.xml.rels><?xml version="1.0" encoding="UTF-8" standalone="yes"?>
<Relationships xmlns="http://schemas.openxmlformats.org/package/2006/relationships"><Relationship Id="rId8" Type="http://schemas.openxmlformats.org/officeDocument/2006/relationships/tags" Target="../tags/tag136.xml"/><Relationship Id="rId13" Type="http://schemas.openxmlformats.org/officeDocument/2006/relationships/image" Target="../media/image172.png"/><Relationship Id="rId18" Type="http://schemas.openxmlformats.org/officeDocument/2006/relationships/image" Target="../media/image177.png"/><Relationship Id="rId3" Type="http://schemas.openxmlformats.org/officeDocument/2006/relationships/tags" Target="../tags/tag137.xml"/><Relationship Id="rId21" Type="http://schemas.openxmlformats.org/officeDocument/2006/relationships/image" Target="../media/image179.png"/><Relationship Id="rId7" Type="http://schemas.openxmlformats.org/officeDocument/2006/relationships/slideLayout" Target="../slideLayouts/slideLayout2.xml"/><Relationship Id="rId12" Type="http://schemas.openxmlformats.org/officeDocument/2006/relationships/image" Target="../media/image171.png"/><Relationship Id="rId17" Type="http://schemas.openxmlformats.org/officeDocument/2006/relationships/image" Target="../media/image176.png"/><Relationship Id="rId2" Type="http://schemas.openxmlformats.org/officeDocument/2006/relationships/tags" Target="../tags/tag136.xml"/><Relationship Id="rId16" Type="http://schemas.openxmlformats.org/officeDocument/2006/relationships/image" Target="../media/image175.png"/><Relationship Id="rId20" Type="http://schemas.openxmlformats.org/officeDocument/2006/relationships/tags" Target="../tags/tag138.xml"/><Relationship Id="rId1" Type="http://schemas.openxmlformats.org/officeDocument/2006/relationships/tags" Target="../tags/tag135.xml"/><Relationship Id="rId6" Type="http://schemas.openxmlformats.org/officeDocument/2006/relationships/tags" Target="../tags/tag140.xml"/><Relationship Id="rId11" Type="http://schemas.openxmlformats.org/officeDocument/2006/relationships/image" Target="../media/image167.png"/><Relationship Id="rId5" Type="http://schemas.openxmlformats.org/officeDocument/2006/relationships/tags" Target="../tags/tag139.xml"/><Relationship Id="rId15" Type="http://schemas.openxmlformats.org/officeDocument/2006/relationships/image" Target="../media/image174.png"/><Relationship Id="rId23" Type="http://schemas.openxmlformats.org/officeDocument/2006/relationships/image" Target="../media/image180.png"/><Relationship Id="rId10" Type="http://schemas.openxmlformats.org/officeDocument/2006/relationships/image" Target="../media/image166.png"/><Relationship Id="rId19" Type="http://schemas.openxmlformats.org/officeDocument/2006/relationships/image" Target="../media/image178.png"/><Relationship Id="rId4" Type="http://schemas.openxmlformats.org/officeDocument/2006/relationships/tags" Target="../tags/tag138.xml"/><Relationship Id="rId9" Type="http://schemas.openxmlformats.org/officeDocument/2006/relationships/image" Target="../media/image170.png"/><Relationship Id="rId14" Type="http://schemas.openxmlformats.org/officeDocument/2006/relationships/image" Target="../media/image173.png"/><Relationship Id="rId22" Type="http://schemas.openxmlformats.org/officeDocument/2006/relationships/tags" Target="../tags/tag139.xml"/></Relationships>
</file>

<file path=ppt/slides/_rels/slide36.xml.rels><?xml version="1.0" encoding="UTF-8" standalone="yes"?>
<Relationships xmlns="http://schemas.openxmlformats.org/package/2006/relationships"><Relationship Id="rId8" Type="http://schemas.openxmlformats.org/officeDocument/2006/relationships/image" Target="../media/image170.png"/><Relationship Id="rId13" Type="http://schemas.openxmlformats.org/officeDocument/2006/relationships/image" Target="../media/image183.png"/><Relationship Id="rId18" Type="http://schemas.openxmlformats.org/officeDocument/2006/relationships/image" Target="../media/image188.png"/><Relationship Id="rId3" Type="http://schemas.openxmlformats.org/officeDocument/2006/relationships/tags" Target="../tags/tag143.xml"/><Relationship Id="rId21" Type="http://schemas.openxmlformats.org/officeDocument/2006/relationships/image" Target="../media/image191.png"/><Relationship Id="rId7" Type="http://schemas.openxmlformats.org/officeDocument/2006/relationships/tags" Target="../tags/tag142.xml"/><Relationship Id="rId12" Type="http://schemas.openxmlformats.org/officeDocument/2006/relationships/image" Target="../media/image182.png"/><Relationship Id="rId17" Type="http://schemas.openxmlformats.org/officeDocument/2006/relationships/image" Target="../media/image187.png"/><Relationship Id="rId2" Type="http://schemas.openxmlformats.org/officeDocument/2006/relationships/tags" Target="../tags/tag142.xml"/><Relationship Id="rId16" Type="http://schemas.openxmlformats.org/officeDocument/2006/relationships/image" Target="../media/image186.png"/><Relationship Id="rId20" Type="http://schemas.openxmlformats.org/officeDocument/2006/relationships/image" Target="../media/image190.png"/><Relationship Id="rId1" Type="http://schemas.openxmlformats.org/officeDocument/2006/relationships/tags" Target="../tags/tag141.xml"/><Relationship Id="rId6" Type="http://schemas.openxmlformats.org/officeDocument/2006/relationships/slideLayout" Target="../slideLayouts/slideLayout2.xml"/><Relationship Id="rId11" Type="http://schemas.openxmlformats.org/officeDocument/2006/relationships/image" Target="../media/image181.png"/><Relationship Id="rId5" Type="http://schemas.openxmlformats.org/officeDocument/2006/relationships/tags" Target="../tags/tag145.xml"/><Relationship Id="rId15" Type="http://schemas.openxmlformats.org/officeDocument/2006/relationships/image" Target="../media/image185.png"/><Relationship Id="rId10" Type="http://schemas.openxmlformats.org/officeDocument/2006/relationships/image" Target="../media/image180.png"/><Relationship Id="rId19" Type="http://schemas.openxmlformats.org/officeDocument/2006/relationships/image" Target="../media/image189.png"/><Relationship Id="rId4" Type="http://schemas.openxmlformats.org/officeDocument/2006/relationships/tags" Target="../tags/tag144.xml"/><Relationship Id="rId9" Type="http://schemas.openxmlformats.org/officeDocument/2006/relationships/tags" Target="../tags/tag144.xml"/><Relationship Id="rId14" Type="http://schemas.openxmlformats.org/officeDocument/2006/relationships/image" Target="../media/image184.png"/></Relationships>
</file>

<file path=ppt/slides/_rels/slide37.xml.rels><?xml version="1.0" encoding="UTF-8" standalone="yes"?>
<Relationships xmlns="http://schemas.openxmlformats.org/package/2006/relationships"><Relationship Id="rId8" Type="http://schemas.openxmlformats.org/officeDocument/2006/relationships/tags" Target="../tags/tag153.xml"/><Relationship Id="rId13" Type="http://schemas.openxmlformats.org/officeDocument/2006/relationships/tags" Target="../tags/tag149.xml"/><Relationship Id="rId18" Type="http://schemas.openxmlformats.org/officeDocument/2006/relationships/image" Target="../media/image128.png"/><Relationship Id="rId3" Type="http://schemas.openxmlformats.org/officeDocument/2006/relationships/tags" Target="../tags/tag148.xml"/><Relationship Id="rId7" Type="http://schemas.openxmlformats.org/officeDocument/2006/relationships/tags" Target="../tags/tag152.xml"/><Relationship Id="rId12" Type="http://schemas.openxmlformats.org/officeDocument/2006/relationships/image" Target="../media/image125.png"/><Relationship Id="rId17" Type="http://schemas.openxmlformats.org/officeDocument/2006/relationships/tags" Target="../tags/tag151.xml"/><Relationship Id="rId2" Type="http://schemas.openxmlformats.org/officeDocument/2006/relationships/tags" Target="../tags/tag147.xml"/><Relationship Id="rId16" Type="http://schemas.openxmlformats.org/officeDocument/2006/relationships/image" Target="../media/image127.png"/><Relationship Id="rId1" Type="http://schemas.openxmlformats.org/officeDocument/2006/relationships/tags" Target="../tags/tag146.xml"/><Relationship Id="rId6" Type="http://schemas.openxmlformats.org/officeDocument/2006/relationships/tags" Target="../tags/tag151.xml"/><Relationship Id="rId11" Type="http://schemas.openxmlformats.org/officeDocument/2006/relationships/tags" Target="../tags/tag147.xml"/><Relationship Id="rId5" Type="http://schemas.openxmlformats.org/officeDocument/2006/relationships/tags" Target="../tags/tag150.xml"/><Relationship Id="rId15" Type="http://schemas.openxmlformats.org/officeDocument/2006/relationships/tags" Target="../tags/tag150.xml"/><Relationship Id="rId10" Type="http://schemas.openxmlformats.org/officeDocument/2006/relationships/slideLayout" Target="../slideLayouts/slideLayout2.xml"/><Relationship Id="rId4" Type="http://schemas.openxmlformats.org/officeDocument/2006/relationships/tags" Target="../tags/tag149.xml"/><Relationship Id="rId9" Type="http://schemas.openxmlformats.org/officeDocument/2006/relationships/tags" Target="../tags/tag154.xml"/><Relationship Id="rId14" Type="http://schemas.openxmlformats.org/officeDocument/2006/relationships/image" Target="../media/image126.png"/></Relationships>
</file>

<file path=ppt/slides/_rels/slide38.xml.rels><?xml version="1.0" encoding="UTF-8" standalone="yes"?>
<Relationships xmlns="http://schemas.openxmlformats.org/package/2006/relationships"><Relationship Id="rId8" Type="http://schemas.openxmlformats.org/officeDocument/2006/relationships/image" Target="../media/image195.png"/><Relationship Id="rId3" Type="http://schemas.openxmlformats.org/officeDocument/2006/relationships/slideLayout" Target="../slideLayouts/slideLayout2.xml"/><Relationship Id="rId7" Type="http://schemas.openxmlformats.org/officeDocument/2006/relationships/image" Target="../media/image194.png"/><Relationship Id="rId2" Type="http://schemas.openxmlformats.org/officeDocument/2006/relationships/tags" Target="../tags/tag156.xml"/><Relationship Id="rId1" Type="http://schemas.openxmlformats.org/officeDocument/2006/relationships/tags" Target="../tags/tag155.xml"/><Relationship Id="rId6" Type="http://schemas.openxmlformats.org/officeDocument/2006/relationships/image" Target="../media/image193.png"/><Relationship Id="rId5" Type="http://schemas.openxmlformats.org/officeDocument/2006/relationships/image" Target="../media/image192.png"/><Relationship Id="rId4" Type="http://schemas.openxmlformats.org/officeDocument/2006/relationships/tags" Target="../tags/tag156.xml"/></Relationships>
</file>

<file path=ppt/slides/_rels/slide39.xml.rels><?xml version="1.0" encoding="UTF-8" standalone="yes"?>
<Relationships xmlns="http://schemas.openxmlformats.org/package/2006/relationships"><Relationship Id="rId8" Type="http://schemas.openxmlformats.org/officeDocument/2006/relationships/tags" Target="../tags/tag164.xml"/><Relationship Id="rId13" Type="http://schemas.openxmlformats.org/officeDocument/2006/relationships/tags" Target="../tags/tag169.xml"/><Relationship Id="rId18" Type="http://schemas.openxmlformats.org/officeDocument/2006/relationships/image" Target="../media/image197.png"/><Relationship Id="rId26" Type="http://schemas.openxmlformats.org/officeDocument/2006/relationships/image" Target="../media/image201.png"/><Relationship Id="rId3" Type="http://schemas.openxmlformats.org/officeDocument/2006/relationships/tags" Target="../tags/tag159.xml"/><Relationship Id="rId21" Type="http://schemas.openxmlformats.org/officeDocument/2006/relationships/tags" Target="../tags/tag162.xml"/><Relationship Id="rId7" Type="http://schemas.openxmlformats.org/officeDocument/2006/relationships/tags" Target="../tags/tag163.xml"/><Relationship Id="rId12" Type="http://schemas.openxmlformats.org/officeDocument/2006/relationships/tags" Target="../tags/tag168.xml"/><Relationship Id="rId17" Type="http://schemas.openxmlformats.org/officeDocument/2006/relationships/tags" Target="../tags/tag160.xml"/><Relationship Id="rId25" Type="http://schemas.openxmlformats.org/officeDocument/2006/relationships/tags" Target="../tags/tag167.xml"/><Relationship Id="rId2" Type="http://schemas.openxmlformats.org/officeDocument/2006/relationships/tags" Target="../tags/tag158.xml"/><Relationship Id="rId16" Type="http://schemas.openxmlformats.org/officeDocument/2006/relationships/image" Target="../media/image196.png"/><Relationship Id="rId20" Type="http://schemas.openxmlformats.org/officeDocument/2006/relationships/image" Target="../media/image198.png"/><Relationship Id="rId29" Type="http://schemas.openxmlformats.org/officeDocument/2006/relationships/tags" Target="../tags/tag169.xml"/><Relationship Id="rId1" Type="http://schemas.openxmlformats.org/officeDocument/2006/relationships/tags" Target="../tags/tag157.xml"/><Relationship Id="rId6" Type="http://schemas.openxmlformats.org/officeDocument/2006/relationships/tags" Target="../tags/tag162.xml"/><Relationship Id="rId11" Type="http://schemas.openxmlformats.org/officeDocument/2006/relationships/tags" Target="../tags/tag167.xml"/><Relationship Id="rId24" Type="http://schemas.openxmlformats.org/officeDocument/2006/relationships/image" Target="../media/image200.png"/><Relationship Id="rId5" Type="http://schemas.openxmlformats.org/officeDocument/2006/relationships/tags" Target="../tags/tag161.xml"/><Relationship Id="rId15" Type="http://schemas.openxmlformats.org/officeDocument/2006/relationships/tags" Target="../tags/tag158.xml"/><Relationship Id="rId23" Type="http://schemas.openxmlformats.org/officeDocument/2006/relationships/tags" Target="../tags/tag166.xml"/><Relationship Id="rId28" Type="http://schemas.openxmlformats.org/officeDocument/2006/relationships/image" Target="../media/image202.png"/><Relationship Id="rId10" Type="http://schemas.openxmlformats.org/officeDocument/2006/relationships/tags" Target="../tags/tag166.xml"/><Relationship Id="rId19" Type="http://schemas.openxmlformats.org/officeDocument/2006/relationships/tags" Target="../tags/tag161.xml"/><Relationship Id="rId4" Type="http://schemas.openxmlformats.org/officeDocument/2006/relationships/tags" Target="../tags/tag160.xml"/><Relationship Id="rId9" Type="http://schemas.openxmlformats.org/officeDocument/2006/relationships/tags" Target="../tags/tag165.xml"/><Relationship Id="rId14" Type="http://schemas.openxmlformats.org/officeDocument/2006/relationships/slideLayout" Target="../slideLayouts/slideLayout2.xml"/><Relationship Id="rId22" Type="http://schemas.openxmlformats.org/officeDocument/2006/relationships/image" Target="../media/image199.png"/><Relationship Id="rId27" Type="http://schemas.openxmlformats.org/officeDocument/2006/relationships/tags" Target="../tags/tag168.xml"/><Relationship Id="rId30" Type="http://schemas.openxmlformats.org/officeDocument/2006/relationships/image" Target="../media/image203.png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tags" Target="../tags/tag171.xml"/><Relationship Id="rId1" Type="http://schemas.openxmlformats.org/officeDocument/2006/relationships/tags" Target="../tags/tag170.xml"/><Relationship Id="rId5" Type="http://schemas.openxmlformats.org/officeDocument/2006/relationships/image" Target="../media/image204.png"/><Relationship Id="rId4" Type="http://schemas.openxmlformats.org/officeDocument/2006/relationships/tags" Target="../tags/tag17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pPr algn="ctr"/>
            <a:r>
              <a:rPr lang="en-US" dirty="0"/>
              <a:t>Recurrence Relations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pPr algn="ctr"/>
            <a:r>
              <a:rPr lang="en-US" dirty="0"/>
              <a:t>CS 3100: Data Structures and Algorithms II</a:t>
            </a:r>
          </a:p>
          <a:p>
            <a:pPr algn="ctr"/>
            <a:r>
              <a:rPr lang="en-US" dirty="0"/>
              <a:t>Mark Floryan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dirty="0"/>
              <a:t>Recurrence Relations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794" name="Rectangle 2"/>
          <p:cNvSpPr>
            <a:spLocks noGrp="1" noChangeArrowheads="1"/>
          </p:cNvSpPr>
          <p:nvPr>
            <p:ph type="title"/>
            <p:custDataLst>
              <p:tags r:id="rId1"/>
            </p:custDataLst>
          </p:nvPr>
        </p:nvSpPr>
        <p:spPr>
          <a:xfrm>
            <a:off x="1141413" y="369943"/>
            <a:ext cx="9905998" cy="633233"/>
          </a:xfrm>
        </p:spPr>
        <p:txBody>
          <a:bodyPr/>
          <a:lstStyle/>
          <a:p>
            <a:pPr algn="ctr"/>
            <a:r>
              <a:rPr lang="en-US" dirty="0"/>
              <a:t>Recurrence Relations</a:t>
            </a:r>
          </a:p>
        </p:txBody>
      </p:sp>
      <p:sp>
        <p:nvSpPr>
          <p:cNvPr id="33795" name="Rectangle 3"/>
          <p:cNvSpPr>
            <a:spLocks noGrp="1" noChangeArrowheads="1"/>
          </p:cNvSpPr>
          <p:nvPr>
            <p:ph sz="quarter" idx="1"/>
            <p:custDataLst>
              <p:tags r:id="rId2"/>
            </p:custDataLst>
          </p:nvPr>
        </p:nvSpPr>
        <p:spPr>
          <a:xfrm>
            <a:off x="1489969" y="1778452"/>
            <a:ext cx="9557442" cy="354485"/>
          </a:xfrm>
        </p:spPr>
        <p:txBody>
          <a:bodyPr>
            <a:normAutofit fontScale="70000" lnSpcReduction="20000"/>
          </a:bodyPr>
          <a:lstStyle/>
          <a:p>
            <a:pPr marL="0" indent="0">
              <a:buNone/>
            </a:pPr>
            <a:r>
              <a:rPr lang="en-US" dirty="0"/>
              <a:t>This is an example of a recurrence relation: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" name="Rectangle 3">
                <a:extLst>
                  <a:ext uri="{FF2B5EF4-FFF2-40B4-BE49-F238E27FC236}">
                    <a16:creationId xmlns:a16="http://schemas.microsoft.com/office/drawing/2014/main" id="{39B11583-DE7E-003D-68AC-F32539F3A420}"/>
                  </a:ext>
                </a:extLst>
              </p:cNvPr>
              <p:cNvSpPr txBox="1">
                <a:spLocks noChangeArrowheads="1"/>
              </p:cNvSpPr>
              <p:nvPr>
                <p:custDataLst>
                  <p:tags r:id="rId3"/>
                </p:custDataLst>
              </p:nvPr>
            </p:nvSpPr>
            <p:spPr>
              <a:xfrm>
                <a:off x="1489969" y="2133997"/>
                <a:ext cx="9557442" cy="955432"/>
              </a:xfrm>
              <a:prstGeom prst="rect">
                <a:avLst/>
              </a:prstGeo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txBody>
              <a:bodyPr vert="horz" lIns="91440" tIns="45720" rIns="91440" bIns="45720" rtlCol="0">
                <a:normAutofit/>
              </a:bodyPr>
              <a:lstStyle>
                <a:lvl1pPr marL="228600" indent="-228600" algn="l" defTabSz="914400" rtl="0" eaLnBrk="1" latinLnBrk="0" hangingPunct="1">
                  <a:lnSpc>
                    <a:spcPct val="120000"/>
                  </a:lnSpc>
                  <a:spcBef>
                    <a:spcPts val="1000"/>
                  </a:spcBef>
                  <a:buSzPct val="125000"/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 algn="ctr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𝑇</m:t>
                      </m:r>
                      <m:d>
                        <m:dPr>
                          <m:ctrlP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</m:e>
                      </m:d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=2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𝑇</m:t>
                      </m:r>
                      <m:d>
                        <m:dPr>
                          <m:ctrlP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f>
                            <m:fPr>
                              <m:ctrlP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num>
                            <m:den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den>
                          </m:f>
                        </m:e>
                      </m:d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𝑛</m:t>
                      </m:r>
                    </m:oMath>
                  </m:oMathPara>
                </a14:m>
                <a:endParaRPr lang="en-US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2" name="Rectangle 3">
                <a:extLst>
                  <a:ext uri="{FF2B5EF4-FFF2-40B4-BE49-F238E27FC236}">
                    <a16:creationId xmlns:a16="http://schemas.microsoft.com/office/drawing/2014/main" id="{39B11583-DE7E-003D-68AC-F32539F3A42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>
                <p:custDataLst>
                  <p:tags r:id="rId7"/>
                </p:custDataLst>
              </p:nvPr>
            </p:nvSpPr>
            <p:spPr>
              <a:xfrm>
                <a:off x="1489969" y="2133997"/>
                <a:ext cx="9557442" cy="955432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  <a:ln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Rectangle 3">
            <a:extLst>
              <a:ext uri="{FF2B5EF4-FFF2-40B4-BE49-F238E27FC236}">
                <a16:creationId xmlns:a16="http://schemas.microsoft.com/office/drawing/2014/main" id="{6EE690E1-F5A0-9CFE-9A17-386BD85070E9}"/>
              </a:ext>
            </a:extLst>
          </p:cNvPr>
          <p:cNvSpPr txBox="1">
            <a:spLocks noChangeArrowheads="1"/>
          </p:cNvSpPr>
          <p:nvPr>
            <p:custDataLst>
              <p:tags r:id="rId4"/>
            </p:custDataLst>
          </p:nvPr>
        </p:nvSpPr>
        <p:spPr>
          <a:xfrm>
            <a:off x="1818443" y="4136995"/>
            <a:ext cx="2877845" cy="121113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dirty="0"/>
              <a:t>In general, how do we solve these formulas? 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Rectangle 3">
                <a:extLst>
                  <a:ext uri="{FF2B5EF4-FFF2-40B4-BE49-F238E27FC236}">
                    <a16:creationId xmlns:a16="http://schemas.microsoft.com/office/drawing/2014/main" id="{583995E4-67EC-D5FD-7EB2-58F9DDA3434D}"/>
                  </a:ext>
                </a:extLst>
              </p:cNvPr>
              <p:cNvSpPr txBox="1">
                <a:spLocks noChangeArrowheads="1"/>
              </p:cNvSpPr>
              <p:nvPr>
                <p:custDataLst>
                  <p:tags r:id="rId5"/>
                </p:custDataLst>
              </p:nvPr>
            </p:nvSpPr>
            <p:spPr>
              <a:xfrm>
                <a:off x="7111014" y="4580879"/>
                <a:ext cx="3861787" cy="1816300"/>
              </a:xfrm>
              <a:prstGeom prst="rect">
                <a:avLst/>
              </a:prstGeom>
            </p:spPr>
            <p:txBody>
              <a:bodyPr vert="horz" lIns="91440" tIns="45720" rIns="91440" bIns="45720" rtlCol="0">
                <a:normAutofit fontScale="85000" lnSpcReduction="10000"/>
              </a:bodyPr>
              <a:lstStyle>
                <a:lvl1pPr marL="228600" indent="-228600" algn="l" defTabSz="914400" rtl="0" eaLnBrk="1" latinLnBrk="0" hangingPunct="1">
                  <a:lnSpc>
                    <a:spcPct val="120000"/>
                  </a:lnSpc>
                  <a:spcBef>
                    <a:spcPts val="1000"/>
                  </a:spcBef>
                  <a:buSzPct val="125000"/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Font typeface="Arial" panose="020B0604020202020204" pitchFamily="34" charset="0"/>
                  <a:buNone/>
                </a:pPr>
                <a:r>
                  <a:rPr lang="en-US" dirty="0"/>
                  <a:t>Especially when our algorithm has one with a non-traditional form:</a:t>
                </a:r>
                <a:br>
                  <a:rPr lang="en-US" dirty="0"/>
                </a:br>
                <a:br>
                  <a:rPr lang="en-US" dirty="0"/>
                </a:br>
                <a:r>
                  <a:rPr lang="en-US" dirty="0"/>
                  <a:t>e.g.,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𝑇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=3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𝑇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f>
                          <m:f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3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𝑛</m:t>
                            </m:r>
                          </m:num>
                          <m:den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4</m:t>
                            </m:r>
                          </m:den>
                        </m:f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+</m:t>
                    </m:r>
                    <m:func>
                      <m:func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b="0" i="0" smtClean="0">
                                <a:latin typeface="Cambria Math" panose="02040503050406030204" pitchFamily="18" charset="0"/>
                              </a:rPr>
                              <m:t>log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5</m:t>
                            </m:r>
                          </m:sub>
                        </m:sSub>
                      </m:fName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(</m:t>
                        </m:r>
                        <m:sSup>
                          <m:sSup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𝑛</m:t>
                            </m:r>
                          </m:e>
                          <m:sup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)</m:t>
                        </m:r>
                      </m:e>
                    </m:func>
                  </m:oMath>
                </a14:m>
                <a:endParaRPr lang="en-US" dirty="0"/>
              </a:p>
            </p:txBody>
          </p:sp>
        </mc:Choice>
        <mc:Fallback xmlns="">
          <p:sp>
            <p:nvSpPr>
              <p:cNvPr id="8" name="Rectangle 3">
                <a:extLst>
                  <a:ext uri="{FF2B5EF4-FFF2-40B4-BE49-F238E27FC236}">
                    <a16:creationId xmlns:a16="http://schemas.microsoft.com/office/drawing/2014/main" id="{583995E4-67EC-D5FD-7EB2-58F9DDA3434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>
                <p:custDataLst>
                  <p:tags r:id="rId9"/>
                </p:custDataLst>
              </p:nvPr>
            </p:nvSpPr>
            <p:spPr>
              <a:xfrm>
                <a:off x="7111014" y="4580879"/>
                <a:ext cx="3861787" cy="1816300"/>
              </a:xfrm>
              <a:prstGeom prst="rect">
                <a:avLst/>
              </a:prstGeom>
              <a:blipFill>
                <a:blip r:embed="rId10"/>
                <a:stretch>
                  <a:fillRect l="-1967" t="-69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8467F21A-0553-0707-4757-7130C36B8A3B}"/>
              </a:ext>
            </a:extLst>
          </p:cNvPr>
          <p:cNvCxnSpPr/>
          <p:nvPr/>
        </p:nvCxnSpPr>
        <p:spPr>
          <a:xfrm flipV="1">
            <a:off x="4279037" y="3258105"/>
            <a:ext cx="594804" cy="781235"/>
          </a:xfrm>
          <a:prstGeom prst="line">
            <a:avLst/>
          </a:prstGeom>
          <a:ln>
            <a:solidFill>
              <a:schemeClr val="tx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DFDD10D8-ED8F-246C-0581-68A2328692C4}"/>
              </a:ext>
            </a:extLst>
          </p:cNvPr>
          <p:cNvCxnSpPr>
            <a:cxnSpLocks/>
          </p:cNvCxnSpPr>
          <p:nvPr/>
        </p:nvCxnSpPr>
        <p:spPr>
          <a:xfrm flipH="1" flipV="1">
            <a:off x="6356412" y="3258105"/>
            <a:ext cx="1183691" cy="1291702"/>
          </a:xfrm>
          <a:prstGeom prst="line">
            <a:avLst/>
          </a:prstGeom>
          <a:ln>
            <a:solidFill>
              <a:schemeClr val="tx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CAFA8A2-032E-3BB4-B2F6-D54878626A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794" name="Rectangle 2">
            <a:extLst>
              <a:ext uri="{FF2B5EF4-FFF2-40B4-BE49-F238E27FC236}">
                <a16:creationId xmlns:a16="http://schemas.microsoft.com/office/drawing/2014/main" id="{55C0C802-286B-EED4-E844-937E7CB11460}"/>
              </a:ext>
            </a:extLst>
          </p:cNvPr>
          <p:cNvSpPr>
            <a:spLocks noGrp="1" noChangeArrowheads="1"/>
          </p:cNvSpPr>
          <p:nvPr>
            <p:ph type="title"/>
            <p:custDataLst>
              <p:tags r:id="rId1"/>
            </p:custDataLst>
          </p:nvPr>
        </p:nvSpPr>
        <p:spPr>
          <a:xfrm>
            <a:off x="1141413" y="369943"/>
            <a:ext cx="9905998" cy="633233"/>
          </a:xfrm>
        </p:spPr>
        <p:txBody>
          <a:bodyPr/>
          <a:lstStyle/>
          <a:p>
            <a:pPr algn="ctr"/>
            <a:r>
              <a:rPr lang="en-US" dirty="0"/>
              <a:t>Methods for Solving Recurrence Relations</a:t>
            </a:r>
          </a:p>
        </p:txBody>
      </p:sp>
      <p:sp>
        <p:nvSpPr>
          <p:cNvPr id="33795" name="Rectangle 3">
            <a:extLst>
              <a:ext uri="{FF2B5EF4-FFF2-40B4-BE49-F238E27FC236}">
                <a16:creationId xmlns:a16="http://schemas.microsoft.com/office/drawing/2014/main" id="{9CFF1B47-16B6-3D67-5D94-29F58A3584B4}"/>
              </a:ext>
            </a:extLst>
          </p:cNvPr>
          <p:cNvSpPr>
            <a:spLocks noGrp="1" noChangeArrowheads="1"/>
          </p:cNvSpPr>
          <p:nvPr>
            <p:ph sz="quarter" idx="1"/>
            <p:custDataLst>
              <p:tags r:id="rId2"/>
            </p:custDataLst>
          </p:nvPr>
        </p:nvSpPr>
        <p:spPr>
          <a:xfrm>
            <a:off x="1489969" y="1778452"/>
            <a:ext cx="9557442" cy="354485"/>
          </a:xfrm>
        </p:spPr>
        <p:txBody>
          <a:bodyPr>
            <a:normAutofit fontScale="70000" lnSpcReduction="20000"/>
          </a:bodyPr>
          <a:lstStyle/>
          <a:p>
            <a:pPr marL="0" indent="0">
              <a:buNone/>
            </a:pPr>
            <a:r>
              <a:rPr lang="en-US" dirty="0"/>
              <a:t>Several methods for solving these:</a:t>
            </a:r>
          </a:p>
        </p:txBody>
      </p:sp>
      <p:sp>
        <p:nvSpPr>
          <p:cNvPr id="2" name="Rectangle 3">
            <a:extLst>
              <a:ext uri="{FF2B5EF4-FFF2-40B4-BE49-F238E27FC236}">
                <a16:creationId xmlns:a16="http://schemas.microsoft.com/office/drawing/2014/main" id="{1B8E82E4-D621-08A6-DF0F-FA0ABA710949}"/>
              </a:ext>
            </a:extLst>
          </p:cNvPr>
          <p:cNvSpPr txBox="1">
            <a:spLocks noChangeArrowheads="1"/>
          </p:cNvSpPr>
          <p:nvPr>
            <p:custDataLst>
              <p:tags r:id="rId3"/>
            </p:custDataLst>
          </p:nvPr>
        </p:nvSpPr>
        <p:spPr>
          <a:xfrm>
            <a:off x="1489969" y="2133997"/>
            <a:ext cx="9557442" cy="633233"/>
          </a:xfrm>
          <a:prstGeom prst="rect">
            <a:avLst/>
          </a:prstGeom>
          <a:solidFill>
            <a:schemeClr val="tx1">
              <a:lumMod val="95000"/>
            </a:schemeClr>
          </a:solidFill>
          <a:ln>
            <a:solidFill>
              <a:schemeClr val="bg1"/>
            </a:solidFill>
          </a:ln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b="1" i="1" u="sng" dirty="0">
                <a:solidFill>
                  <a:schemeClr val="bg1"/>
                </a:solidFill>
              </a:rPr>
              <a:t>Directly Solve</a:t>
            </a:r>
            <a:r>
              <a:rPr lang="en-US" dirty="0">
                <a:solidFill>
                  <a:schemeClr val="bg1"/>
                </a:solidFill>
              </a:rPr>
              <a:t>: Roll the recurrence out and solve for a closed-form</a:t>
            </a:r>
          </a:p>
        </p:txBody>
      </p:sp>
      <p:sp>
        <p:nvSpPr>
          <p:cNvPr id="3" name="Rectangle 3">
            <a:extLst>
              <a:ext uri="{FF2B5EF4-FFF2-40B4-BE49-F238E27FC236}">
                <a16:creationId xmlns:a16="http://schemas.microsoft.com/office/drawing/2014/main" id="{1BCD74CC-6899-3FCF-9751-3052DC6A9B40}"/>
              </a:ext>
            </a:extLst>
          </p:cNvPr>
          <p:cNvSpPr txBox="1">
            <a:spLocks noChangeArrowheads="1"/>
          </p:cNvSpPr>
          <p:nvPr>
            <p:custDataLst>
              <p:tags r:id="rId4"/>
            </p:custDataLst>
          </p:nvPr>
        </p:nvSpPr>
        <p:spPr>
          <a:xfrm>
            <a:off x="1489969" y="2949064"/>
            <a:ext cx="9557442" cy="633233"/>
          </a:xfrm>
          <a:prstGeom prst="rect">
            <a:avLst/>
          </a:prstGeom>
          <a:solidFill>
            <a:schemeClr val="tx1">
              <a:lumMod val="95000"/>
            </a:schemeClr>
          </a:solidFill>
          <a:ln>
            <a:solidFill>
              <a:schemeClr val="bg1"/>
            </a:solidFill>
          </a:ln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b="1" i="1" u="sng" dirty="0">
                <a:solidFill>
                  <a:schemeClr val="bg1"/>
                </a:solidFill>
              </a:rPr>
              <a:t>Substitution Method</a:t>
            </a:r>
            <a:r>
              <a:rPr lang="en-US" dirty="0">
                <a:solidFill>
                  <a:schemeClr val="bg1"/>
                </a:solidFill>
              </a:rPr>
              <a:t>: Guess the runtime and check the solution (by induction)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DA77E10F-7D07-55C8-9C18-A0E6716C48D2}"/>
              </a:ext>
            </a:extLst>
          </p:cNvPr>
          <p:cNvSpPr txBox="1">
            <a:spLocks noChangeArrowheads="1"/>
          </p:cNvSpPr>
          <p:nvPr>
            <p:custDataLst>
              <p:tags r:id="rId5"/>
            </p:custDataLst>
          </p:nvPr>
        </p:nvSpPr>
        <p:spPr>
          <a:xfrm>
            <a:off x="1489969" y="3764131"/>
            <a:ext cx="9557442" cy="633233"/>
          </a:xfrm>
          <a:prstGeom prst="rect">
            <a:avLst/>
          </a:prstGeom>
          <a:solidFill>
            <a:schemeClr val="tx1">
              <a:lumMod val="95000"/>
            </a:schemeClr>
          </a:solidFill>
          <a:ln>
            <a:solidFill>
              <a:schemeClr val="bg1"/>
            </a:solidFill>
          </a:ln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b="1" i="1" u="sng" dirty="0">
                <a:solidFill>
                  <a:schemeClr val="bg1"/>
                </a:solidFill>
              </a:rPr>
              <a:t>Recurrence Trees</a:t>
            </a:r>
            <a:r>
              <a:rPr lang="en-US" dirty="0">
                <a:solidFill>
                  <a:schemeClr val="bg1"/>
                </a:solidFill>
              </a:rPr>
              <a:t>: Draw it out and count it manually!</a:t>
            </a:r>
          </a:p>
        </p:txBody>
      </p:sp>
      <p:sp>
        <p:nvSpPr>
          <p:cNvPr id="5" name="Rectangle 3">
            <a:extLst>
              <a:ext uri="{FF2B5EF4-FFF2-40B4-BE49-F238E27FC236}">
                <a16:creationId xmlns:a16="http://schemas.microsoft.com/office/drawing/2014/main" id="{0E5CD8AC-7D09-E3E9-2C4F-ED80631F7F9C}"/>
              </a:ext>
            </a:extLst>
          </p:cNvPr>
          <p:cNvSpPr txBox="1">
            <a:spLocks noChangeArrowheads="1"/>
          </p:cNvSpPr>
          <p:nvPr>
            <p:custDataLst>
              <p:tags r:id="rId6"/>
            </p:custDataLst>
          </p:nvPr>
        </p:nvSpPr>
        <p:spPr>
          <a:xfrm>
            <a:off x="1489969" y="4580878"/>
            <a:ext cx="9557442" cy="633233"/>
          </a:xfrm>
          <a:prstGeom prst="rect">
            <a:avLst/>
          </a:prstGeom>
          <a:solidFill>
            <a:schemeClr val="tx1">
              <a:lumMod val="95000"/>
            </a:schemeClr>
          </a:solidFill>
          <a:ln>
            <a:solidFill>
              <a:schemeClr val="bg1"/>
            </a:solidFill>
          </a:ln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b="1" i="1" u="sng" dirty="0">
                <a:solidFill>
                  <a:schemeClr val="bg1"/>
                </a:solidFill>
              </a:rPr>
              <a:t>Master Theorem</a:t>
            </a:r>
            <a:r>
              <a:rPr lang="en-US" dirty="0">
                <a:solidFill>
                  <a:schemeClr val="bg1"/>
                </a:solidFill>
              </a:rPr>
              <a:t>: A proven theorem that provides a solution automatically!</a:t>
            </a:r>
          </a:p>
        </p:txBody>
      </p:sp>
    </p:spTree>
    <p:extLst>
      <p:ext uri="{BB962C8B-B14F-4D97-AF65-F5344CB8AC3E}">
        <p14:creationId xmlns:p14="http://schemas.microsoft.com/office/powerpoint/2010/main" val="357937222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dirty="0"/>
              <a:t>Directly Solving (or Iteration Method)</a:t>
            </a:r>
          </a:p>
        </p:txBody>
      </p:sp>
    </p:spTree>
    <p:extLst>
      <p:ext uri="{BB962C8B-B14F-4D97-AF65-F5344CB8AC3E}">
        <p14:creationId xmlns:p14="http://schemas.microsoft.com/office/powerpoint/2010/main" val="49206739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18" name="Rectangle 2"/>
          <p:cNvSpPr>
            <a:spLocks noGrp="1" noChangeArrowheads="1"/>
          </p:cNvSpPr>
          <p:nvPr>
            <p:ph type="title"/>
            <p:custDataLst>
              <p:tags r:id="rId1"/>
            </p:custDataLst>
          </p:nvPr>
        </p:nvSpPr>
        <p:spPr>
          <a:xfrm>
            <a:off x="1141412" y="343310"/>
            <a:ext cx="9905998" cy="828542"/>
          </a:xfrm>
        </p:spPr>
        <p:txBody>
          <a:bodyPr/>
          <a:lstStyle/>
          <a:p>
            <a:pPr algn="ctr"/>
            <a:r>
              <a:rPr lang="en-US" dirty="0"/>
              <a:t>Directly Solve (unrolling the recurrence)</a:t>
            </a:r>
          </a:p>
        </p:txBody>
      </p:sp>
      <p:sp>
        <p:nvSpPr>
          <p:cNvPr id="34819" name="Rectangle 3"/>
          <p:cNvSpPr>
            <a:spLocks noGrp="1" noChangeArrowheads="1"/>
          </p:cNvSpPr>
          <p:nvPr>
            <p:ph sz="quarter" idx="1"/>
            <p:custDataLst>
              <p:tags r:id="rId2"/>
            </p:custDataLst>
          </p:nvPr>
        </p:nvSpPr>
        <p:spPr>
          <a:xfrm>
            <a:off x="3888308" y="2198111"/>
            <a:ext cx="4412204" cy="533659"/>
          </a:xfrm>
          <a:ln>
            <a:noFill/>
          </a:ln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For </a:t>
            </a:r>
            <a:r>
              <a:rPr lang="en-US" dirty="0" err="1"/>
              <a:t>Mergesort</a:t>
            </a:r>
            <a:r>
              <a:rPr lang="en-US" dirty="0"/>
              <a:t>:</a:t>
            </a:r>
          </a:p>
          <a:p>
            <a:pPr marL="0" indent="0">
              <a:buNone/>
            </a:pP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Rectangle 3">
                <a:extLst>
                  <a:ext uri="{FF2B5EF4-FFF2-40B4-BE49-F238E27FC236}">
                    <a16:creationId xmlns:a16="http://schemas.microsoft.com/office/drawing/2014/main" id="{D2007FFB-BC9C-5B0A-8BDE-2B5838A42837}"/>
                  </a:ext>
                </a:extLst>
              </p:cNvPr>
              <p:cNvSpPr txBox="1">
                <a:spLocks noChangeArrowheads="1"/>
              </p:cNvSpPr>
              <p:nvPr>
                <p:custDataLst>
                  <p:tags r:id="rId3"/>
                </p:custDataLst>
              </p:nvPr>
            </p:nvSpPr>
            <p:spPr>
              <a:xfrm>
                <a:off x="3888308" y="2791194"/>
                <a:ext cx="4412204" cy="966835"/>
              </a:xfrm>
              <a:prstGeom prst="rect">
                <a:avLst/>
              </a:prstGeo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txBody>
              <a:bodyPr vert="horz" lIns="91440" tIns="45720" rIns="91440" bIns="45720" rtlCol="0">
                <a:normAutofit/>
              </a:bodyPr>
              <a:lstStyle>
                <a:lvl1pPr marL="228600" indent="-228600" algn="l" defTabSz="914400" rtl="0" eaLnBrk="1" latinLnBrk="0" hangingPunct="1">
                  <a:lnSpc>
                    <a:spcPct val="120000"/>
                  </a:lnSpc>
                  <a:spcBef>
                    <a:spcPts val="1000"/>
                  </a:spcBef>
                  <a:buSzPct val="125000"/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𝑇</m:t>
                      </m:r>
                      <m:d>
                        <m:dPr>
                          <m:ctrlP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</m:e>
                      </m:d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=2</m:t>
                      </m:r>
                      <m:r>
                        <a:rPr lang="en-US" b="0" i="1" smtClean="0">
                          <a:solidFill>
                            <a:schemeClr val="accent1"/>
                          </a:solidFill>
                          <a:latin typeface="Cambria Math" panose="02040503050406030204" pitchFamily="18" charset="0"/>
                        </a:rPr>
                        <m:t>𝑇</m:t>
                      </m:r>
                      <m:d>
                        <m:dPr>
                          <m:ctrlPr>
                            <a:rPr lang="en-US" b="0" i="1" smtClean="0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f>
                            <m:fPr>
                              <m:ctrlPr>
                                <a:rPr lang="en-US" b="0" i="1" smtClean="0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b="0" i="1" smtClean="0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num>
                            <m:den>
                              <m:r>
                                <a:rPr lang="en-US" b="0" i="1" smtClean="0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den>
                          </m:f>
                        </m:e>
                      </m:d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𝑛</m:t>
                      </m:r>
                    </m:oMath>
                  </m:oMathPara>
                </a14:m>
                <a:endParaRPr lang="en-US" b="0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3" name="Rectangle 3">
                <a:extLst>
                  <a:ext uri="{FF2B5EF4-FFF2-40B4-BE49-F238E27FC236}">
                    <a16:creationId xmlns:a16="http://schemas.microsoft.com/office/drawing/2014/main" id="{D2007FFB-BC9C-5B0A-8BDE-2B5838A4283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>
                <p:custDataLst>
                  <p:tags r:id="rId5"/>
                </p:custDataLst>
              </p:nvPr>
            </p:nvSpPr>
            <p:spPr>
              <a:xfrm>
                <a:off x="3888308" y="2791194"/>
                <a:ext cx="4412204" cy="966835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  <a:ln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18" name="Rectangle 2"/>
          <p:cNvSpPr>
            <a:spLocks noGrp="1" noChangeArrowheads="1"/>
          </p:cNvSpPr>
          <p:nvPr>
            <p:ph type="title"/>
            <p:custDataLst>
              <p:tags r:id="rId1"/>
            </p:custDataLst>
          </p:nvPr>
        </p:nvSpPr>
        <p:spPr>
          <a:xfrm>
            <a:off x="1141412" y="335911"/>
            <a:ext cx="9905998" cy="730888"/>
          </a:xfrm>
        </p:spPr>
        <p:txBody>
          <a:bodyPr/>
          <a:lstStyle/>
          <a:p>
            <a:pPr algn="ctr"/>
            <a:r>
              <a:rPr lang="en-US" dirty="0"/>
              <a:t>Directly Solve (unrolling the recurrence)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Rectangle 3">
                <a:extLst>
                  <a:ext uri="{FF2B5EF4-FFF2-40B4-BE49-F238E27FC236}">
                    <a16:creationId xmlns:a16="http://schemas.microsoft.com/office/drawing/2014/main" id="{4B0AC61A-CFE1-CCF6-B4C8-4BB8E96CF40D}"/>
                  </a:ext>
                </a:extLst>
              </p:cNvPr>
              <p:cNvSpPr txBox="1">
                <a:spLocks noChangeArrowheads="1"/>
              </p:cNvSpPr>
              <p:nvPr>
                <p:custDataLst>
                  <p:tags r:id="rId2"/>
                </p:custDataLst>
              </p:nvPr>
            </p:nvSpPr>
            <p:spPr>
              <a:xfrm>
                <a:off x="1589100" y="1973323"/>
                <a:ext cx="4412205" cy="4649420"/>
              </a:xfrm>
              <a:prstGeom prst="rect">
                <a:avLst/>
              </a:prstGeo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txBody>
              <a:bodyPr vert="horz" lIns="91440" tIns="45720" rIns="91440" bIns="45720" rtlCol="0">
                <a:normAutofit/>
              </a:bodyPr>
              <a:lstStyle>
                <a:lvl1pPr marL="228600" indent="-228600" algn="l" defTabSz="914400" rtl="0" eaLnBrk="1" latinLnBrk="0" hangingPunct="1">
                  <a:lnSpc>
                    <a:spcPct val="120000"/>
                  </a:lnSpc>
                  <a:spcBef>
                    <a:spcPts val="1000"/>
                  </a:spcBef>
                  <a:buSzPct val="125000"/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𝑇</m:t>
                      </m:r>
                      <m:d>
                        <m:dPr>
                          <m:ctrlP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</m:e>
                      </m:d>
                      <m:r>
                        <m:rPr>
                          <m:aln/>
                        </m:rP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2</m:t>
                      </m:r>
                      <m:d>
                        <m:dPr>
                          <m:ctrlP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en-US" b="0" i="1" smtClean="0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</a:rPr>
                            <m:t>𝑇</m:t>
                          </m:r>
                          <m:d>
                            <m:dPr>
                              <m:ctrlPr>
                                <a:rPr lang="en-US" b="0" i="1" smtClean="0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f>
                                <m:fPr>
                                  <m:ctrlPr>
                                    <a:rPr lang="en-US" b="0" i="1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b="0" i="1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num>
                                <m:den>
                                  <m:r>
                                    <a:rPr lang="en-US" b="0" i="1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  <m:t>4</m:t>
                                  </m:r>
                                </m:den>
                              </m:f>
                            </m:e>
                          </m:d>
                          <m:r>
                            <a:rPr lang="en-US" b="0" i="1" smtClean="0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</a:rPr>
                            <m:t>+</m:t>
                          </m:r>
                          <m:f>
                            <m:fPr>
                              <m:ctrlPr>
                                <a:rPr lang="en-US" b="0" i="1" smtClean="0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b="0" i="1" smtClean="0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num>
                            <m:den>
                              <m:r>
                                <a:rPr lang="en-US" b="0" i="1" smtClean="0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den>
                          </m:f>
                        </m:e>
                      </m:d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𝑛</m:t>
                      </m:r>
                    </m:oMath>
                    <m:oMath xmlns:m="http://schemas.openxmlformats.org/officeDocument/2006/math">
                      <m:r>
                        <m:rPr>
                          <m:aln/>
                        </m:rP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4</m:t>
                      </m:r>
                      <m:r>
                        <a:rPr lang="en-US" b="0" i="1" smtClean="0">
                          <a:solidFill>
                            <a:schemeClr val="accent3"/>
                          </a:solidFill>
                          <a:latin typeface="Cambria Math" panose="02040503050406030204" pitchFamily="18" charset="0"/>
                        </a:rPr>
                        <m:t>𝑇</m:t>
                      </m:r>
                      <m:d>
                        <m:dPr>
                          <m:ctrlPr>
                            <a:rPr lang="en-US" b="0" i="1" smtClean="0">
                              <a:solidFill>
                                <a:schemeClr val="accent3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f>
                            <m:fPr>
                              <m:ctrlPr>
                                <a:rPr lang="en-US" b="0" i="1" smtClean="0">
                                  <a:solidFill>
                                    <a:schemeClr val="accent3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b="0" i="1" smtClean="0">
                                  <a:solidFill>
                                    <a:schemeClr val="accent3"/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num>
                            <m:den>
                              <m:r>
                                <a:rPr lang="en-US" b="0" i="1" smtClean="0">
                                  <a:solidFill>
                                    <a:schemeClr val="accent3"/>
                                  </a:solidFill>
                                  <a:latin typeface="Cambria Math" panose="02040503050406030204" pitchFamily="18" charset="0"/>
                                </a:rPr>
                                <m:t>4</m:t>
                              </m:r>
                            </m:den>
                          </m:f>
                        </m:e>
                      </m:d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+2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𝑛</m:t>
                      </m:r>
                    </m:oMath>
                    <m:oMath xmlns:m="http://schemas.openxmlformats.org/officeDocument/2006/math">
                      <m:r>
                        <m:rPr>
                          <m:aln/>
                        </m:rP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4</m:t>
                      </m:r>
                      <m:d>
                        <m:dPr>
                          <m:ctrlP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solidFill>
                                <a:schemeClr val="accent3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en-US" b="0" i="1" smtClean="0">
                              <a:solidFill>
                                <a:schemeClr val="accent3"/>
                              </a:solidFill>
                              <a:latin typeface="Cambria Math" panose="02040503050406030204" pitchFamily="18" charset="0"/>
                            </a:rPr>
                            <m:t>𝑇</m:t>
                          </m:r>
                          <m:d>
                            <m:dPr>
                              <m:ctrlPr>
                                <a:rPr lang="en-US" b="0" i="1" smtClean="0">
                                  <a:solidFill>
                                    <a:schemeClr val="accent3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f>
                                <m:fPr>
                                  <m:ctrlPr>
                                    <a:rPr lang="en-US" b="0" i="1" smtClean="0">
                                      <a:solidFill>
                                        <a:schemeClr val="accent3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b="0" i="1" smtClean="0">
                                      <a:solidFill>
                                        <a:schemeClr val="accent3"/>
                                      </a:solidFill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num>
                                <m:den>
                                  <m:r>
                                    <a:rPr lang="en-US" b="0" i="1" smtClean="0">
                                      <a:solidFill>
                                        <a:schemeClr val="accent3"/>
                                      </a:solidFill>
                                      <a:latin typeface="Cambria Math" panose="02040503050406030204" pitchFamily="18" charset="0"/>
                                    </a:rPr>
                                    <m:t>8</m:t>
                                  </m:r>
                                </m:den>
                              </m:f>
                            </m:e>
                          </m:d>
                          <m:r>
                            <a:rPr lang="en-US" b="0" i="1" smtClean="0">
                              <a:solidFill>
                                <a:schemeClr val="accent3"/>
                              </a:solidFill>
                              <a:latin typeface="Cambria Math" panose="02040503050406030204" pitchFamily="18" charset="0"/>
                            </a:rPr>
                            <m:t>+</m:t>
                          </m:r>
                          <m:f>
                            <m:fPr>
                              <m:ctrlPr>
                                <a:rPr lang="en-US" b="0" i="1" smtClean="0">
                                  <a:solidFill>
                                    <a:schemeClr val="accent3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b="0" i="1" smtClean="0">
                                  <a:solidFill>
                                    <a:schemeClr val="accent3"/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num>
                            <m:den>
                              <m:r>
                                <a:rPr lang="en-US" b="0" i="1" smtClean="0">
                                  <a:solidFill>
                                    <a:schemeClr val="accent3"/>
                                  </a:solidFill>
                                  <a:latin typeface="Cambria Math" panose="02040503050406030204" pitchFamily="18" charset="0"/>
                                </a:rPr>
                                <m:t>4</m:t>
                              </m:r>
                            </m:den>
                          </m:f>
                        </m:e>
                      </m:d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+2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𝑛</m:t>
                      </m:r>
                    </m:oMath>
                    <m:oMath xmlns:m="http://schemas.openxmlformats.org/officeDocument/2006/math">
                      <m:r>
                        <m:rPr>
                          <m:aln/>
                        </m:rP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8</m:t>
                      </m:r>
                      <m:r>
                        <a:rPr lang="en-US" b="0" i="1" smtClean="0">
                          <a:solidFill>
                            <a:schemeClr val="accent4"/>
                          </a:solidFill>
                          <a:latin typeface="Cambria Math" panose="02040503050406030204" pitchFamily="18" charset="0"/>
                        </a:rPr>
                        <m:t>𝑇</m:t>
                      </m:r>
                      <m:d>
                        <m:dPr>
                          <m:ctrlPr>
                            <a:rPr lang="en-US" b="0" i="1" smtClean="0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f>
                            <m:fPr>
                              <m:ctrlPr>
                                <a:rPr lang="en-US" b="0" i="1" smtClean="0">
                                  <a:solidFill>
                                    <a:schemeClr val="accent4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b="0" i="1" smtClean="0">
                                  <a:solidFill>
                                    <a:schemeClr val="accent4"/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num>
                            <m:den>
                              <m:r>
                                <a:rPr lang="en-US" b="0" i="1" smtClean="0">
                                  <a:solidFill>
                                    <a:schemeClr val="accent4"/>
                                  </a:solidFill>
                                  <a:latin typeface="Cambria Math" panose="02040503050406030204" pitchFamily="18" charset="0"/>
                                </a:rPr>
                                <m:t>8</m:t>
                              </m:r>
                            </m:den>
                          </m:f>
                        </m:e>
                      </m:d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+3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𝑛</m:t>
                      </m:r>
                    </m:oMath>
                    <m:oMath xmlns:m="http://schemas.openxmlformats.org/officeDocument/2006/math">
                      <m:r>
                        <m:rPr>
                          <m:aln/>
                        </m:rP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8</m:t>
                      </m:r>
                      <m:d>
                        <m:dPr>
                          <m:ctrlP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en-US" b="0" i="1" smtClean="0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</a:rPr>
                            <m:t>𝑇</m:t>
                          </m:r>
                          <m:d>
                            <m:dPr>
                              <m:ctrlPr>
                                <a:rPr lang="en-US" b="0" i="1" smtClean="0">
                                  <a:solidFill>
                                    <a:schemeClr val="accent4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f>
                                <m:fPr>
                                  <m:ctrlPr>
                                    <a:rPr lang="en-US" b="0" i="1" smtClean="0">
                                      <a:solidFill>
                                        <a:schemeClr val="accent4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b="0" i="1" smtClean="0">
                                      <a:solidFill>
                                        <a:schemeClr val="accent4"/>
                                      </a:solidFill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num>
                                <m:den>
                                  <m:r>
                                    <a:rPr lang="en-US" b="0" i="1" smtClean="0">
                                      <a:solidFill>
                                        <a:schemeClr val="accent4"/>
                                      </a:solidFill>
                                      <a:latin typeface="Cambria Math" panose="02040503050406030204" pitchFamily="18" charset="0"/>
                                    </a:rPr>
                                    <m:t>16</m:t>
                                  </m:r>
                                </m:den>
                              </m:f>
                            </m:e>
                          </m:d>
                          <m:r>
                            <a:rPr lang="en-US" b="0" i="1" smtClean="0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</a:rPr>
                            <m:t>+</m:t>
                          </m:r>
                          <m:f>
                            <m:fPr>
                              <m:ctrlPr>
                                <a:rPr lang="en-US" b="0" i="1" smtClean="0">
                                  <a:solidFill>
                                    <a:schemeClr val="accent4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b="0" i="1" smtClean="0">
                                  <a:solidFill>
                                    <a:schemeClr val="accent4"/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num>
                            <m:den>
                              <m:r>
                                <a:rPr lang="en-US" b="0" i="1" smtClean="0">
                                  <a:solidFill>
                                    <a:schemeClr val="accent4"/>
                                  </a:solidFill>
                                  <a:latin typeface="Cambria Math" panose="02040503050406030204" pitchFamily="18" charset="0"/>
                                </a:rPr>
                                <m:t>8</m:t>
                              </m:r>
                            </m:den>
                          </m:f>
                        </m:e>
                      </m:d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+3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𝑛</m:t>
                      </m:r>
                    </m:oMath>
                    <m:oMath xmlns:m="http://schemas.openxmlformats.org/officeDocument/2006/math">
                      <m:r>
                        <m:rPr>
                          <m:aln/>
                        </m:rP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16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𝑇</m:t>
                      </m:r>
                      <m:d>
                        <m:dPr>
                          <m:ctrlP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f>
                            <m:fPr>
                              <m:ctrlP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num>
                            <m:den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16</m:t>
                              </m:r>
                            </m:den>
                          </m:f>
                        </m:e>
                      </m:d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+4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𝑛</m:t>
                      </m:r>
                    </m:oMath>
                  </m:oMathPara>
                </a14:m>
                <a:endParaRPr lang="en-US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3" name="Rectangle 3">
                <a:extLst>
                  <a:ext uri="{FF2B5EF4-FFF2-40B4-BE49-F238E27FC236}">
                    <a16:creationId xmlns:a16="http://schemas.microsoft.com/office/drawing/2014/main" id="{4B0AC61A-CFE1-CCF6-B4C8-4BB8E96CF40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>
                <p:custDataLst>
                  <p:tags r:id="rId7"/>
                </p:custDataLst>
              </p:nvPr>
            </p:nvSpPr>
            <p:spPr>
              <a:xfrm>
                <a:off x="1589100" y="1973323"/>
                <a:ext cx="4412205" cy="4649420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  <a:ln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" name="Rectangle 3">
                <a:extLst>
                  <a:ext uri="{FF2B5EF4-FFF2-40B4-BE49-F238E27FC236}">
                    <a16:creationId xmlns:a16="http://schemas.microsoft.com/office/drawing/2014/main" id="{70FF268A-B3FE-9709-915B-A13A0DBF0A66}"/>
                  </a:ext>
                </a:extLst>
              </p:cNvPr>
              <p:cNvSpPr txBox="1">
                <a:spLocks noChangeArrowheads="1"/>
              </p:cNvSpPr>
              <p:nvPr>
                <p:custDataLst>
                  <p:tags r:id="rId3"/>
                </p:custDataLst>
              </p:nvPr>
            </p:nvSpPr>
            <p:spPr>
              <a:xfrm>
                <a:off x="1589102" y="1193306"/>
                <a:ext cx="4412204" cy="653509"/>
              </a:xfrm>
              <a:prstGeom prst="rect">
                <a:avLst/>
              </a:prstGeo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txBody>
              <a:bodyPr vert="horz" lIns="91440" tIns="45720" rIns="91440" bIns="45720" rtlCol="0">
                <a:normAutofit fontScale="70000" lnSpcReduction="20000"/>
              </a:bodyPr>
              <a:lstStyle>
                <a:lvl1pPr marL="228600" indent="-228600" algn="l" defTabSz="914400" rtl="0" eaLnBrk="1" latinLnBrk="0" hangingPunct="1">
                  <a:lnSpc>
                    <a:spcPct val="120000"/>
                  </a:lnSpc>
                  <a:spcBef>
                    <a:spcPts val="1000"/>
                  </a:spcBef>
                  <a:buSzPct val="125000"/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𝑇</m:t>
                      </m:r>
                      <m:d>
                        <m:dPr>
                          <m:ctrlP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</m:e>
                      </m:d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=2</m:t>
                      </m:r>
                      <m:r>
                        <a:rPr lang="en-US" b="0" i="1" smtClean="0">
                          <a:solidFill>
                            <a:schemeClr val="accent1"/>
                          </a:solidFill>
                          <a:latin typeface="Cambria Math" panose="02040503050406030204" pitchFamily="18" charset="0"/>
                        </a:rPr>
                        <m:t>𝑇</m:t>
                      </m:r>
                      <m:d>
                        <m:dPr>
                          <m:ctrlPr>
                            <a:rPr lang="en-US" b="0" i="1" smtClean="0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f>
                            <m:fPr>
                              <m:ctrlPr>
                                <a:rPr lang="en-US" b="0" i="1" smtClean="0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b="0" i="1" smtClean="0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num>
                            <m:den>
                              <m:r>
                                <a:rPr lang="en-US" b="0" i="1" smtClean="0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den>
                          </m:f>
                        </m:e>
                      </m:d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𝑛</m:t>
                      </m:r>
                    </m:oMath>
                  </m:oMathPara>
                </a14:m>
                <a:endParaRPr lang="en-US" b="0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4" name="Rectangle 3">
                <a:extLst>
                  <a:ext uri="{FF2B5EF4-FFF2-40B4-BE49-F238E27FC236}">
                    <a16:creationId xmlns:a16="http://schemas.microsoft.com/office/drawing/2014/main" id="{70FF268A-B3FE-9709-915B-A13A0DBF0A6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>
                <p:custDataLst>
                  <p:tags r:id="rId9"/>
                </p:custDataLst>
              </p:nvPr>
            </p:nvSpPr>
            <p:spPr>
              <a:xfrm>
                <a:off x="1589102" y="1193306"/>
                <a:ext cx="4412204" cy="653509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  <a:ln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Rectangle 3">
            <a:extLst>
              <a:ext uri="{FF2B5EF4-FFF2-40B4-BE49-F238E27FC236}">
                <a16:creationId xmlns:a16="http://schemas.microsoft.com/office/drawing/2014/main" id="{579E67EA-6038-EB64-6B62-F4E2EBCB3652}"/>
              </a:ext>
            </a:extLst>
          </p:cNvPr>
          <p:cNvSpPr txBox="1">
            <a:spLocks noChangeArrowheads="1"/>
          </p:cNvSpPr>
          <p:nvPr>
            <p:custDataLst>
              <p:tags r:id="rId4"/>
            </p:custDataLst>
          </p:nvPr>
        </p:nvSpPr>
        <p:spPr>
          <a:xfrm>
            <a:off x="7029636" y="2687399"/>
            <a:ext cx="2877845" cy="1211139"/>
          </a:xfrm>
          <a:prstGeom prst="rect">
            <a:avLst/>
          </a:prstGeom>
          <a:ln>
            <a:solidFill>
              <a:schemeClr val="tx1">
                <a:lumMod val="95000"/>
              </a:schemeClr>
            </a:solidFill>
          </a:ln>
        </p:spPr>
        <p:txBody>
          <a:bodyPr vert="horz" lIns="91440" tIns="45720" rIns="91440" bIns="45720" rtlCol="0">
            <a:normAutofit fontScale="70000" lnSpcReduction="20000"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dirty="0"/>
              <a:t>What is the general pattern here? How does this formula change as you continue to unroll?</a:t>
            </a: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C7049268-DDE8-A951-5722-0260A17632B0}"/>
              </a:ext>
            </a:extLst>
          </p:cNvPr>
          <p:cNvCxnSpPr>
            <a:cxnSpLocks/>
          </p:cNvCxnSpPr>
          <p:nvPr/>
        </p:nvCxnSpPr>
        <p:spPr>
          <a:xfrm flipV="1">
            <a:off x="6094411" y="4074849"/>
            <a:ext cx="935225" cy="914401"/>
          </a:xfrm>
          <a:prstGeom prst="line">
            <a:avLst/>
          </a:prstGeom>
          <a:ln>
            <a:solidFill>
              <a:schemeClr val="tx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1" name="Rectangle 3">
                <a:extLst>
                  <a:ext uri="{FF2B5EF4-FFF2-40B4-BE49-F238E27FC236}">
                    <a16:creationId xmlns:a16="http://schemas.microsoft.com/office/drawing/2014/main" id="{D87416EC-94D4-07E4-3093-7F2FEA4F3899}"/>
                  </a:ext>
                </a:extLst>
              </p:cNvPr>
              <p:cNvSpPr txBox="1">
                <a:spLocks noChangeArrowheads="1"/>
              </p:cNvSpPr>
              <p:nvPr>
                <p:custDataLst>
                  <p:tags r:id="rId5"/>
                </p:custDataLst>
              </p:nvPr>
            </p:nvSpPr>
            <p:spPr>
              <a:xfrm>
                <a:off x="7521493" y="4136994"/>
                <a:ext cx="3410507" cy="1112375"/>
              </a:xfrm>
              <a:prstGeom prst="rect">
                <a:avLst/>
              </a:prstGeo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txBody>
              <a:bodyPr vert="horz" lIns="91440" tIns="45720" rIns="91440" bIns="45720" rtlCol="0" anchor="ctr">
                <a:normAutofit/>
              </a:bodyPr>
              <a:lstStyle>
                <a:lvl1pPr marL="228600" indent="-228600" algn="l" defTabSz="914400" rtl="0" eaLnBrk="1" latinLnBrk="0" hangingPunct="1">
                  <a:lnSpc>
                    <a:spcPct val="120000"/>
                  </a:lnSpc>
                  <a:spcBef>
                    <a:spcPts val="1000"/>
                  </a:spcBef>
                  <a:buSzPct val="125000"/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𝑇</m:t>
                      </m:r>
                      <m:d>
                        <m:dPr>
                          <m:ctrlP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</m:e>
                      </m:d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e>
                        <m:sup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𝑑</m:t>
                          </m:r>
                        </m:sup>
                      </m:sSup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𝑇</m:t>
                      </m:r>
                      <m:d>
                        <m:dPr>
                          <m:ctrlP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f>
                            <m:fPr>
                              <m:ctrlP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num>
                            <m:den>
                              <m:sSup>
                                <m:sSupPr>
                                  <m:ctrlPr>
                                    <a:rPr lang="en-US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e>
                                <m:sup>
                                  <m:r>
                                    <a:rPr lang="en-US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𝑑</m:t>
                                  </m:r>
                                </m:sup>
                              </m:sSup>
                            </m:den>
                          </m:f>
                        </m:e>
                      </m:d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𝑑𝑛</m:t>
                      </m:r>
                    </m:oMath>
                  </m:oMathPara>
                </a14:m>
                <a:endParaRPr lang="en-US" b="0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11" name="Rectangle 3">
                <a:extLst>
                  <a:ext uri="{FF2B5EF4-FFF2-40B4-BE49-F238E27FC236}">
                    <a16:creationId xmlns:a16="http://schemas.microsoft.com/office/drawing/2014/main" id="{D87416EC-94D4-07E4-3093-7F2FEA4F389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>
                <p:custDataLst>
                  <p:tags r:id="rId11"/>
                </p:custDataLst>
              </p:nvPr>
            </p:nvSpPr>
            <p:spPr>
              <a:xfrm>
                <a:off x="7521493" y="4136994"/>
                <a:ext cx="3410507" cy="1112375"/>
              </a:xfrm>
              <a:prstGeom prst="rect">
                <a:avLst/>
              </a:prstGeom>
              <a:blipFill>
                <a:blip r:embed="rId12"/>
                <a:stretch>
                  <a:fillRect/>
                </a:stretch>
              </a:blipFill>
              <a:ln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72298797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18" name="Rectangle 2"/>
          <p:cNvSpPr>
            <a:spLocks noGrp="1" noChangeArrowheads="1"/>
          </p:cNvSpPr>
          <p:nvPr>
            <p:ph type="title"/>
            <p:custDataLst>
              <p:tags r:id="rId1"/>
            </p:custDataLst>
          </p:nvPr>
        </p:nvSpPr>
        <p:spPr>
          <a:xfrm>
            <a:off x="1143001" y="298922"/>
            <a:ext cx="9905998" cy="677622"/>
          </a:xfrm>
        </p:spPr>
        <p:txBody>
          <a:bodyPr/>
          <a:lstStyle/>
          <a:p>
            <a:pPr algn="ctr"/>
            <a:r>
              <a:rPr lang="en-US" dirty="0"/>
              <a:t>Directly Solve (unrolling the recurrence)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" name="Rectangle 3">
                <a:extLst>
                  <a:ext uri="{FF2B5EF4-FFF2-40B4-BE49-F238E27FC236}">
                    <a16:creationId xmlns:a16="http://schemas.microsoft.com/office/drawing/2014/main" id="{8CD34B5C-F85E-FA6E-3E43-8D686780918B}"/>
                  </a:ext>
                </a:extLst>
              </p:cNvPr>
              <p:cNvSpPr txBox="1">
                <a:spLocks noChangeArrowheads="1"/>
              </p:cNvSpPr>
              <p:nvPr>
                <p:custDataLst>
                  <p:tags r:id="rId2"/>
                </p:custDataLst>
              </p:nvPr>
            </p:nvSpPr>
            <p:spPr>
              <a:xfrm>
                <a:off x="2163378" y="2254928"/>
                <a:ext cx="3410507" cy="835358"/>
              </a:xfrm>
              <a:prstGeom prst="rect">
                <a:avLst/>
              </a:prstGeo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txBody>
              <a:bodyPr vert="horz" lIns="91440" tIns="45720" rIns="91440" bIns="45720" rtlCol="0" anchor="ctr">
                <a:normAutofit fontScale="92500"/>
              </a:bodyPr>
              <a:lstStyle>
                <a:lvl1pPr marL="228600" indent="-228600" algn="l" defTabSz="914400" rtl="0" eaLnBrk="1" latinLnBrk="0" hangingPunct="1">
                  <a:lnSpc>
                    <a:spcPct val="120000"/>
                  </a:lnSpc>
                  <a:spcBef>
                    <a:spcPts val="1000"/>
                  </a:spcBef>
                  <a:buSzPct val="125000"/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𝑇</m:t>
                      </m:r>
                      <m:d>
                        <m:dPr>
                          <m:ctrlP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</m:e>
                      </m:d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e>
                        <m:sup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𝑑</m:t>
                          </m:r>
                        </m:sup>
                      </m:sSup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𝑇</m:t>
                      </m:r>
                      <m:d>
                        <m:dPr>
                          <m:ctrlP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f>
                            <m:fPr>
                              <m:ctrlPr>
                                <a:rPr lang="en-US" b="0" i="1" smtClean="0">
                                  <a:solidFill>
                                    <a:schemeClr val="accent3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b="0" i="1" smtClean="0">
                                  <a:solidFill>
                                    <a:schemeClr val="accent3"/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num>
                            <m:den>
                              <m:sSup>
                                <m:sSupPr>
                                  <m:ctrlPr>
                                    <a:rPr lang="en-US" b="0" i="1" smtClean="0">
                                      <a:solidFill>
                                        <a:schemeClr val="accent3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b="0" i="1" smtClean="0">
                                      <a:solidFill>
                                        <a:schemeClr val="accent3"/>
                                      </a:solidFill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e>
                                <m:sup>
                                  <m:r>
                                    <a:rPr lang="en-US" b="0" i="1" smtClean="0">
                                      <a:solidFill>
                                        <a:schemeClr val="accent3"/>
                                      </a:solidFill>
                                      <a:latin typeface="Cambria Math" panose="02040503050406030204" pitchFamily="18" charset="0"/>
                                    </a:rPr>
                                    <m:t>𝑑</m:t>
                                  </m:r>
                                </m:sup>
                              </m:sSup>
                            </m:den>
                          </m:f>
                        </m:e>
                      </m:d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𝑑𝑛</m:t>
                      </m:r>
                    </m:oMath>
                  </m:oMathPara>
                </a14:m>
                <a:endParaRPr lang="en-US" b="0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2" name="Rectangle 3">
                <a:extLst>
                  <a:ext uri="{FF2B5EF4-FFF2-40B4-BE49-F238E27FC236}">
                    <a16:creationId xmlns:a16="http://schemas.microsoft.com/office/drawing/2014/main" id="{8CD34B5C-F85E-FA6E-3E43-8D686780918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>
                <p:custDataLst>
                  <p:tags r:id="rId7"/>
                </p:custDataLst>
              </p:nvPr>
            </p:nvSpPr>
            <p:spPr>
              <a:xfrm>
                <a:off x="2163378" y="2254928"/>
                <a:ext cx="3410507" cy="835358"/>
              </a:xfrm>
              <a:prstGeom prst="rect">
                <a:avLst/>
              </a:prstGeom>
              <a:blipFill>
                <a:blip r:embed="rId8"/>
                <a:stretch>
                  <a:fillRect b="-1493"/>
                </a:stretch>
              </a:blipFill>
              <a:ln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Rectangle 3">
            <a:extLst>
              <a:ext uri="{FF2B5EF4-FFF2-40B4-BE49-F238E27FC236}">
                <a16:creationId xmlns:a16="http://schemas.microsoft.com/office/drawing/2014/main" id="{09F7F940-37AB-F337-603A-6963B5184528}"/>
              </a:ext>
            </a:extLst>
          </p:cNvPr>
          <p:cNvSpPr txBox="1">
            <a:spLocks noChangeArrowheads="1"/>
          </p:cNvSpPr>
          <p:nvPr>
            <p:custDataLst>
              <p:tags r:id="rId3"/>
            </p:custDataLst>
          </p:nvPr>
        </p:nvSpPr>
        <p:spPr>
          <a:xfrm>
            <a:off x="1924236" y="4368670"/>
            <a:ext cx="3473388" cy="1211139"/>
          </a:xfrm>
          <a:prstGeom prst="rect">
            <a:avLst/>
          </a:prstGeom>
          <a:ln>
            <a:solidFill>
              <a:schemeClr val="tx1">
                <a:lumMod val="95000"/>
              </a:schemeClr>
            </a:solidFill>
          </a:ln>
        </p:spPr>
        <p:txBody>
          <a:bodyPr vert="horz" lIns="91440" tIns="45720" rIns="91440" bIns="45720" rtlCol="0">
            <a:normAutofit fontScale="85000" lnSpcReduction="10000"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dirty="0"/>
              <a:t>Next Step: When does this parameter hit 1? This is when the T() term finally goes away</a:t>
            </a:r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D32B2375-8C2D-8139-15C1-943C51818950}"/>
              </a:ext>
            </a:extLst>
          </p:cNvPr>
          <p:cNvCxnSpPr>
            <a:cxnSpLocks/>
          </p:cNvCxnSpPr>
          <p:nvPr/>
        </p:nvCxnSpPr>
        <p:spPr>
          <a:xfrm flipV="1">
            <a:off x="3868631" y="3310514"/>
            <a:ext cx="329029" cy="773214"/>
          </a:xfrm>
          <a:prstGeom prst="line">
            <a:avLst/>
          </a:prstGeom>
          <a:ln>
            <a:solidFill>
              <a:schemeClr val="tx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Rectangle 3">
                <a:extLst>
                  <a:ext uri="{FF2B5EF4-FFF2-40B4-BE49-F238E27FC236}">
                    <a16:creationId xmlns:a16="http://schemas.microsoft.com/office/drawing/2014/main" id="{B130E6BA-7794-2350-B725-D2BA681A14EC}"/>
                  </a:ext>
                </a:extLst>
              </p:cNvPr>
              <p:cNvSpPr txBox="1">
                <a:spLocks noChangeArrowheads="1"/>
              </p:cNvSpPr>
              <p:nvPr>
                <p:custDataLst>
                  <p:tags r:id="rId4"/>
                </p:custDataLst>
              </p:nvPr>
            </p:nvSpPr>
            <p:spPr>
              <a:xfrm>
                <a:off x="6899888" y="2254928"/>
                <a:ext cx="2188908" cy="1828800"/>
              </a:xfrm>
              <a:prstGeom prst="rect">
                <a:avLst/>
              </a:prstGeo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txBody>
              <a:bodyPr vert="horz" lIns="91440" tIns="45720" rIns="91440" bIns="45720" rtlCol="0">
                <a:normAutofit/>
              </a:bodyPr>
              <a:lstStyle>
                <a:lvl1pPr marL="228600" indent="-228600" algn="l" defTabSz="914400" rtl="0" eaLnBrk="1" latinLnBrk="0" hangingPunct="1">
                  <a:lnSpc>
                    <a:spcPct val="120000"/>
                  </a:lnSpc>
                  <a:spcBef>
                    <a:spcPts val="1000"/>
                  </a:spcBef>
                  <a:buSzPct val="125000"/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b="0" i="1" smtClean="0">
                              <a:solidFill>
                                <a:schemeClr val="accent3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solidFill>
                                <a:schemeClr val="accent3"/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</m:num>
                        <m:den>
                          <m:sSup>
                            <m:sSupPr>
                              <m:ctrlPr>
                                <a:rPr lang="en-US" b="0" i="1" smtClean="0">
                                  <a:solidFill>
                                    <a:schemeClr val="accent3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b="0" i="1" smtClean="0">
                                  <a:solidFill>
                                    <a:schemeClr val="accent3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e>
                            <m:sup>
                              <m:r>
                                <a:rPr lang="en-US" b="0" i="1" smtClean="0">
                                  <a:solidFill>
                                    <a:schemeClr val="accent3"/>
                                  </a:solidFill>
                                  <a:latin typeface="Cambria Math" panose="02040503050406030204" pitchFamily="18" charset="0"/>
                                </a:rPr>
                                <m:t>𝑑</m:t>
                              </m:r>
                            </m:sup>
                          </m:sSup>
                        </m:den>
                      </m:f>
                      <m:r>
                        <m:rPr>
                          <m:aln/>
                        </m:rP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1</m:t>
                      </m:r>
                    </m:oMath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𝑛</m:t>
                      </m:r>
                      <m:r>
                        <m:rPr>
                          <m:aln/>
                        </m:rP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e>
                        <m:sup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𝑑</m:t>
                          </m:r>
                        </m:sup>
                      </m:sSup>
                    </m:oMath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𝑑</m:t>
                      </m:r>
                      <m:r>
                        <m:rPr>
                          <m:aln/>
                        </m:rP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func>
                        <m:funcPr>
                          <m:ctrlP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sSub>
                            <m:sSubPr>
                              <m:ctrlP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b="0" i="0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log</m:t>
                              </m:r>
                            </m:e>
                            <m:sub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fName>
                        <m:e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func>
                    </m:oMath>
                  </m:oMathPara>
                </a14:m>
                <a:endParaRPr lang="en-US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6" name="Rectangle 3">
                <a:extLst>
                  <a:ext uri="{FF2B5EF4-FFF2-40B4-BE49-F238E27FC236}">
                    <a16:creationId xmlns:a16="http://schemas.microsoft.com/office/drawing/2014/main" id="{B130E6BA-7794-2350-B725-D2BA681A14E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>
                <p:custDataLst>
                  <p:tags r:id="rId9"/>
                </p:custDataLst>
              </p:nvPr>
            </p:nvSpPr>
            <p:spPr>
              <a:xfrm>
                <a:off x="6899888" y="2254928"/>
                <a:ext cx="2188908" cy="1828800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  <a:ln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0" name="Rectangle 3">
            <a:extLst>
              <a:ext uri="{FF2B5EF4-FFF2-40B4-BE49-F238E27FC236}">
                <a16:creationId xmlns:a16="http://schemas.microsoft.com/office/drawing/2014/main" id="{3001CDA0-9337-FF44-87B9-F4C04714186E}"/>
              </a:ext>
            </a:extLst>
          </p:cNvPr>
          <p:cNvSpPr txBox="1">
            <a:spLocks noChangeArrowheads="1"/>
          </p:cNvSpPr>
          <p:nvPr>
            <p:custDataLst>
              <p:tags r:id="rId5"/>
            </p:custDataLst>
          </p:nvPr>
        </p:nvSpPr>
        <p:spPr>
          <a:xfrm>
            <a:off x="7660690" y="5347939"/>
            <a:ext cx="3473388" cy="1211139"/>
          </a:xfrm>
          <a:prstGeom prst="rect">
            <a:avLst/>
          </a:prstGeom>
          <a:ln>
            <a:solidFill>
              <a:schemeClr val="tx1">
                <a:lumMod val="95000"/>
              </a:schemeClr>
            </a:solidFill>
          </a:ln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dirty="0"/>
              <a:t>Assume n is power of 2. Remember that T(1)=1. </a:t>
            </a:r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FED32379-54C3-F5B3-1817-3D149A6F579B}"/>
              </a:ext>
            </a:extLst>
          </p:cNvPr>
          <p:cNvCxnSpPr>
            <a:cxnSpLocks/>
          </p:cNvCxnSpPr>
          <p:nvPr/>
        </p:nvCxnSpPr>
        <p:spPr>
          <a:xfrm flipH="1" flipV="1">
            <a:off x="8336132" y="4199138"/>
            <a:ext cx="435006" cy="932155"/>
          </a:xfrm>
          <a:prstGeom prst="line">
            <a:avLst/>
          </a:prstGeom>
          <a:ln>
            <a:solidFill>
              <a:schemeClr val="tx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02351314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DB896A9-9ADC-93A4-61A8-D3BEC85FAC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18" name="Rectangle 2">
            <a:extLst>
              <a:ext uri="{FF2B5EF4-FFF2-40B4-BE49-F238E27FC236}">
                <a16:creationId xmlns:a16="http://schemas.microsoft.com/office/drawing/2014/main" id="{2F683B1B-56D0-89A9-E0C4-28F83100C7B2}"/>
              </a:ext>
            </a:extLst>
          </p:cNvPr>
          <p:cNvSpPr>
            <a:spLocks noGrp="1" noChangeArrowheads="1"/>
          </p:cNvSpPr>
          <p:nvPr>
            <p:ph type="title"/>
            <p:custDataLst>
              <p:tags r:id="rId1"/>
            </p:custDataLst>
          </p:nvPr>
        </p:nvSpPr>
        <p:spPr>
          <a:xfrm>
            <a:off x="1143001" y="298922"/>
            <a:ext cx="9905998" cy="677622"/>
          </a:xfrm>
        </p:spPr>
        <p:txBody>
          <a:bodyPr/>
          <a:lstStyle/>
          <a:p>
            <a:pPr algn="ctr"/>
            <a:r>
              <a:rPr lang="en-US" dirty="0"/>
              <a:t>Directly Solve (unrolling the recurrence)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4819" name="Rectangle 3">
                <a:extLst>
                  <a:ext uri="{FF2B5EF4-FFF2-40B4-BE49-F238E27FC236}">
                    <a16:creationId xmlns:a16="http://schemas.microsoft.com/office/drawing/2014/main" id="{00DC97EC-B28B-D95A-E310-D7B10FEEA60F}"/>
                  </a:ext>
                </a:extLst>
              </p:cNvPr>
              <p:cNvSpPr>
                <a:spLocks noGrp="1" noChangeArrowheads="1"/>
              </p:cNvSpPr>
              <p:nvPr>
                <p:ph sz="quarter" idx="1"/>
                <p:custDataLst>
                  <p:tags r:id="rId2"/>
                </p:custDataLst>
              </p:nvPr>
            </p:nvSpPr>
            <p:spPr>
              <a:xfrm>
                <a:off x="5157927" y="1873187"/>
                <a:ext cx="5193438" cy="2237174"/>
              </a:xfr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txBody>
              <a:bodyPr>
                <a:normAutofit/>
              </a:bodyPr>
              <a:lstStyle/>
              <a:p>
                <a:pPr marL="274320" lvl="1" indent="0">
                  <a:buNone/>
                </a:pPr>
                <a:r>
                  <a:rPr lang="en-US" dirty="0">
                    <a:solidFill>
                      <a:schemeClr val="bg1"/>
                    </a:solidFill>
                  </a:rPr>
                  <a:t>T(n)	=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i="1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e>
                      <m:sup>
                        <m:r>
                          <a:rPr lang="en-US" i="1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𝑑</m:t>
                        </m:r>
                      </m:sup>
                    </m:sSup>
                    <m:r>
                      <a:rPr lang="en-US" i="1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∗</m:t>
                    </m:r>
                    <m:r>
                      <a:rPr lang="en-US" i="1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𝑇</m:t>
                    </m:r>
                    <m:d>
                      <m:dPr>
                        <m:ctrlPr>
                          <a:rPr lang="en-US" i="1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f>
                          <m:fPr>
                            <m:ctrlPr>
                              <a:rPr lang="en-US" i="1" smtClean="0">
                                <a:solidFill>
                                  <a:schemeClr val="accent3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i="1">
                                <a:solidFill>
                                  <a:schemeClr val="accent3"/>
                                </a:solidFill>
                                <a:latin typeface="Cambria Math" panose="02040503050406030204" pitchFamily="18" charset="0"/>
                              </a:rPr>
                              <m:t>𝑛</m:t>
                            </m:r>
                          </m:num>
                          <m:den>
                            <m:sSup>
                              <m:sSupPr>
                                <m:ctrlPr>
                                  <a:rPr lang="en-US" i="1">
                                    <a:solidFill>
                                      <a:schemeClr val="accent3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en-US" i="1">
                                    <a:solidFill>
                                      <a:schemeClr val="accent3"/>
                                    </a:solidFill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e>
                              <m:sup>
                                <m:r>
                                  <a:rPr lang="en-US" i="1">
                                    <a:solidFill>
                                      <a:schemeClr val="accent3"/>
                                    </a:solidFill>
                                    <a:latin typeface="Cambria Math" panose="02040503050406030204" pitchFamily="18" charset="0"/>
                                  </a:rPr>
                                  <m:t>𝑑</m:t>
                                </m:r>
                              </m:sup>
                            </m:sSup>
                          </m:den>
                        </m:f>
                      </m:e>
                    </m:d>
                    <m:r>
                      <a:rPr lang="en-US" i="1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i="1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𝑑𝑛</m:t>
                    </m:r>
                  </m:oMath>
                </a14:m>
                <a:endParaRPr lang="en-US" dirty="0">
                  <a:solidFill>
                    <a:schemeClr val="bg1"/>
                  </a:solidFill>
                </a:endParaRPr>
              </a:p>
              <a:p>
                <a:pPr marL="274320" lvl="1" indent="0">
                  <a:buNone/>
                </a:pPr>
                <a:r>
                  <a:rPr lang="en-US" dirty="0">
                    <a:solidFill>
                      <a:schemeClr val="bg1"/>
                    </a:solidFill>
                  </a:rPr>
                  <a:t>	=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i="1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e>
                      <m:sup>
                        <m:func>
                          <m:funcPr>
                            <m:ctrlPr>
                              <a:rPr lang="en-US" b="0" i="1" smtClean="0">
                                <a:solidFill>
                                  <a:schemeClr val="accent4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funcPr>
                          <m:fName>
                            <m:sSub>
                              <m:sSubPr>
                                <m:ctrlPr>
                                  <a:rPr lang="en-US" b="0" i="1" smtClean="0">
                                    <a:solidFill>
                                      <a:schemeClr val="accent4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en-US" b="0" i="0" smtClean="0">
                                    <a:solidFill>
                                      <a:schemeClr val="accent4"/>
                                    </a:solidFill>
                                    <a:latin typeface="Cambria Math" panose="02040503050406030204" pitchFamily="18" charset="0"/>
                                  </a:rPr>
                                  <m:t>log</m:t>
                                </m:r>
                              </m:e>
                              <m:sub>
                                <m:r>
                                  <a:rPr lang="en-US" b="0" i="1" smtClean="0">
                                    <a:solidFill>
                                      <a:schemeClr val="accent4"/>
                                    </a:solidFill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b>
                            </m:sSub>
                          </m:fName>
                          <m:e>
                            <m:r>
                              <a:rPr lang="en-US" b="0" i="1" smtClean="0">
                                <a:solidFill>
                                  <a:schemeClr val="accent4"/>
                                </a:solidFill>
                                <a:latin typeface="Cambria Math" panose="02040503050406030204" pitchFamily="18" charset="0"/>
                              </a:rPr>
                              <m:t>(</m:t>
                            </m:r>
                            <m:r>
                              <a:rPr lang="en-US" b="0" i="1" smtClean="0">
                                <a:solidFill>
                                  <a:schemeClr val="accent4"/>
                                </a:solidFill>
                                <a:latin typeface="Cambria Math" panose="02040503050406030204" pitchFamily="18" charset="0"/>
                              </a:rPr>
                              <m:t>𝑛</m:t>
                            </m:r>
                            <m:r>
                              <a:rPr lang="en-US" b="0" i="1" smtClean="0">
                                <a:solidFill>
                                  <a:schemeClr val="accent4"/>
                                </a:solidFill>
                                <a:latin typeface="Cambria Math" panose="02040503050406030204" pitchFamily="18" charset="0"/>
                              </a:rPr>
                              <m:t>)</m:t>
                            </m:r>
                          </m:e>
                        </m:func>
                      </m:sup>
                    </m:sSup>
                    <m:r>
                      <a:rPr lang="en-US" i="1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∗</m:t>
                    </m:r>
                    <m:r>
                      <a:rPr lang="en-US" i="1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𝑇</m:t>
                    </m:r>
                    <m:d>
                      <m:dPr>
                        <m:ctrlPr>
                          <a:rPr lang="en-US" i="1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f>
                          <m:fPr>
                            <m:ctrlPr>
                              <a:rPr lang="en-US" i="1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i="1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𝑛</m:t>
                            </m:r>
                          </m:num>
                          <m:den>
                            <m:sSup>
                              <m:sSupPr>
                                <m:ctrlPr>
                                  <a:rPr lang="en-US" i="1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en-US" i="1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e>
                              <m:sup>
                                <m:func>
                                  <m:funcPr>
                                    <m:ctrlPr>
                                      <a:rPr lang="en-US" b="0" i="1" smtClean="0">
                                        <a:solidFill>
                                          <a:schemeClr val="accent4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funcPr>
                                  <m:fName>
                                    <m:sSub>
                                      <m:sSubPr>
                                        <m:ctrlPr>
                                          <a:rPr lang="en-US" b="0" i="1" smtClean="0">
                                            <a:solidFill>
                                              <a:schemeClr val="accent4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m:rPr>
                                            <m:sty m:val="p"/>
                                          </m:rPr>
                                          <a:rPr lang="en-US" b="0" i="0" smtClean="0">
                                            <a:solidFill>
                                              <a:schemeClr val="accent4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log</m:t>
                                        </m:r>
                                      </m:e>
                                      <m:sub>
                                        <m:r>
                                          <a:rPr lang="en-US" b="0" i="1" smtClean="0">
                                            <a:solidFill>
                                              <a:schemeClr val="accent4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2</m:t>
                                        </m:r>
                                      </m:sub>
                                    </m:sSub>
                                  </m:fName>
                                  <m:e>
                                    <m:d>
                                      <m:dPr>
                                        <m:ctrlPr>
                                          <a:rPr lang="en-US" b="0" i="1" smtClean="0">
                                            <a:solidFill>
                                              <a:schemeClr val="accent4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dPr>
                                      <m:e>
                                        <m:r>
                                          <a:rPr lang="en-US" b="0" i="1" smtClean="0">
                                            <a:solidFill>
                                              <a:schemeClr val="accent4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𝑛</m:t>
                                        </m:r>
                                      </m:e>
                                    </m:d>
                                  </m:e>
                                </m:func>
                              </m:sup>
                            </m:sSup>
                          </m:den>
                        </m:f>
                      </m:e>
                    </m:d>
                    <m:r>
                      <a:rPr lang="en-US" i="1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+</m:t>
                    </m:r>
                    <m:func>
                      <m:funcPr>
                        <m:ctrlPr>
                          <a:rPr lang="en-US" b="0" i="1" smtClean="0">
                            <a:solidFill>
                              <a:schemeClr val="accent4"/>
                            </a:solidFill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sSub>
                          <m:sSubPr>
                            <m:ctrlPr>
                              <a:rPr lang="en-US" b="0" i="1" smtClean="0">
                                <a:solidFill>
                                  <a:schemeClr val="accent4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b="0" i="0" smtClean="0">
                                <a:solidFill>
                                  <a:schemeClr val="accent4"/>
                                </a:solidFill>
                                <a:latin typeface="Cambria Math" panose="02040503050406030204" pitchFamily="18" charset="0"/>
                              </a:rPr>
                              <m:t>log</m:t>
                            </m:r>
                          </m:e>
                          <m:sub>
                            <m:r>
                              <a:rPr lang="en-US" b="0" i="1" smtClean="0">
                                <a:solidFill>
                                  <a:schemeClr val="accent4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fName>
                      <m:e>
                        <m:d>
                          <m:dPr>
                            <m:ctrlPr>
                              <a:rPr lang="en-US" b="0" i="1" smtClean="0">
                                <a:solidFill>
                                  <a:schemeClr val="accent4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b="0" i="1" smtClean="0">
                                <a:solidFill>
                                  <a:schemeClr val="accent4"/>
                                </a:solidFill>
                                <a:latin typeface="Cambria Math" panose="02040503050406030204" pitchFamily="18" charset="0"/>
                              </a:rPr>
                              <m:t>𝑛</m:t>
                            </m:r>
                          </m:e>
                        </m:d>
                        <m:r>
                          <a:rPr lang="en-US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∗</m:t>
                        </m:r>
                      </m:e>
                    </m:func>
                    <m:r>
                      <a:rPr lang="en-US" i="1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endParaRPr lang="en-US" dirty="0">
                  <a:solidFill>
                    <a:schemeClr val="bg1"/>
                  </a:solidFill>
                </a:endParaRPr>
              </a:p>
              <a:p>
                <a:pPr marL="274320" lvl="1" indent="0">
                  <a:buNone/>
                </a:pPr>
                <a:r>
                  <a:rPr lang="en-US" dirty="0">
                    <a:solidFill>
                      <a:schemeClr val="bg1"/>
                    </a:solidFill>
                  </a:rPr>
                  <a:t>	=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i="1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∗</m:t>
                    </m:r>
                    <m:r>
                      <a:rPr lang="en-US" i="1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𝑇</m:t>
                    </m:r>
                    <m:d>
                      <m:dPr>
                        <m:ctrlPr>
                          <a:rPr lang="en-US" i="1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e>
                    </m:d>
                    <m:r>
                      <a:rPr lang="en-US" i="1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+</m:t>
                    </m:r>
                    <m:func>
                      <m:funcPr>
                        <m:ctrlPr>
                          <a:rPr lang="en-US" i="1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sSub>
                          <m:sSubPr>
                            <m:ctrlPr>
                              <a:rPr lang="en-US" i="1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log</m:t>
                            </m:r>
                          </m:e>
                          <m:sub>
                            <m:r>
                              <a:rPr lang="en-US" i="1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fName>
                      <m:e>
                        <m:d>
                          <m:dPr>
                            <m:ctrlPr>
                              <a:rPr lang="en-US" i="1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i="1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𝑛</m:t>
                            </m:r>
                          </m:e>
                        </m:d>
                        <m:r>
                          <a:rPr lang="en-US" i="1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∗</m:t>
                        </m:r>
                      </m:e>
                    </m:func>
                    <m:r>
                      <a:rPr lang="en-US" i="1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i="1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endParaRPr lang="en-US" dirty="0">
                  <a:solidFill>
                    <a:schemeClr val="bg1"/>
                  </a:solidFill>
                </a:endParaRPr>
              </a:p>
              <a:p>
                <a:pPr marL="274320" lvl="1" indent="0">
                  <a:buNone/>
                </a:pPr>
                <a:r>
                  <a:rPr lang="en-US" b="1" i="1" dirty="0">
                    <a:solidFill>
                      <a:schemeClr val="bg1"/>
                    </a:solidFill>
                  </a:rPr>
                  <a:t>	= </a:t>
                </a:r>
                <a14:m>
                  <m:oMath xmlns:m="http://schemas.openxmlformats.org/officeDocument/2006/math">
                    <m:r>
                      <a:rPr lang="en-US" b="1" i="1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𝒏</m:t>
                    </m:r>
                    <m:r>
                      <a:rPr lang="en-US" b="1" i="1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+</m:t>
                    </m:r>
                    <m:func>
                      <m:funcPr>
                        <m:ctrlPr>
                          <a:rPr lang="en-US" b="1" i="1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sSub>
                          <m:sSubPr>
                            <m:ctrlPr>
                              <a:rPr lang="en-US" b="1" i="1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1" i="1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𝒍𝒐𝒈</m:t>
                            </m:r>
                          </m:e>
                          <m:sub>
                            <m:r>
                              <a:rPr lang="en-US" b="1" i="1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𝟐</m:t>
                            </m:r>
                          </m:sub>
                        </m:sSub>
                      </m:fName>
                      <m:e>
                        <m:d>
                          <m:dPr>
                            <m:ctrlPr>
                              <a:rPr lang="en-US" b="1" i="1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b="1" i="1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𝒏</m:t>
                            </m:r>
                          </m:e>
                        </m:d>
                        <m:r>
                          <a:rPr lang="en-US" b="1" i="1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∗</m:t>
                        </m:r>
                      </m:e>
                    </m:func>
                    <m:r>
                      <a:rPr lang="en-US" b="1" i="1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𝒏</m:t>
                    </m:r>
                    <m:r>
                      <a:rPr lang="en-US" b="1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1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𝜣</m:t>
                    </m:r>
                    <m:r>
                      <a:rPr lang="en-US" b="1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1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𝒏𝒍𝒐𝒈</m:t>
                    </m:r>
                    <m:d>
                      <m:dPr>
                        <m:ctrlPr>
                          <a:rPr lang="en-US" b="1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1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𝒏</m:t>
                        </m:r>
                      </m:e>
                    </m:d>
                    <m:r>
                      <a:rPr lang="en-US" b="1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)</m:t>
                    </m:r>
                    <m:r>
                      <a:rPr lang="en-US" b="1" i="1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b="1" i="1" dirty="0">
                    <a:solidFill>
                      <a:schemeClr val="bg1"/>
                    </a:solidFill>
                  </a:rPr>
                  <a:t> </a:t>
                </a:r>
                <a:endParaRPr lang="en-US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34819" name="Rectangle 3">
                <a:extLst>
                  <a:ext uri="{FF2B5EF4-FFF2-40B4-BE49-F238E27FC236}">
                    <a16:creationId xmlns:a16="http://schemas.microsoft.com/office/drawing/2014/main" id="{00DC97EC-B28B-D95A-E310-D7B10FEEA60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"/>
                <p:custDataLst>
                  <p:tags r:id="rId7"/>
                </p:custDataLst>
              </p:nvPr>
            </p:nvSpPr>
            <p:spPr>
              <a:xfrm>
                <a:off x="5157927" y="1873187"/>
                <a:ext cx="5193438" cy="2237174"/>
              </a:xfrm>
              <a:blipFill>
                <a:blip r:embed="rId8"/>
                <a:stretch>
                  <a:fillRect/>
                </a:stretch>
              </a:blipFill>
              <a:ln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" name="Rectangle 3">
                <a:extLst>
                  <a:ext uri="{FF2B5EF4-FFF2-40B4-BE49-F238E27FC236}">
                    <a16:creationId xmlns:a16="http://schemas.microsoft.com/office/drawing/2014/main" id="{525603FF-B7FF-282D-AD73-F918D7126551}"/>
                  </a:ext>
                </a:extLst>
              </p:cNvPr>
              <p:cNvSpPr txBox="1">
                <a:spLocks noChangeArrowheads="1"/>
              </p:cNvSpPr>
              <p:nvPr>
                <p:custDataLst>
                  <p:tags r:id="rId3"/>
                </p:custDataLst>
              </p:nvPr>
            </p:nvSpPr>
            <p:spPr>
              <a:xfrm>
                <a:off x="2084034" y="1873187"/>
                <a:ext cx="2188908" cy="1828800"/>
              </a:xfrm>
              <a:prstGeom prst="rect">
                <a:avLst/>
              </a:prstGeo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txBody>
              <a:bodyPr vert="horz" lIns="91440" tIns="45720" rIns="91440" bIns="45720" rtlCol="0">
                <a:normAutofit/>
              </a:bodyPr>
              <a:lstStyle>
                <a:lvl1pPr marL="228600" indent="-228600" algn="l" defTabSz="914400" rtl="0" eaLnBrk="1" latinLnBrk="0" hangingPunct="1">
                  <a:lnSpc>
                    <a:spcPct val="120000"/>
                  </a:lnSpc>
                  <a:spcBef>
                    <a:spcPts val="1000"/>
                  </a:spcBef>
                  <a:buSzPct val="125000"/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b="0" i="1" smtClean="0">
                              <a:solidFill>
                                <a:schemeClr val="accent3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solidFill>
                                <a:schemeClr val="accent3"/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</m:num>
                        <m:den>
                          <m:sSup>
                            <m:sSupPr>
                              <m:ctrlPr>
                                <a:rPr lang="en-US" b="0" i="1" smtClean="0">
                                  <a:solidFill>
                                    <a:schemeClr val="accent3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b="0" i="1" smtClean="0">
                                  <a:solidFill>
                                    <a:schemeClr val="accent3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e>
                            <m:sup>
                              <m:r>
                                <a:rPr lang="en-US" b="0" i="1" smtClean="0">
                                  <a:solidFill>
                                    <a:schemeClr val="accent3"/>
                                  </a:solidFill>
                                  <a:latin typeface="Cambria Math" panose="02040503050406030204" pitchFamily="18" charset="0"/>
                                </a:rPr>
                                <m:t>𝑑</m:t>
                              </m:r>
                            </m:sup>
                          </m:sSup>
                        </m:den>
                      </m:f>
                      <m:r>
                        <m:rPr>
                          <m:aln/>
                        </m:rP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1</m:t>
                      </m:r>
                    </m:oMath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𝑛</m:t>
                      </m:r>
                      <m:r>
                        <m:rPr>
                          <m:aln/>
                        </m:rP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e>
                        <m:sup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𝑑</m:t>
                          </m:r>
                        </m:sup>
                      </m:sSup>
                    </m:oMath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accent4"/>
                          </a:solidFill>
                          <a:latin typeface="Cambria Math" panose="02040503050406030204" pitchFamily="18" charset="0"/>
                        </a:rPr>
                        <m:t>𝑑</m:t>
                      </m:r>
                      <m:r>
                        <m:rPr>
                          <m:aln/>
                        </m:rPr>
                        <a:rPr lang="en-US" b="0" i="1" smtClean="0">
                          <a:solidFill>
                            <a:schemeClr val="accent4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func>
                        <m:funcPr>
                          <m:ctrlPr>
                            <a:rPr lang="en-US" b="0" i="1" smtClean="0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sSub>
                            <m:sSubPr>
                              <m:ctrlPr>
                                <a:rPr lang="en-US" b="0" i="1" smtClean="0">
                                  <a:solidFill>
                                    <a:schemeClr val="accent4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b="0" i="0" smtClean="0">
                                  <a:solidFill>
                                    <a:schemeClr val="accent4"/>
                                  </a:solidFill>
                                  <a:latin typeface="Cambria Math" panose="02040503050406030204" pitchFamily="18" charset="0"/>
                                </a:rPr>
                                <m:t>log</m:t>
                              </m:r>
                            </m:e>
                            <m:sub>
                              <m:r>
                                <a:rPr lang="en-US" b="0" i="1" smtClean="0">
                                  <a:solidFill>
                                    <a:schemeClr val="accent4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fName>
                        <m:e>
                          <m:r>
                            <a:rPr lang="en-US" b="0" i="1" smtClean="0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b="0" i="1" smtClean="0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en-US" b="0" i="1" smtClean="0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func>
                    </m:oMath>
                  </m:oMathPara>
                </a14:m>
                <a:endParaRPr lang="en-US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2" name="Rectangle 3">
                <a:extLst>
                  <a:ext uri="{FF2B5EF4-FFF2-40B4-BE49-F238E27FC236}">
                    <a16:creationId xmlns:a16="http://schemas.microsoft.com/office/drawing/2014/main" id="{525603FF-B7FF-282D-AD73-F918D712655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>
                <p:custDataLst>
                  <p:tags r:id="rId9"/>
                </p:custDataLst>
              </p:nvPr>
            </p:nvSpPr>
            <p:spPr>
              <a:xfrm>
                <a:off x="2084034" y="1873187"/>
                <a:ext cx="2188908" cy="1828800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  <a:ln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Rectangle 3">
            <a:extLst>
              <a:ext uri="{FF2B5EF4-FFF2-40B4-BE49-F238E27FC236}">
                <a16:creationId xmlns:a16="http://schemas.microsoft.com/office/drawing/2014/main" id="{E9009DA2-F137-7466-704E-8689D5153F4A}"/>
              </a:ext>
            </a:extLst>
          </p:cNvPr>
          <p:cNvSpPr txBox="1">
            <a:spLocks noChangeArrowheads="1"/>
          </p:cNvSpPr>
          <p:nvPr>
            <p:custDataLst>
              <p:tags r:id="rId4"/>
            </p:custDataLst>
          </p:nvPr>
        </p:nvSpPr>
        <p:spPr>
          <a:xfrm>
            <a:off x="2084034" y="3785466"/>
            <a:ext cx="2188908" cy="449181"/>
          </a:xfrm>
          <a:prstGeom prst="rect">
            <a:avLst/>
          </a:prstGeom>
          <a:ln>
            <a:solidFill>
              <a:schemeClr val="tx1">
                <a:lumMod val="95000"/>
              </a:schemeClr>
            </a:solidFill>
          </a:ln>
        </p:spPr>
        <p:txBody>
          <a:bodyPr vert="horz" lIns="91440" tIns="45720" rIns="91440" bIns="45720" rtlCol="0">
            <a:normAutofit fontScale="77500" lnSpcReduction="20000"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i="1" dirty="0"/>
              <a:t>…from previous slide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Rectangle 3">
                <a:extLst>
                  <a:ext uri="{FF2B5EF4-FFF2-40B4-BE49-F238E27FC236}">
                    <a16:creationId xmlns:a16="http://schemas.microsoft.com/office/drawing/2014/main" id="{59063165-66CC-419D-F7F1-24A014B26A84}"/>
                  </a:ext>
                </a:extLst>
              </p:cNvPr>
              <p:cNvSpPr txBox="1">
                <a:spLocks noChangeArrowheads="1"/>
              </p:cNvSpPr>
              <p:nvPr>
                <p:custDataLst>
                  <p:tags r:id="rId5"/>
                </p:custDataLst>
              </p:nvPr>
            </p:nvSpPr>
            <p:spPr>
              <a:xfrm>
                <a:off x="7660690" y="5347939"/>
                <a:ext cx="2930370" cy="1211139"/>
              </a:xfrm>
              <a:prstGeom prst="rect">
                <a:avLst/>
              </a:prstGeom>
              <a:ln>
                <a:solidFill>
                  <a:schemeClr val="tx1">
                    <a:lumMod val="95000"/>
                  </a:schemeClr>
                </a:solidFill>
              </a:ln>
            </p:spPr>
            <p:txBody>
              <a:bodyPr vert="horz" lIns="91440" tIns="45720" rIns="91440" bIns="45720" rtlCol="0">
                <a:normAutofit/>
              </a:bodyPr>
              <a:lstStyle>
                <a:lvl1pPr marL="228600" indent="-228600" algn="l" defTabSz="914400" rtl="0" eaLnBrk="1" latinLnBrk="0" hangingPunct="1">
                  <a:lnSpc>
                    <a:spcPct val="120000"/>
                  </a:lnSpc>
                  <a:spcBef>
                    <a:spcPts val="1000"/>
                  </a:spcBef>
                  <a:buSzPct val="125000"/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Font typeface="Arial" panose="020B0604020202020204" pitchFamily="34" charset="0"/>
                  <a:buNone/>
                </a:pPr>
                <a:r>
                  <a:rPr lang="en-US" dirty="0"/>
                  <a:t>We are done! Solution is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</a:rPr>
                      <m:t>Θ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𝑛𝑙𝑜𝑔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dirty="0"/>
              </a:p>
            </p:txBody>
          </p:sp>
        </mc:Choice>
        <mc:Fallback xmlns="">
          <p:sp>
            <p:nvSpPr>
              <p:cNvPr id="4" name="Rectangle 3">
                <a:extLst>
                  <a:ext uri="{FF2B5EF4-FFF2-40B4-BE49-F238E27FC236}">
                    <a16:creationId xmlns:a16="http://schemas.microsoft.com/office/drawing/2014/main" id="{59063165-66CC-419D-F7F1-24A014B26A8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>
                <p:custDataLst>
                  <p:tags r:id="rId11"/>
                </p:custDataLst>
              </p:nvPr>
            </p:nvSpPr>
            <p:spPr>
              <a:xfrm>
                <a:off x="7660690" y="5347939"/>
                <a:ext cx="2930370" cy="1211139"/>
              </a:xfrm>
              <a:prstGeom prst="rect">
                <a:avLst/>
              </a:prstGeom>
              <a:blipFill>
                <a:blip r:embed="rId12"/>
                <a:stretch>
                  <a:fillRect l="-3004" r="-2146"/>
                </a:stretch>
              </a:blipFill>
              <a:ln>
                <a:solidFill>
                  <a:schemeClr val="tx1">
                    <a:lumMod val="95000"/>
                  </a:schemeClr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5F0F8FC1-B0A5-13F2-C0F3-F74EC3222F47}"/>
              </a:ext>
            </a:extLst>
          </p:cNvPr>
          <p:cNvCxnSpPr>
            <a:cxnSpLocks/>
          </p:cNvCxnSpPr>
          <p:nvPr/>
        </p:nvCxnSpPr>
        <p:spPr>
          <a:xfrm flipV="1">
            <a:off x="8771138" y="4332303"/>
            <a:ext cx="248575" cy="798990"/>
          </a:xfrm>
          <a:prstGeom prst="line">
            <a:avLst/>
          </a:prstGeom>
          <a:ln>
            <a:solidFill>
              <a:schemeClr val="tx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28008043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866" name="Rectangle 2"/>
          <p:cNvSpPr>
            <a:spLocks noGrp="1" noChangeArrowheads="1"/>
          </p:cNvSpPr>
          <p:nvPr>
            <p:ph type="title"/>
            <p:custDataLst>
              <p:tags r:id="rId1"/>
            </p:custDataLst>
          </p:nvPr>
        </p:nvSpPr>
        <p:spPr>
          <a:xfrm>
            <a:off x="1143001" y="628875"/>
            <a:ext cx="9905998" cy="739765"/>
          </a:xfrm>
        </p:spPr>
        <p:txBody>
          <a:bodyPr>
            <a:normAutofit/>
          </a:bodyPr>
          <a:lstStyle/>
          <a:p>
            <a:pPr algn="ctr"/>
            <a:r>
              <a:rPr lang="en-US" dirty="0"/>
              <a:t>Another Example!!</a:t>
            </a:r>
          </a:p>
        </p:txBody>
      </p:sp>
      <p:sp>
        <p:nvSpPr>
          <p:cNvPr id="36867" name="Rectangle 3"/>
          <p:cNvSpPr>
            <a:spLocks noGrp="1" noChangeArrowheads="1"/>
          </p:cNvSpPr>
          <p:nvPr>
            <p:ph sz="quarter" idx="1"/>
            <p:custDataLst>
              <p:tags r:id="rId2"/>
            </p:custDataLst>
          </p:nvPr>
        </p:nvSpPr>
        <p:spPr>
          <a:xfrm>
            <a:off x="4725347" y="2107445"/>
            <a:ext cx="2738130" cy="502591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Consider: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" name="Rectangle 3">
                <a:extLst>
                  <a:ext uri="{FF2B5EF4-FFF2-40B4-BE49-F238E27FC236}">
                    <a16:creationId xmlns:a16="http://schemas.microsoft.com/office/drawing/2014/main" id="{A287ACE6-7D80-F0E8-F7D0-6AB64F1CB663}"/>
                  </a:ext>
                </a:extLst>
              </p:cNvPr>
              <p:cNvSpPr txBox="1">
                <a:spLocks noChangeArrowheads="1"/>
              </p:cNvSpPr>
              <p:nvPr>
                <p:custDataLst>
                  <p:tags r:id="rId3"/>
                </p:custDataLst>
              </p:nvPr>
            </p:nvSpPr>
            <p:spPr>
              <a:xfrm>
                <a:off x="4725347" y="2583402"/>
                <a:ext cx="2738130" cy="918100"/>
              </a:xfrm>
              <a:prstGeom prst="rect">
                <a:avLst/>
              </a:prstGeo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txBody>
              <a:bodyPr vert="horz" lIns="91440" tIns="45720" rIns="91440" bIns="45720" rtlCol="0" anchor="ctr">
                <a:normAutofit/>
              </a:bodyPr>
              <a:lstStyle>
                <a:lvl1pPr marL="228600" indent="-228600" algn="l" defTabSz="914400" rtl="0" eaLnBrk="1" latinLnBrk="0" hangingPunct="1">
                  <a:lnSpc>
                    <a:spcPct val="120000"/>
                  </a:lnSpc>
                  <a:spcBef>
                    <a:spcPts val="1000"/>
                  </a:spcBef>
                  <a:buSzPct val="125000"/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Font typeface="Arial" panose="020B0604020202020204" pitchFamily="34" charset="0"/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𝑇</m:t>
                      </m:r>
                      <m:d>
                        <m:dPr>
                          <m:ctrlP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</m:e>
                      </m:d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=3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𝑇</m:t>
                      </m:r>
                      <m:d>
                        <m:dPr>
                          <m:ctrlP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f>
                            <m:fPr>
                              <m:ctrlP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num>
                            <m:den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4</m:t>
                              </m:r>
                            </m:den>
                          </m:f>
                        </m:e>
                      </m:d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𝑛</m:t>
                      </m:r>
                    </m:oMath>
                  </m:oMathPara>
                </a14:m>
                <a:endParaRPr lang="en-US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2" name="Rectangle 3">
                <a:extLst>
                  <a:ext uri="{FF2B5EF4-FFF2-40B4-BE49-F238E27FC236}">
                    <a16:creationId xmlns:a16="http://schemas.microsoft.com/office/drawing/2014/main" id="{A287ACE6-7D80-F0E8-F7D0-6AB64F1CB66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>
                <p:custDataLst>
                  <p:tags r:id="rId5"/>
                </p:custDataLst>
              </p:nvPr>
            </p:nvSpPr>
            <p:spPr>
              <a:xfrm>
                <a:off x="4725347" y="2583402"/>
                <a:ext cx="2738130" cy="918100"/>
              </a:xfrm>
              <a:prstGeom prst="rect">
                <a:avLst/>
              </a:prstGeom>
              <a:blipFill>
                <a:blip r:embed="rId6"/>
                <a:stretch>
                  <a:fillRect b="-2740"/>
                </a:stretch>
              </a:blipFill>
              <a:ln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22194704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866" name="Rectangle 2"/>
          <p:cNvSpPr>
            <a:spLocks noGrp="1" noChangeArrowheads="1"/>
          </p:cNvSpPr>
          <p:nvPr>
            <p:ph type="title"/>
            <p:custDataLst>
              <p:tags r:id="rId1"/>
            </p:custDataLst>
          </p:nvPr>
        </p:nvSpPr>
        <p:spPr>
          <a:xfrm>
            <a:off x="1143001" y="217442"/>
            <a:ext cx="9905998" cy="600682"/>
          </a:xfrm>
        </p:spPr>
        <p:txBody>
          <a:bodyPr>
            <a:normAutofit/>
          </a:bodyPr>
          <a:lstStyle/>
          <a:p>
            <a:pPr algn="ctr"/>
            <a:r>
              <a:rPr lang="en-US" dirty="0"/>
              <a:t>Unroll the recurrence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6867" name="Rectangle 3"/>
              <p:cNvSpPr>
                <a:spLocks noGrp="1" noChangeArrowheads="1"/>
              </p:cNvSpPr>
              <p:nvPr>
                <p:ph sz="quarter" idx="1"/>
                <p:custDataLst>
                  <p:tags r:id="rId2"/>
                </p:custDataLst>
              </p:nvPr>
            </p:nvSpPr>
            <p:spPr>
              <a:xfrm>
                <a:off x="1761394" y="1976433"/>
                <a:ext cx="3495376" cy="4595545"/>
              </a:xfr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txBody>
              <a:bodyPr>
                <a:normAutofit fontScale="70000" lnSpcReduction="20000"/>
              </a:bodyPr>
              <a:lstStyle/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𝑇</m:t>
                      </m:r>
                      <m:d>
                        <m:dPr>
                          <m:ctrlP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</m:e>
                      </m:d>
                      <m:r>
                        <m:rPr>
                          <m:aln/>
                        </m:rP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3</m:t>
                      </m:r>
                      <m:r>
                        <a:rPr lang="en-US" b="0" i="1" smtClean="0">
                          <a:solidFill>
                            <a:schemeClr val="accent1"/>
                          </a:solidFill>
                          <a:latin typeface="Cambria Math" panose="02040503050406030204" pitchFamily="18" charset="0"/>
                        </a:rPr>
                        <m:t>𝑇</m:t>
                      </m:r>
                      <m:d>
                        <m:dPr>
                          <m:ctrlPr>
                            <a:rPr lang="en-US" b="0" i="1" smtClean="0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f>
                            <m:fPr>
                              <m:ctrlPr>
                                <a:rPr lang="en-US" b="0" i="1" smtClean="0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b="0" i="1" smtClean="0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num>
                            <m:den>
                              <m:r>
                                <a:rPr lang="en-US" b="0" i="1" smtClean="0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</a:rPr>
                                <m:t>4</m:t>
                              </m:r>
                            </m:den>
                          </m:f>
                        </m:e>
                      </m:d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𝑛</m:t>
                      </m:r>
                    </m:oMath>
                    <m:oMath xmlns:m="http://schemas.openxmlformats.org/officeDocument/2006/math">
                      <m:r>
                        <m:rPr>
                          <m:aln/>
                        </m:rP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3</m:t>
                      </m:r>
                      <m:d>
                        <m:dPr>
                          <m:ctrlP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</a:rPr>
                            <m:t>3</m:t>
                          </m:r>
                          <m:r>
                            <a:rPr lang="en-US" b="0" i="1" smtClean="0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</a:rPr>
                            <m:t>𝑇</m:t>
                          </m:r>
                          <m:d>
                            <m:dPr>
                              <m:ctrlPr>
                                <a:rPr lang="en-US" b="0" i="1" smtClean="0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f>
                                <m:fPr>
                                  <m:ctrlPr>
                                    <a:rPr lang="en-US" b="0" i="1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b="0" i="1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num>
                                <m:den>
                                  <m:r>
                                    <a:rPr lang="en-US" b="0" i="1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  <m:t>16</m:t>
                                  </m:r>
                                </m:den>
                              </m:f>
                            </m:e>
                          </m:d>
                          <m:r>
                            <a:rPr lang="en-US" b="0" i="1" smtClean="0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</a:rPr>
                            <m:t>+</m:t>
                          </m:r>
                          <m:f>
                            <m:fPr>
                              <m:ctrlPr>
                                <a:rPr lang="en-US" b="0" i="1" smtClean="0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b="0" i="1" smtClean="0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num>
                            <m:den>
                              <m:r>
                                <a:rPr lang="en-US" b="0" i="1" smtClean="0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</a:rPr>
                                <m:t>4</m:t>
                              </m:r>
                            </m:den>
                          </m:f>
                        </m:e>
                      </m:d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𝑛</m:t>
                      </m:r>
                    </m:oMath>
                    <m:oMath xmlns:m="http://schemas.openxmlformats.org/officeDocument/2006/math">
                      <m:r>
                        <m:rPr>
                          <m:aln/>
                        </m:rP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9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𝑇</m:t>
                      </m:r>
                      <m:d>
                        <m:dPr>
                          <m:ctrlP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f>
                            <m:fPr>
                              <m:ctrlP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num>
                            <m:den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16</m:t>
                              </m:r>
                            </m:den>
                          </m:f>
                        </m:e>
                      </m:d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f>
                        <m:fPr>
                          <m:ctrlP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3</m:t>
                          </m:r>
                        </m:num>
                        <m:den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4</m:t>
                          </m:r>
                        </m:den>
                      </m:f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𝑛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𝑛</m:t>
                      </m:r>
                    </m:oMath>
                    <m:oMath xmlns:m="http://schemas.openxmlformats.org/officeDocument/2006/math">
                      <m:r>
                        <m:rPr>
                          <m:aln/>
                        </m:rP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9</m:t>
                      </m:r>
                      <m:r>
                        <a:rPr lang="en-US" b="0" i="1" smtClean="0">
                          <a:solidFill>
                            <a:schemeClr val="accent3"/>
                          </a:solidFill>
                          <a:latin typeface="Cambria Math" panose="02040503050406030204" pitchFamily="18" charset="0"/>
                        </a:rPr>
                        <m:t>𝑇</m:t>
                      </m:r>
                      <m:d>
                        <m:dPr>
                          <m:ctrlPr>
                            <a:rPr lang="en-US" b="0" i="1" smtClean="0">
                              <a:solidFill>
                                <a:schemeClr val="accent3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f>
                            <m:fPr>
                              <m:ctrlPr>
                                <a:rPr lang="en-US" b="0" i="1" smtClean="0">
                                  <a:solidFill>
                                    <a:schemeClr val="accent3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b="0" i="1" smtClean="0">
                                  <a:solidFill>
                                    <a:schemeClr val="accent3"/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num>
                            <m:den>
                              <m:r>
                                <a:rPr lang="en-US" b="0" i="1" smtClean="0">
                                  <a:solidFill>
                                    <a:schemeClr val="accent3"/>
                                  </a:solidFill>
                                  <a:latin typeface="Cambria Math" panose="02040503050406030204" pitchFamily="18" charset="0"/>
                                </a:rPr>
                                <m:t>16</m:t>
                              </m:r>
                            </m:den>
                          </m:f>
                        </m:e>
                      </m:d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f>
                        <m:fPr>
                          <m:ctrlP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7</m:t>
                          </m:r>
                        </m:num>
                        <m:den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4</m:t>
                          </m:r>
                        </m:den>
                      </m:f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𝑛</m:t>
                      </m:r>
                    </m:oMath>
                  </m:oMathPara>
                </a14:m>
                <a:endParaRPr lang="en-US" dirty="0">
                  <a:solidFill>
                    <a:schemeClr val="bg1"/>
                  </a:solidFill>
                </a:endParaRPr>
              </a:p>
              <a:p>
                <a:pPr marL="0" indent="0">
                  <a:buNone/>
                </a:pPr>
                <a:endParaRPr lang="en-US" dirty="0">
                  <a:solidFill>
                    <a:schemeClr val="bg1"/>
                  </a:solidFill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𝑇</m:t>
                      </m:r>
                      <m:d>
                        <m:dPr>
                          <m:ctrlP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</m:e>
                      </m:d>
                      <m:r>
                        <m:rPr>
                          <m:aln/>
                        </m:rP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9</m:t>
                      </m:r>
                      <m:d>
                        <m:dPr>
                          <m:ctrlP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solidFill>
                                <a:schemeClr val="accent3"/>
                              </a:solidFill>
                              <a:latin typeface="Cambria Math" panose="02040503050406030204" pitchFamily="18" charset="0"/>
                            </a:rPr>
                            <m:t>3</m:t>
                          </m:r>
                          <m:r>
                            <a:rPr lang="en-US" b="0" i="1" smtClean="0">
                              <a:solidFill>
                                <a:schemeClr val="accent3"/>
                              </a:solidFill>
                              <a:latin typeface="Cambria Math" panose="02040503050406030204" pitchFamily="18" charset="0"/>
                            </a:rPr>
                            <m:t>𝑇</m:t>
                          </m:r>
                          <m:d>
                            <m:dPr>
                              <m:ctrlPr>
                                <a:rPr lang="en-US" b="0" i="1" smtClean="0">
                                  <a:solidFill>
                                    <a:schemeClr val="accent3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f>
                                <m:fPr>
                                  <m:ctrlPr>
                                    <a:rPr lang="en-US" b="0" i="1" smtClean="0">
                                      <a:solidFill>
                                        <a:schemeClr val="accent3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b="0" i="1" smtClean="0">
                                      <a:solidFill>
                                        <a:schemeClr val="accent3"/>
                                      </a:solidFill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num>
                                <m:den>
                                  <m:r>
                                    <a:rPr lang="en-US" b="0" i="1" smtClean="0">
                                      <a:solidFill>
                                        <a:schemeClr val="accent3"/>
                                      </a:solidFill>
                                      <a:latin typeface="Cambria Math" panose="02040503050406030204" pitchFamily="18" charset="0"/>
                                    </a:rPr>
                                    <m:t>64</m:t>
                                  </m:r>
                                </m:den>
                              </m:f>
                            </m:e>
                          </m:d>
                          <m:r>
                            <a:rPr lang="en-US" b="0" i="1" smtClean="0">
                              <a:solidFill>
                                <a:schemeClr val="accent3"/>
                              </a:solidFill>
                              <a:latin typeface="Cambria Math" panose="02040503050406030204" pitchFamily="18" charset="0"/>
                            </a:rPr>
                            <m:t>+</m:t>
                          </m:r>
                          <m:f>
                            <m:fPr>
                              <m:ctrlPr>
                                <a:rPr lang="en-US" b="0" i="1" smtClean="0">
                                  <a:solidFill>
                                    <a:schemeClr val="accent3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b="0" i="1" smtClean="0">
                                  <a:solidFill>
                                    <a:schemeClr val="accent3"/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num>
                            <m:den>
                              <m:r>
                                <a:rPr lang="en-US" b="0" i="1" smtClean="0">
                                  <a:solidFill>
                                    <a:schemeClr val="accent3"/>
                                  </a:solidFill>
                                  <a:latin typeface="Cambria Math" panose="02040503050406030204" pitchFamily="18" charset="0"/>
                                </a:rPr>
                                <m:t>16</m:t>
                              </m:r>
                            </m:den>
                          </m:f>
                        </m:e>
                      </m:d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f>
                        <m:fPr>
                          <m:ctrlP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7</m:t>
                          </m:r>
                        </m:num>
                        <m:den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4</m:t>
                          </m:r>
                        </m:den>
                      </m:f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𝑛</m:t>
                      </m:r>
                    </m:oMath>
                    <m:oMath xmlns:m="http://schemas.openxmlformats.org/officeDocument/2006/math">
                      <m:r>
                        <m:rPr>
                          <m:aln/>
                        </m:rP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27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𝑇</m:t>
                      </m:r>
                      <m:d>
                        <m:dPr>
                          <m:ctrlP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f>
                            <m:fPr>
                              <m:ctrlP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num>
                            <m:den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64</m:t>
                              </m:r>
                            </m:den>
                          </m:f>
                        </m:e>
                      </m:d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f>
                        <m:fPr>
                          <m:ctrlP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9</m:t>
                          </m:r>
                        </m:num>
                        <m:den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16</m:t>
                          </m:r>
                        </m:den>
                      </m:f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𝑛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f>
                        <m:fPr>
                          <m:ctrlP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7</m:t>
                          </m:r>
                        </m:num>
                        <m:den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4</m:t>
                          </m:r>
                        </m:den>
                      </m:f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𝑛</m:t>
                      </m:r>
                    </m:oMath>
                    <m:oMath xmlns:m="http://schemas.openxmlformats.org/officeDocument/2006/math">
                      <m:r>
                        <m:rPr>
                          <m:aln/>
                        </m:rP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27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𝑇</m:t>
                      </m:r>
                      <m:d>
                        <m:dPr>
                          <m:ctrlP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f>
                            <m:fPr>
                              <m:ctrlP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num>
                            <m:den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64</m:t>
                              </m:r>
                            </m:den>
                          </m:f>
                        </m:e>
                      </m:d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f>
                        <m:fPr>
                          <m:ctrlP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37</m:t>
                          </m:r>
                        </m:num>
                        <m:den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16</m:t>
                          </m:r>
                        </m:den>
                      </m:f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𝑛</m:t>
                      </m:r>
                    </m:oMath>
                  </m:oMathPara>
                </a14:m>
                <a:endParaRPr lang="en-US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36867" name="Rectangle 3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"/>
                <p:custDataLst>
                  <p:tags r:id="rId7"/>
                </p:custDataLst>
              </p:nvPr>
            </p:nvSpPr>
            <p:spPr>
              <a:xfrm>
                <a:off x="1761394" y="1976433"/>
                <a:ext cx="3495376" cy="4595545"/>
              </a:xfrm>
              <a:blipFill>
                <a:blip r:embed="rId8"/>
                <a:stretch>
                  <a:fillRect/>
                </a:stretch>
              </a:blipFill>
              <a:ln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" name="Rectangle 3">
                <a:extLst>
                  <a:ext uri="{FF2B5EF4-FFF2-40B4-BE49-F238E27FC236}">
                    <a16:creationId xmlns:a16="http://schemas.microsoft.com/office/drawing/2014/main" id="{9BFD5BFD-5184-7F60-4709-D9D85A7B47CF}"/>
                  </a:ext>
                </a:extLst>
              </p:cNvPr>
              <p:cNvSpPr txBox="1">
                <a:spLocks noChangeArrowheads="1"/>
              </p:cNvSpPr>
              <p:nvPr>
                <p:custDataLst>
                  <p:tags r:id="rId3"/>
                </p:custDataLst>
              </p:nvPr>
            </p:nvSpPr>
            <p:spPr>
              <a:xfrm>
                <a:off x="1761393" y="1158398"/>
                <a:ext cx="3495376" cy="701336"/>
              </a:xfrm>
              <a:prstGeom prst="rect">
                <a:avLst/>
              </a:prstGeo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txBody>
              <a:bodyPr vert="horz" lIns="91440" tIns="45720" rIns="91440" bIns="45720" rtlCol="0" anchor="ctr">
                <a:normAutofit fontScale="77500" lnSpcReduction="20000"/>
              </a:bodyPr>
              <a:lstStyle>
                <a:lvl1pPr marL="228600" indent="-228600" algn="l" defTabSz="914400" rtl="0" eaLnBrk="1" latinLnBrk="0" hangingPunct="1">
                  <a:lnSpc>
                    <a:spcPct val="120000"/>
                  </a:lnSpc>
                  <a:spcBef>
                    <a:spcPts val="1000"/>
                  </a:spcBef>
                  <a:buSzPct val="125000"/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Font typeface="Arial" panose="020B0604020202020204" pitchFamily="34" charset="0"/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𝑇</m:t>
                      </m:r>
                      <m:d>
                        <m:dPr>
                          <m:ctrlP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</m:e>
                      </m:d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=3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𝑇</m:t>
                      </m:r>
                      <m:d>
                        <m:dPr>
                          <m:ctrlP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f>
                            <m:fPr>
                              <m:ctrlP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num>
                            <m:den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4</m:t>
                              </m:r>
                            </m:den>
                          </m:f>
                        </m:e>
                      </m:d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𝑛</m:t>
                      </m:r>
                    </m:oMath>
                  </m:oMathPara>
                </a14:m>
                <a:endParaRPr lang="en-US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2" name="Rectangle 3">
                <a:extLst>
                  <a:ext uri="{FF2B5EF4-FFF2-40B4-BE49-F238E27FC236}">
                    <a16:creationId xmlns:a16="http://schemas.microsoft.com/office/drawing/2014/main" id="{9BFD5BFD-5184-7F60-4709-D9D85A7B47C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>
                <p:custDataLst>
                  <p:tags r:id="rId9"/>
                </p:custDataLst>
              </p:nvPr>
            </p:nvSpPr>
            <p:spPr>
              <a:xfrm>
                <a:off x="1761393" y="1158398"/>
                <a:ext cx="3495376" cy="701336"/>
              </a:xfrm>
              <a:prstGeom prst="rect">
                <a:avLst/>
              </a:prstGeom>
              <a:blipFill>
                <a:blip r:embed="rId10"/>
                <a:stretch>
                  <a:fillRect b="-3509"/>
                </a:stretch>
              </a:blipFill>
              <a:ln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" name="Rectangle 3">
                <a:extLst>
                  <a:ext uri="{FF2B5EF4-FFF2-40B4-BE49-F238E27FC236}">
                    <a16:creationId xmlns:a16="http://schemas.microsoft.com/office/drawing/2014/main" id="{D94FA484-0BE0-32F3-1C8E-C196DA408448}"/>
                  </a:ext>
                </a:extLst>
              </p:cNvPr>
              <p:cNvSpPr txBox="1">
                <a:spLocks noChangeArrowheads="1"/>
              </p:cNvSpPr>
              <p:nvPr>
                <p:custDataLst>
                  <p:tags r:id="rId4"/>
                </p:custDataLst>
              </p:nvPr>
            </p:nvSpPr>
            <p:spPr>
              <a:xfrm>
                <a:off x="6096001" y="2924269"/>
                <a:ext cx="4465320" cy="1299672"/>
              </a:xfrm>
              <a:prstGeom prst="rect">
                <a:avLst/>
              </a:prstGeo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txBody>
              <a:bodyPr vert="horz" lIns="91440" tIns="45720" rIns="91440" bIns="45720" rtlCol="0" anchor="ctr">
                <a:normAutofit fontScale="92500"/>
              </a:bodyPr>
              <a:lstStyle>
                <a:lvl1pPr marL="228600" indent="-228600" algn="l" defTabSz="914400" rtl="0" eaLnBrk="1" latinLnBrk="0" hangingPunct="1">
                  <a:lnSpc>
                    <a:spcPct val="120000"/>
                  </a:lnSpc>
                  <a:spcBef>
                    <a:spcPts val="1000"/>
                  </a:spcBef>
                  <a:buSzPct val="125000"/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Font typeface="Arial" panose="020B0604020202020204" pitchFamily="34" charset="0"/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𝑇</m:t>
                      </m:r>
                      <m:d>
                        <m:dPr>
                          <m:ctrlP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</m:e>
                      </m:d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3</m:t>
                          </m:r>
                        </m:e>
                        <m:sup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𝑑</m:t>
                          </m:r>
                        </m:sup>
                      </m:sSup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𝑇</m:t>
                      </m:r>
                      <m:d>
                        <m:dPr>
                          <m:ctrlP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f>
                            <m:fPr>
                              <m:ctrlP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num>
                            <m:den>
                              <m:sSup>
                                <m:sSupPr>
                                  <m:ctrlPr>
                                    <a:rPr lang="en-US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4</m:t>
                                  </m:r>
                                </m:e>
                                <m:sup>
                                  <m:r>
                                    <a:rPr lang="en-US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𝑑</m:t>
                                  </m:r>
                                </m:sup>
                              </m:sSup>
                            </m:den>
                          </m:f>
                        </m:e>
                      </m:d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𝑛</m:t>
                      </m:r>
                      <m:nary>
                        <m:naryPr>
                          <m:chr m:val="∑"/>
                          <m:ctrlP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  <m:sup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𝑑</m:t>
                          </m:r>
                        </m:sup>
                        <m:e>
                          <m:sSup>
                            <m:sSupPr>
                              <m:ctrlP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d>
                                <m:dPr>
                                  <m:ctrlPr>
                                    <a:rPr lang="en-US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f>
                                    <m:fPr>
                                      <m:ctrlPr>
                                        <a:rPr lang="en-US" b="0" i="1" smtClean="0">
                                          <a:solidFill>
                                            <a:schemeClr val="bg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fPr>
                                    <m:num>
                                      <m:r>
                                        <a:rPr lang="en-US" b="0" i="1" smtClean="0">
                                          <a:solidFill>
                                            <a:schemeClr val="bg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3</m:t>
                                      </m:r>
                                    </m:num>
                                    <m:den>
                                      <m:r>
                                        <a:rPr lang="en-US" b="0" i="1" smtClean="0">
                                          <a:solidFill>
                                            <a:schemeClr val="bg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4</m:t>
                                      </m:r>
                                    </m:den>
                                  </m:f>
                                </m:e>
                              </m:d>
                            </m:e>
                            <m:sup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𝑑</m:t>
                              </m:r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−1</m:t>
                              </m:r>
                            </m:sup>
                          </m:sSup>
                        </m:e>
                      </m:nary>
                    </m:oMath>
                  </m:oMathPara>
                </a14:m>
                <a:endParaRPr lang="en-US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3" name="Rectangle 3">
                <a:extLst>
                  <a:ext uri="{FF2B5EF4-FFF2-40B4-BE49-F238E27FC236}">
                    <a16:creationId xmlns:a16="http://schemas.microsoft.com/office/drawing/2014/main" id="{D94FA484-0BE0-32F3-1C8E-C196DA40844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>
                <p:custDataLst>
                  <p:tags r:id="rId11"/>
                </p:custDataLst>
              </p:nvPr>
            </p:nvSpPr>
            <p:spPr>
              <a:xfrm>
                <a:off x="6096001" y="2924269"/>
                <a:ext cx="4465320" cy="1299672"/>
              </a:xfrm>
              <a:prstGeom prst="rect">
                <a:avLst/>
              </a:prstGeom>
              <a:blipFill>
                <a:blip r:embed="rId12"/>
                <a:stretch>
                  <a:fillRect t="-60000" b="-120952"/>
                </a:stretch>
              </a:blipFill>
              <a:ln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Rectangle 3">
            <a:extLst>
              <a:ext uri="{FF2B5EF4-FFF2-40B4-BE49-F238E27FC236}">
                <a16:creationId xmlns:a16="http://schemas.microsoft.com/office/drawing/2014/main" id="{EF0C3405-706C-05AF-A77A-E365CD55D148}"/>
              </a:ext>
            </a:extLst>
          </p:cNvPr>
          <p:cNvSpPr txBox="1">
            <a:spLocks noChangeArrowheads="1"/>
          </p:cNvSpPr>
          <p:nvPr>
            <p:custDataLst>
              <p:tags r:id="rId5"/>
            </p:custDataLst>
          </p:nvPr>
        </p:nvSpPr>
        <p:spPr>
          <a:xfrm>
            <a:off x="6095999" y="2409339"/>
            <a:ext cx="2504793" cy="449181"/>
          </a:xfrm>
          <a:prstGeom prst="rect">
            <a:avLst/>
          </a:prstGeom>
          <a:ln>
            <a:solidFill>
              <a:schemeClr val="tx1">
                <a:lumMod val="95000"/>
              </a:schemeClr>
            </a:solidFill>
          </a:ln>
        </p:spPr>
        <p:txBody>
          <a:bodyPr vert="horz" lIns="91440" tIns="45720" rIns="91440" bIns="45720" rtlCol="0">
            <a:normAutofit fontScale="92500" lnSpcReduction="10000"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i="1" dirty="0"/>
              <a:t>General pattern is:</a:t>
            </a:r>
          </a:p>
        </p:txBody>
      </p:sp>
    </p:spTree>
    <p:extLst>
      <p:ext uri="{BB962C8B-B14F-4D97-AF65-F5344CB8AC3E}">
        <p14:creationId xmlns:p14="http://schemas.microsoft.com/office/powerpoint/2010/main" val="250942476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726C96A-BD4A-564C-0549-547C3183834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18" name="Rectangle 2">
            <a:extLst>
              <a:ext uri="{FF2B5EF4-FFF2-40B4-BE49-F238E27FC236}">
                <a16:creationId xmlns:a16="http://schemas.microsoft.com/office/drawing/2014/main" id="{17EA9BFD-3B68-B098-02F7-7C4CF05AF5FB}"/>
              </a:ext>
            </a:extLst>
          </p:cNvPr>
          <p:cNvSpPr>
            <a:spLocks noGrp="1" noChangeArrowheads="1"/>
          </p:cNvSpPr>
          <p:nvPr>
            <p:ph type="title"/>
            <p:custDataLst>
              <p:tags r:id="rId1"/>
            </p:custDataLst>
          </p:nvPr>
        </p:nvSpPr>
        <p:spPr>
          <a:xfrm>
            <a:off x="1143001" y="298922"/>
            <a:ext cx="9905998" cy="677622"/>
          </a:xfrm>
        </p:spPr>
        <p:txBody>
          <a:bodyPr/>
          <a:lstStyle/>
          <a:p>
            <a:pPr algn="ctr"/>
            <a:r>
              <a:rPr lang="en-US" dirty="0"/>
              <a:t>Directly Solve (unrolling the recurrence)</a:t>
            </a:r>
          </a:p>
        </p:txBody>
      </p:sp>
      <p:sp>
        <p:nvSpPr>
          <p:cNvPr id="3" name="Rectangle 3">
            <a:extLst>
              <a:ext uri="{FF2B5EF4-FFF2-40B4-BE49-F238E27FC236}">
                <a16:creationId xmlns:a16="http://schemas.microsoft.com/office/drawing/2014/main" id="{08E09B24-3830-265B-D494-16E8C2BBDE78}"/>
              </a:ext>
            </a:extLst>
          </p:cNvPr>
          <p:cNvSpPr txBox="1">
            <a:spLocks noChangeArrowheads="1"/>
          </p:cNvSpPr>
          <p:nvPr>
            <p:custDataLst>
              <p:tags r:id="rId2"/>
            </p:custDataLst>
          </p:nvPr>
        </p:nvSpPr>
        <p:spPr>
          <a:xfrm>
            <a:off x="2152836" y="4753942"/>
            <a:ext cx="3473388" cy="1211139"/>
          </a:xfrm>
          <a:prstGeom prst="rect">
            <a:avLst/>
          </a:prstGeom>
          <a:ln>
            <a:solidFill>
              <a:schemeClr val="tx1">
                <a:lumMod val="95000"/>
              </a:schemeClr>
            </a:solidFill>
          </a:ln>
        </p:spPr>
        <p:txBody>
          <a:bodyPr vert="horz" lIns="91440" tIns="45720" rIns="91440" bIns="45720" rtlCol="0">
            <a:normAutofit fontScale="85000" lnSpcReduction="10000"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dirty="0"/>
              <a:t>Next Step: When does this parameter hit 1? This is when the T() term finally goes away</a:t>
            </a:r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C4CAB175-DF53-77E3-3553-494DC5DEF929}"/>
              </a:ext>
            </a:extLst>
          </p:cNvPr>
          <p:cNvCxnSpPr>
            <a:cxnSpLocks/>
          </p:cNvCxnSpPr>
          <p:nvPr/>
        </p:nvCxnSpPr>
        <p:spPr>
          <a:xfrm flipV="1">
            <a:off x="4097231" y="3695786"/>
            <a:ext cx="329029" cy="773214"/>
          </a:xfrm>
          <a:prstGeom prst="line">
            <a:avLst/>
          </a:prstGeom>
          <a:ln>
            <a:solidFill>
              <a:schemeClr val="tx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Rectangle 3">
                <a:extLst>
                  <a:ext uri="{FF2B5EF4-FFF2-40B4-BE49-F238E27FC236}">
                    <a16:creationId xmlns:a16="http://schemas.microsoft.com/office/drawing/2014/main" id="{9254AC26-8B56-EA17-6D9A-705DC222499D}"/>
                  </a:ext>
                </a:extLst>
              </p:cNvPr>
              <p:cNvSpPr txBox="1">
                <a:spLocks noChangeArrowheads="1"/>
              </p:cNvSpPr>
              <p:nvPr>
                <p:custDataLst>
                  <p:tags r:id="rId3"/>
                </p:custDataLst>
              </p:nvPr>
            </p:nvSpPr>
            <p:spPr>
              <a:xfrm>
                <a:off x="7574258" y="2254928"/>
                <a:ext cx="2188908" cy="1828800"/>
              </a:xfrm>
              <a:prstGeom prst="rect">
                <a:avLst/>
              </a:prstGeo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txBody>
              <a:bodyPr vert="horz" lIns="91440" tIns="45720" rIns="91440" bIns="45720" rtlCol="0">
                <a:normAutofit/>
              </a:bodyPr>
              <a:lstStyle>
                <a:lvl1pPr marL="228600" indent="-228600" algn="l" defTabSz="914400" rtl="0" eaLnBrk="1" latinLnBrk="0" hangingPunct="1">
                  <a:lnSpc>
                    <a:spcPct val="120000"/>
                  </a:lnSpc>
                  <a:spcBef>
                    <a:spcPts val="1000"/>
                  </a:spcBef>
                  <a:buSzPct val="125000"/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b="0" i="1" smtClean="0">
                              <a:solidFill>
                                <a:schemeClr val="accent3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solidFill>
                                <a:schemeClr val="accent3"/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</m:num>
                        <m:den>
                          <m:r>
                            <a:rPr lang="en-US" b="0" i="1" smtClean="0">
                              <a:solidFill>
                                <a:schemeClr val="accent3"/>
                              </a:solidFill>
                              <a:latin typeface="Cambria Math" panose="02040503050406030204" pitchFamily="18" charset="0"/>
                            </a:rPr>
                            <m:t>4</m:t>
                          </m:r>
                          <m:r>
                            <a:rPr lang="en-US" b="0" i="1" smtClean="0">
                              <a:solidFill>
                                <a:schemeClr val="accent3"/>
                              </a:solidFill>
                              <a:latin typeface="Cambria Math" panose="02040503050406030204" pitchFamily="18" charset="0"/>
                            </a:rPr>
                            <m:t>𝑑</m:t>
                          </m:r>
                        </m:den>
                      </m:f>
                      <m:r>
                        <m:rPr>
                          <m:aln/>
                        </m:rP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1</m:t>
                      </m:r>
                    </m:oMath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𝑛</m:t>
                      </m:r>
                      <m:r>
                        <m:rPr>
                          <m:aln/>
                        </m:rP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4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𝑑</m:t>
                      </m:r>
                    </m:oMath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𝑑</m:t>
                      </m:r>
                      <m:r>
                        <m:rPr>
                          <m:aln/>
                        </m:rP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func>
                        <m:funcPr>
                          <m:ctrlP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sSub>
                            <m:sSubPr>
                              <m:ctrlP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b="0" i="0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log</m:t>
                              </m:r>
                            </m:e>
                            <m:sub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4</m:t>
                              </m:r>
                            </m:sub>
                          </m:sSub>
                        </m:fName>
                        <m:e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func>
                    </m:oMath>
                  </m:oMathPara>
                </a14:m>
                <a:endParaRPr lang="en-US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6" name="Rectangle 3">
                <a:extLst>
                  <a:ext uri="{FF2B5EF4-FFF2-40B4-BE49-F238E27FC236}">
                    <a16:creationId xmlns:a16="http://schemas.microsoft.com/office/drawing/2014/main" id="{9254AC26-8B56-EA17-6D9A-705DC222499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>
                <p:custDataLst>
                  <p:tags r:id="rId6"/>
                </p:custDataLst>
              </p:nvPr>
            </p:nvSpPr>
            <p:spPr>
              <a:xfrm>
                <a:off x="7574258" y="2254928"/>
                <a:ext cx="2188908" cy="1828800"/>
              </a:xfrm>
              <a:prstGeom prst="rect">
                <a:avLst/>
              </a:prstGeom>
              <a:blipFill>
                <a:blip r:embed="rId7"/>
                <a:stretch>
                  <a:fillRect l="-571"/>
                </a:stretch>
              </a:blipFill>
              <a:ln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Rectangle 3">
                <a:extLst>
                  <a:ext uri="{FF2B5EF4-FFF2-40B4-BE49-F238E27FC236}">
                    <a16:creationId xmlns:a16="http://schemas.microsoft.com/office/drawing/2014/main" id="{4BEC6C1F-1F44-CDD6-CB8D-66CDB6473D27}"/>
                  </a:ext>
                </a:extLst>
              </p:cNvPr>
              <p:cNvSpPr txBox="1">
                <a:spLocks noChangeArrowheads="1"/>
              </p:cNvSpPr>
              <p:nvPr>
                <p:custDataLst>
                  <p:tags r:id="rId4"/>
                </p:custDataLst>
              </p:nvPr>
            </p:nvSpPr>
            <p:spPr>
              <a:xfrm>
                <a:off x="1859280" y="2254928"/>
                <a:ext cx="4465320" cy="1299672"/>
              </a:xfrm>
              <a:prstGeom prst="rect">
                <a:avLst/>
              </a:prstGeo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txBody>
              <a:bodyPr vert="horz" lIns="91440" tIns="45720" rIns="91440" bIns="45720" rtlCol="0" anchor="ctr">
                <a:normAutofit fontScale="92500"/>
              </a:bodyPr>
              <a:lstStyle>
                <a:lvl1pPr marL="228600" indent="-228600" algn="l" defTabSz="914400" rtl="0" eaLnBrk="1" latinLnBrk="0" hangingPunct="1">
                  <a:lnSpc>
                    <a:spcPct val="120000"/>
                  </a:lnSpc>
                  <a:spcBef>
                    <a:spcPts val="1000"/>
                  </a:spcBef>
                  <a:buSzPct val="125000"/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Font typeface="Arial" panose="020B0604020202020204" pitchFamily="34" charset="0"/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𝑇</m:t>
                      </m:r>
                      <m:d>
                        <m:dPr>
                          <m:ctrlP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</m:e>
                      </m:d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3</m:t>
                          </m:r>
                        </m:e>
                        <m:sup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𝑑</m:t>
                          </m:r>
                        </m:sup>
                      </m:sSup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𝑇</m:t>
                      </m:r>
                      <m:d>
                        <m:dPr>
                          <m:ctrlP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f>
                            <m:fPr>
                              <m:ctrlPr>
                                <a:rPr lang="en-US" b="0" i="1" smtClean="0">
                                  <a:solidFill>
                                    <a:schemeClr val="accent3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b="0" i="1" smtClean="0">
                                  <a:solidFill>
                                    <a:schemeClr val="accent3"/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num>
                            <m:den>
                              <m:sSup>
                                <m:sSupPr>
                                  <m:ctrlPr>
                                    <a:rPr lang="en-US" b="0" i="1" smtClean="0">
                                      <a:solidFill>
                                        <a:schemeClr val="accent3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b="0" i="1" smtClean="0">
                                      <a:solidFill>
                                        <a:schemeClr val="accent3"/>
                                      </a:solidFill>
                                      <a:latin typeface="Cambria Math" panose="02040503050406030204" pitchFamily="18" charset="0"/>
                                    </a:rPr>
                                    <m:t>4</m:t>
                                  </m:r>
                                </m:e>
                                <m:sup>
                                  <m:r>
                                    <a:rPr lang="en-US" b="0" i="1" smtClean="0">
                                      <a:solidFill>
                                        <a:schemeClr val="accent3"/>
                                      </a:solidFill>
                                      <a:latin typeface="Cambria Math" panose="02040503050406030204" pitchFamily="18" charset="0"/>
                                    </a:rPr>
                                    <m:t>𝑑</m:t>
                                  </m:r>
                                </m:sup>
                              </m:sSup>
                            </m:den>
                          </m:f>
                        </m:e>
                      </m:d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𝑛</m:t>
                      </m:r>
                      <m:nary>
                        <m:naryPr>
                          <m:chr m:val="∑"/>
                          <m:ctrlP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  <m:sup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𝑑</m:t>
                          </m:r>
                        </m:sup>
                        <m:e>
                          <m:sSup>
                            <m:sSupPr>
                              <m:ctrlP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d>
                                <m:dPr>
                                  <m:ctrlPr>
                                    <a:rPr lang="en-US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f>
                                    <m:fPr>
                                      <m:ctrlPr>
                                        <a:rPr lang="en-US" b="0" i="1" smtClean="0">
                                          <a:solidFill>
                                            <a:schemeClr val="bg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fPr>
                                    <m:num>
                                      <m:r>
                                        <a:rPr lang="en-US" b="0" i="1" smtClean="0">
                                          <a:solidFill>
                                            <a:schemeClr val="bg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3</m:t>
                                      </m:r>
                                    </m:num>
                                    <m:den>
                                      <m:r>
                                        <a:rPr lang="en-US" b="0" i="1" smtClean="0">
                                          <a:solidFill>
                                            <a:schemeClr val="bg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4</m:t>
                                      </m:r>
                                    </m:den>
                                  </m:f>
                                </m:e>
                              </m:d>
                            </m:e>
                            <m:sup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𝑑</m:t>
                              </m:r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−1</m:t>
                              </m:r>
                            </m:sup>
                          </m:sSup>
                        </m:e>
                      </m:nary>
                    </m:oMath>
                  </m:oMathPara>
                </a14:m>
                <a:endParaRPr lang="en-US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5" name="Rectangle 3">
                <a:extLst>
                  <a:ext uri="{FF2B5EF4-FFF2-40B4-BE49-F238E27FC236}">
                    <a16:creationId xmlns:a16="http://schemas.microsoft.com/office/drawing/2014/main" id="{4BEC6C1F-1F44-CDD6-CB8D-66CDB6473D2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>
                <p:custDataLst>
                  <p:tags r:id="rId8"/>
                </p:custDataLst>
              </p:nvPr>
            </p:nvSpPr>
            <p:spPr>
              <a:xfrm>
                <a:off x="1859280" y="2254928"/>
                <a:ext cx="4465320" cy="1299672"/>
              </a:xfrm>
              <a:prstGeom prst="rect">
                <a:avLst/>
              </a:prstGeom>
              <a:blipFill>
                <a:blip r:embed="rId9"/>
                <a:stretch>
                  <a:fillRect t="-61538" b="-123077"/>
                </a:stretch>
              </a:blipFill>
              <a:ln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54962503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47AD4C3-AF46-10A7-A23A-E354C8E963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18" name="Rectangle 2">
            <a:extLst>
              <a:ext uri="{FF2B5EF4-FFF2-40B4-BE49-F238E27FC236}">
                <a16:creationId xmlns:a16="http://schemas.microsoft.com/office/drawing/2014/main" id="{7D388009-5A18-81CF-C67A-09195D8A9350}"/>
              </a:ext>
            </a:extLst>
          </p:cNvPr>
          <p:cNvSpPr>
            <a:spLocks noGrp="1" noChangeArrowheads="1"/>
          </p:cNvSpPr>
          <p:nvPr>
            <p:ph type="title"/>
            <p:custDataLst>
              <p:tags r:id="rId1"/>
            </p:custDataLst>
          </p:nvPr>
        </p:nvSpPr>
        <p:spPr>
          <a:xfrm>
            <a:off x="1143001" y="298922"/>
            <a:ext cx="9905998" cy="677622"/>
          </a:xfrm>
        </p:spPr>
        <p:txBody>
          <a:bodyPr/>
          <a:lstStyle/>
          <a:p>
            <a:pPr algn="ctr"/>
            <a:r>
              <a:rPr lang="en-US" dirty="0"/>
              <a:t>Directly Solve (unrolling the recurrence)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4819" name="Rectangle 3">
                <a:extLst>
                  <a:ext uri="{FF2B5EF4-FFF2-40B4-BE49-F238E27FC236}">
                    <a16:creationId xmlns:a16="http://schemas.microsoft.com/office/drawing/2014/main" id="{F294DFB2-8D09-3130-4CD7-D84E3CEB2D3F}"/>
                  </a:ext>
                </a:extLst>
              </p:cNvPr>
              <p:cNvSpPr>
                <a:spLocks noGrp="1" noChangeArrowheads="1"/>
              </p:cNvSpPr>
              <p:nvPr>
                <p:ph sz="quarter" idx="1"/>
                <p:custDataLst>
                  <p:tags r:id="rId2"/>
                </p:custDataLst>
              </p:nvPr>
            </p:nvSpPr>
            <p:spPr>
              <a:xfrm>
                <a:off x="4712156" y="1793177"/>
                <a:ext cx="5997753" cy="2237174"/>
              </a:xfr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txBody>
              <a:bodyPr>
                <a:normAutofit/>
              </a:bodyPr>
              <a:lstStyle/>
              <a:p>
                <a:pPr marL="274320" lvl="1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𝑇</m:t>
                      </m:r>
                      <m:d>
                        <m:dPr>
                          <m:ctrlP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</m:e>
                      </m:d>
                      <m:r>
                        <m:rPr>
                          <m:aln/>
                        </m:rPr>
                        <a:rPr lang="en-US" i="1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3</m:t>
                          </m:r>
                        </m:e>
                        <m:sup>
                          <m: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𝑑</m:t>
                          </m:r>
                        </m:sup>
                      </m:sSup>
                      <m:r>
                        <a:rPr lang="en-US" i="1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𝑇</m:t>
                      </m:r>
                      <m:d>
                        <m:dPr>
                          <m:ctrlP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f>
                            <m:fPr>
                              <m:ctrlPr>
                                <a:rPr lang="en-US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num>
                            <m:den>
                              <m:sSup>
                                <m:sSupPr>
                                  <m:ctrlP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4</m:t>
                                  </m:r>
                                </m:e>
                                <m:sup>
                                  <m: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𝑑</m:t>
                                  </m:r>
                                </m:sup>
                              </m:sSup>
                            </m:den>
                          </m:f>
                        </m:e>
                      </m:d>
                      <m:r>
                        <a:rPr lang="en-US" i="1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i="1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𝑛</m:t>
                      </m:r>
                      <m:nary>
                        <m:naryPr>
                          <m:chr m:val="∑"/>
                          <m:ctrlP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  <m:sup>
                          <m: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𝑑</m:t>
                          </m:r>
                        </m:sup>
                        <m:e>
                          <m:sSup>
                            <m:sSupPr>
                              <m:ctrlP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d>
                                <m:dPr>
                                  <m:ctrlP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f>
                                    <m:fPr>
                                      <m:ctrlPr>
                                        <a:rPr lang="en-US" i="1">
                                          <a:solidFill>
                                            <a:schemeClr val="bg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fPr>
                                    <m:num>
                                      <m:r>
                                        <a:rPr lang="en-US" i="1">
                                          <a:solidFill>
                                            <a:schemeClr val="bg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3</m:t>
                                      </m:r>
                                    </m:num>
                                    <m:den>
                                      <m:r>
                                        <a:rPr lang="en-US" i="1">
                                          <a:solidFill>
                                            <a:schemeClr val="bg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4</m:t>
                                      </m:r>
                                    </m:den>
                                  </m:f>
                                </m:e>
                              </m:d>
                            </m:e>
                            <m:sup>
                              <m: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𝑑</m:t>
                              </m:r>
                              <m: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−1</m:t>
                              </m:r>
                            </m:sup>
                          </m:sSup>
                        </m:e>
                      </m:nary>
                      <m:r>
                        <a:rPr lang="en-US" i="1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</m:oMath>
                    <m:oMath xmlns:m="http://schemas.openxmlformats.org/officeDocument/2006/math">
                      <m:r>
                        <m:rPr>
                          <m:aln/>
                        </m:rP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3</m:t>
                          </m:r>
                        </m:e>
                        <m:sup>
                          <m:func>
                            <m:funcPr>
                              <m:ctrlPr>
                                <a:rPr lang="en-US" b="0" i="1" smtClean="0">
                                  <a:solidFill>
                                    <a:schemeClr val="accent4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sSub>
                                <m:sSubPr>
                                  <m:ctrlPr>
                                    <a:rPr lang="en-US" b="0" i="1" smtClean="0">
                                      <a:solidFill>
                                        <a:schemeClr val="accent4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en-US" b="0" i="0" smtClean="0">
                                      <a:solidFill>
                                        <a:schemeClr val="accent4"/>
                                      </a:solidFill>
                                      <a:latin typeface="Cambria Math" panose="02040503050406030204" pitchFamily="18" charset="0"/>
                                    </a:rPr>
                                    <m:t>log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solidFill>
                                        <a:schemeClr val="accent4"/>
                                      </a:solidFill>
                                      <a:latin typeface="Cambria Math" panose="02040503050406030204" pitchFamily="18" charset="0"/>
                                    </a:rPr>
                                    <m:t>4</m:t>
                                  </m:r>
                                </m:sub>
                              </m:sSub>
                            </m:fName>
                            <m:e>
                              <m:r>
                                <a:rPr lang="en-US" b="0" i="1" smtClean="0">
                                  <a:solidFill>
                                    <a:schemeClr val="accent4"/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e>
                          </m:func>
                        </m:sup>
                      </m:sSup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𝑇</m:t>
                      </m:r>
                      <m:d>
                        <m:dPr>
                          <m:ctrlP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f>
                            <m:fPr>
                              <m:ctrlP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num>
                            <m:den>
                              <m:sSup>
                                <m:sSupPr>
                                  <m:ctrlPr>
                                    <a:rPr lang="en-US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4</m:t>
                                  </m:r>
                                </m:e>
                                <m:sup>
                                  <m:func>
                                    <m:funcPr>
                                      <m:ctrlPr>
                                        <a:rPr lang="en-US" b="0" i="1" smtClean="0">
                                          <a:solidFill>
                                            <a:schemeClr val="accent4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funcPr>
                                    <m:fName>
                                      <m:sSub>
                                        <m:sSubPr>
                                          <m:ctrlPr>
                                            <a:rPr lang="en-US" b="0" i="1" smtClean="0">
                                              <a:solidFill>
                                                <a:schemeClr val="accent4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m:rPr>
                                              <m:sty m:val="p"/>
                                            </m:rPr>
                                            <a:rPr lang="en-US" b="0" i="0" smtClean="0">
                                              <a:solidFill>
                                                <a:schemeClr val="accent4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log</m:t>
                                          </m:r>
                                        </m:e>
                                        <m:sub>
                                          <m:r>
                                            <a:rPr lang="en-US" b="0" i="1" smtClean="0">
                                              <a:solidFill>
                                                <a:schemeClr val="accent4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4</m:t>
                                          </m:r>
                                        </m:sub>
                                      </m:sSub>
                                    </m:fName>
                                    <m:e>
                                      <m:r>
                                        <a:rPr lang="en-US" b="0" i="1" smtClean="0">
                                          <a:solidFill>
                                            <a:schemeClr val="accent4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𝑛</m:t>
                                      </m:r>
                                    </m:e>
                                  </m:func>
                                </m:sup>
                              </m:sSup>
                            </m:den>
                          </m:f>
                        </m:e>
                      </m:d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𝑛</m:t>
                      </m:r>
                      <m:nary>
                        <m:naryPr>
                          <m:chr m:val="∑"/>
                          <m:ctrlP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func>
                            <m:funcPr>
                              <m:ctrlPr>
                                <a:rPr lang="en-US" b="0" i="1" smtClean="0">
                                  <a:solidFill>
                                    <a:schemeClr val="accent4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sSub>
                                <m:sSubPr>
                                  <m:ctrlPr>
                                    <a:rPr lang="en-US" b="0" i="1" smtClean="0">
                                      <a:solidFill>
                                        <a:schemeClr val="accent4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en-US" b="0" i="0" smtClean="0">
                                      <a:solidFill>
                                        <a:schemeClr val="accent4"/>
                                      </a:solidFill>
                                      <a:latin typeface="Cambria Math" panose="02040503050406030204" pitchFamily="18" charset="0"/>
                                    </a:rPr>
                                    <m:t>log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solidFill>
                                        <a:schemeClr val="accent4"/>
                                      </a:solidFill>
                                      <a:latin typeface="Cambria Math" panose="02040503050406030204" pitchFamily="18" charset="0"/>
                                    </a:rPr>
                                    <m:t>4</m:t>
                                  </m:r>
                                </m:sub>
                              </m:sSub>
                            </m:fName>
                            <m:e>
                              <m:r>
                                <a:rPr lang="en-US" b="0" i="1" smtClean="0">
                                  <a:solidFill>
                                    <a:schemeClr val="accent4"/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e>
                          </m:func>
                        </m:sup>
                        <m:e>
                          <m:sSup>
                            <m:sSupPr>
                              <m:ctrlP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d>
                                <m:dPr>
                                  <m:ctrlPr>
                                    <a:rPr lang="en-US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f>
                                    <m:fPr>
                                      <m:ctrlPr>
                                        <a:rPr lang="en-US" b="0" i="1" smtClean="0">
                                          <a:solidFill>
                                            <a:schemeClr val="bg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fPr>
                                    <m:num>
                                      <m:r>
                                        <a:rPr lang="en-US" b="0" i="1" smtClean="0">
                                          <a:solidFill>
                                            <a:schemeClr val="bg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3</m:t>
                                      </m:r>
                                    </m:num>
                                    <m:den>
                                      <m:r>
                                        <a:rPr lang="en-US" b="0" i="1" smtClean="0">
                                          <a:solidFill>
                                            <a:schemeClr val="bg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4</m:t>
                                      </m:r>
                                    </m:den>
                                  </m:f>
                                </m:e>
                              </m:d>
                            </m:e>
                            <m:sup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−1</m:t>
                              </m:r>
                            </m:sup>
                          </m:sSup>
                        </m:e>
                      </m:nary>
                    </m:oMath>
                  </m:oMathPara>
                </a14:m>
                <a:endParaRPr lang="en-US" dirty="0">
                  <a:solidFill>
                    <a:schemeClr val="bg1"/>
                  </a:solidFill>
                </a:endParaRPr>
              </a:p>
            </p:txBody>
          </p:sp>
        </mc:Choice>
        <mc:Fallback>
          <p:sp>
            <p:nvSpPr>
              <p:cNvPr id="34819" name="Rectangle 3">
                <a:extLst>
                  <a:ext uri="{FF2B5EF4-FFF2-40B4-BE49-F238E27FC236}">
                    <a16:creationId xmlns:a16="http://schemas.microsoft.com/office/drawing/2014/main" id="{F294DFB2-8D09-3130-4CD7-D84E3CEB2D3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"/>
                <p:custDataLst>
                  <p:tags r:id="rId2"/>
                </p:custDataLst>
              </p:nvPr>
            </p:nvSpPr>
            <p:spPr>
              <a:xfrm>
                <a:off x="4712156" y="1793177"/>
                <a:ext cx="5997753" cy="2237174"/>
              </a:xfrm>
              <a:blipFill>
                <a:blip r:embed="rId6"/>
                <a:stretch>
                  <a:fillRect t="-33708" b="-62921"/>
                </a:stretch>
              </a:blipFill>
              <a:ln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Rectangle 3">
            <a:extLst>
              <a:ext uri="{FF2B5EF4-FFF2-40B4-BE49-F238E27FC236}">
                <a16:creationId xmlns:a16="http://schemas.microsoft.com/office/drawing/2014/main" id="{0368BF5F-72D6-BEF1-0B26-A9E1FC6DE5FF}"/>
              </a:ext>
            </a:extLst>
          </p:cNvPr>
          <p:cNvSpPr txBox="1">
            <a:spLocks noChangeArrowheads="1"/>
          </p:cNvSpPr>
          <p:nvPr>
            <p:custDataLst>
              <p:tags r:id="rId3"/>
            </p:custDataLst>
          </p:nvPr>
        </p:nvSpPr>
        <p:spPr>
          <a:xfrm>
            <a:off x="1638264" y="3705456"/>
            <a:ext cx="2188908" cy="449181"/>
          </a:xfrm>
          <a:prstGeom prst="rect">
            <a:avLst/>
          </a:prstGeom>
          <a:ln>
            <a:solidFill>
              <a:schemeClr val="tx1">
                <a:lumMod val="95000"/>
              </a:schemeClr>
            </a:solidFill>
          </a:ln>
        </p:spPr>
        <p:txBody>
          <a:bodyPr vert="horz" lIns="91440" tIns="45720" rIns="91440" bIns="45720" rtlCol="0">
            <a:normAutofit fontScale="77500" lnSpcReduction="20000"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i="1" dirty="0"/>
              <a:t>…from previous slide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6" name="Rectangle 3">
                <a:extLst>
                  <a:ext uri="{FF2B5EF4-FFF2-40B4-BE49-F238E27FC236}">
                    <a16:creationId xmlns:a16="http://schemas.microsoft.com/office/drawing/2014/main" id="{50CED35E-B0D0-AA13-D702-304987771762}"/>
                  </a:ext>
                </a:extLst>
              </p:cNvPr>
              <p:cNvSpPr txBox="1">
                <a:spLocks noChangeArrowheads="1"/>
              </p:cNvSpPr>
              <p:nvPr>
                <p:custDataLst>
                  <p:tags r:id="rId4"/>
                </p:custDataLst>
              </p:nvPr>
            </p:nvSpPr>
            <p:spPr>
              <a:xfrm>
                <a:off x="1638264" y="1793177"/>
                <a:ext cx="2188908" cy="1828800"/>
              </a:xfrm>
              <a:prstGeom prst="rect">
                <a:avLst/>
              </a:prstGeo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txBody>
              <a:bodyPr vert="horz" lIns="91440" tIns="45720" rIns="91440" bIns="45720" rtlCol="0">
                <a:normAutofit/>
              </a:bodyPr>
              <a:lstStyle>
                <a:lvl1pPr marL="228600" indent="-228600" algn="l" defTabSz="914400" rtl="0" eaLnBrk="1" latinLnBrk="0" hangingPunct="1">
                  <a:lnSpc>
                    <a:spcPct val="120000"/>
                  </a:lnSpc>
                  <a:spcBef>
                    <a:spcPts val="1000"/>
                  </a:spcBef>
                  <a:buSzPct val="125000"/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b="0" i="1" smtClean="0">
                              <a:solidFill>
                                <a:schemeClr val="accent3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solidFill>
                                <a:schemeClr val="accent3"/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</m:num>
                        <m:den>
                          <m:sSup>
                            <m:sSupPr>
                              <m:ctrlPr>
                                <a:rPr lang="en-US" b="0" i="1" smtClean="0">
                                  <a:solidFill>
                                    <a:schemeClr val="accent3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b="0" i="1" smtClean="0">
                                  <a:solidFill>
                                    <a:schemeClr val="accent3"/>
                                  </a:solidFill>
                                  <a:latin typeface="Cambria Math" panose="02040503050406030204" pitchFamily="18" charset="0"/>
                                </a:rPr>
                                <m:t>4</m:t>
                              </m:r>
                            </m:e>
                            <m:sup>
                              <m:r>
                                <a:rPr lang="en-US" b="0" i="1" smtClean="0">
                                  <a:solidFill>
                                    <a:schemeClr val="accent3"/>
                                  </a:solidFill>
                                  <a:latin typeface="Cambria Math" panose="02040503050406030204" pitchFamily="18" charset="0"/>
                                </a:rPr>
                                <m:t>𝑑</m:t>
                              </m:r>
                            </m:sup>
                          </m:sSup>
                        </m:den>
                      </m:f>
                      <m:r>
                        <m:rPr>
                          <m:aln/>
                        </m:rP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1</m:t>
                      </m:r>
                    </m:oMath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𝑛</m:t>
                      </m:r>
                      <m:r>
                        <m:rPr>
                          <m:aln/>
                        </m:rP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4</m:t>
                          </m:r>
                        </m:e>
                        <m:sup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𝑑</m:t>
                          </m:r>
                        </m:sup>
                      </m:sSup>
                    </m:oMath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accent4"/>
                          </a:solidFill>
                          <a:latin typeface="Cambria Math" panose="02040503050406030204" pitchFamily="18" charset="0"/>
                        </a:rPr>
                        <m:t>𝑑</m:t>
                      </m:r>
                      <m:r>
                        <m:rPr>
                          <m:aln/>
                        </m:rPr>
                        <a:rPr lang="en-US" b="0" i="1" smtClean="0">
                          <a:solidFill>
                            <a:schemeClr val="accent4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func>
                        <m:funcPr>
                          <m:ctrlPr>
                            <a:rPr lang="en-US" b="0" i="1" smtClean="0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sSub>
                            <m:sSubPr>
                              <m:ctrlPr>
                                <a:rPr lang="en-US" b="0" i="1" smtClean="0">
                                  <a:solidFill>
                                    <a:schemeClr val="accent4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b="0" i="0" smtClean="0">
                                  <a:solidFill>
                                    <a:schemeClr val="accent4"/>
                                  </a:solidFill>
                                  <a:latin typeface="Cambria Math" panose="02040503050406030204" pitchFamily="18" charset="0"/>
                                </a:rPr>
                                <m:t>log</m:t>
                              </m:r>
                            </m:e>
                            <m:sub>
                              <m:r>
                                <a:rPr lang="en-US" b="0" i="1" smtClean="0">
                                  <a:solidFill>
                                    <a:schemeClr val="accent4"/>
                                  </a:solidFill>
                                  <a:latin typeface="Cambria Math" panose="02040503050406030204" pitchFamily="18" charset="0"/>
                                </a:rPr>
                                <m:t>4</m:t>
                              </m:r>
                            </m:sub>
                          </m:sSub>
                        </m:fName>
                        <m:e>
                          <m:r>
                            <a:rPr lang="en-US" b="0" i="1" smtClean="0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b="0" i="1" smtClean="0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en-US" b="0" i="1" smtClean="0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func>
                    </m:oMath>
                  </m:oMathPara>
                </a14:m>
                <a:endParaRPr lang="en-US" dirty="0">
                  <a:solidFill>
                    <a:schemeClr val="bg1"/>
                  </a:solidFill>
                </a:endParaRPr>
              </a:p>
            </p:txBody>
          </p:sp>
        </mc:Choice>
        <mc:Fallback>
          <p:sp>
            <p:nvSpPr>
              <p:cNvPr id="6" name="Rectangle 3">
                <a:extLst>
                  <a:ext uri="{FF2B5EF4-FFF2-40B4-BE49-F238E27FC236}">
                    <a16:creationId xmlns:a16="http://schemas.microsoft.com/office/drawing/2014/main" id="{50CED35E-B0D0-AA13-D702-30498777176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>
                <p:custDataLst>
                  <p:tags r:id="rId4"/>
                </p:custDataLst>
              </p:nvPr>
            </p:nvSpPr>
            <p:spPr>
              <a:xfrm>
                <a:off x="1638264" y="1793177"/>
                <a:ext cx="2188908" cy="1828800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  <a:ln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74874131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FC7B4A9-D8A5-4C8F-8BAE-204E2BE6EF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18" name="Rectangle 2">
            <a:extLst>
              <a:ext uri="{FF2B5EF4-FFF2-40B4-BE49-F238E27FC236}">
                <a16:creationId xmlns:a16="http://schemas.microsoft.com/office/drawing/2014/main" id="{867B240E-024C-38A6-B292-81130A6F84D7}"/>
              </a:ext>
            </a:extLst>
          </p:cNvPr>
          <p:cNvSpPr>
            <a:spLocks noGrp="1" noChangeArrowheads="1"/>
          </p:cNvSpPr>
          <p:nvPr>
            <p:ph type="title"/>
            <p:custDataLst>
              <p:tags r:id="rId1"/>
            </p:custDataLst>
          </p:nvPr>
        </p:nvSpPr>
        <p:spPr>
          <a:xfrm>
            <a:off x="1143001" y="298922"/>
            <a:ext cx="9905998" cy="677622"/>
          </a:xfrm>
        </p:spPr>
        <p:txBody>
          <a:bodyPr/>
          <a:lstStyle/>
          <a:p>
            <a:pPr algn="ctr"/>
            <a:r>
              <a:rPr lang="en-US" dirty="0"/>
              <a:t>Directly Solve (unrolling the recurrence)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4819" name="Rectangle 3">
                <a:extLst>
                  <a:ext uri="{FF2B5EF4-FFF2-40B4-BE49-F238E27FC236}">
                    <a16:creationId xmlns:a16="http://schemas.microsoft.com/office/drawing/2014/main" id="{97BF0D8B-A716-F99D-FB43-25FD97FDED8E}"/>
                  </a:ext>
                </a:extLst>
              </p:cNvPr>
              <p:cNvSpPr>
                <a:spLocks noGrp="1" noChangeArrowheads="1"/>
              </p:cNvSpPr>
              <p:nvPr>
                <p:ph sz="quarter" idx="1"/>
                <p:custDataLst>
                  <p:tags r:id="rId2"/>
                </p:custDataLst>
              </p:nvPr>
            </p:nvSpPr>
            <p:spPr>
              <a:xfrm>
                <a:off x="1817371" y="1079414"/>
                <a:ext cx="5749290" cy="5612130"/>
              </a:xfr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txBody>
              <a:bodyPr>
                <a:normAutofit fontScale="92500"/>
              </a:bodyPr>
              <a:lstStyle/>
              <a:p>
                <a:pPr marL="274320" lvl="1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𝑇</m:t>
                      </m:r>
                      <m:d>
                        <m:dPr>
                          <m:ctrlP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</m:e>
                      </m:d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3</m:t>
                          </m:r>
                        </m:e>
                        <m:sup>
                          <m:func>
                            <m:funcPr>
                              <m:ctrlPr>
                                <a:rPr lang="en-US" b="0" i="1" smtClean="0">
                                  <a:solidFill>
                                    <a:schemeClr val="accent4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sSub>
                                <m:sSubPr>
                                  <m:ctrlPr>
                                    <a:rPr lang="en-US" b="0" i="1" smtClean="0">
                                      <a:solidFill>
                                        <a:schemeClr val="accent4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en-US" b="0" i="0" smtClean="0">
                                      <a:solidFill>
                                        <a:schemeClr val="accent4"/>
                                      </a:solidFill>
                                      <a:latin typeface="Cambria Math" panose="02040503050406030204" pitchFamily="18" charset="0"/>
                                    </a:rPr>
                                    <m:t>log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solidFill>
                                        <a:schemeClr val="accent4"/>
                                      </a:solidFill>
                                      <a:latin typeface="Cambria Math" panose="02040503050406030204" pitchFamily="18" charset="0"/>
                                    </a:rPr>
                                    <m:t>4</m:t>
                                  </m:r>
                                </m:sub>
                              </m:sSub>
                            </m:fName>
                            <m:e>
                              <m:r>
                                <a:rPr lang="en-US" b="0" i="1" smtClean="0">
                                  <a:solidFill>
                                    <a:schemeClr val="accent4"/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e>
                          </m:func>
                        </m:sup>
                      </m:sSup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𝑇</m:t>
                      </m:r>
                      <m:d>
                        <m:dPr>
                          <m:ctrlP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f>
                            <m:fPr>
                              <m:ctrlP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num>
                            <m:den>
                              <m:sSup>
                                <m:sSupPr>
                                  <m:ctrlPr>
                                    <a:rPr lang="en-US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4</m:t>
                                  </m:r>
                                </m:e>
                                <m:sup>
                                  <m:func>
                                    <m:funcPr>
                                      <m:ctrlPr>
                                        <a:rPr lang="en-US" b="0" i="1" smtClean="0">
                                          <a:solidFill>
                                            <a:schemeClr val="accent4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funcPr>
                                    <m:fName>
                                      <m:sSub>
                                        <m:sSubPr>
                                          <m:ctrlPr>
                                            <a:rPr lang="en-US" b="0" i="1" smtClean="0">
                                              <a:solidFill>
                                                <a:schemeClr val="accent4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m:rPr>
                                              <m:sty m:val="p"/>
                                            </m:rPr>
                                            <a:rPr lang="en-US" b="0" i="0" smtClean="0">
                                              <a:solidFill>
                                                <a:schemeClr val="accent4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log</m:t>
                                          </m:r>
                                        </m:e>
                                        <m:sub>
                                          <m:r>
                                            <a:rPr lang="en-US" b="0" i="1" smtClean="0">
                                              <a:solidFill>
                                                <a:schemeClr val="accent4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4</m:t>
                                          </m:r>
                                        </m:sub>
                                      </m:sSub>
                                    </m:fName>
                                    <m:e>
                                      <m:r>
                                        <a:rPr lang="en-US" b="0" i="1" smtClean="0">
                                          <a:solidFill>
                                            <a:schemeClr val="accent4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𝑛</m:t>
                                      </m:r>
                                    </m:e>
                                  </m:func>
                                </m:sup>
                              </m:sSup>
                            </m:den>
                          </m:f>
                        </m:e>
                      </m:d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𝑛</m:t>
                      </m:r>
                      <m:nary>
                        <m:naryPr>
                          <m:chr m:val="∑"/>
                          <m:ctrlP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func>
                            <m:funcPr>
                              <m:ctrlPr>
                                <a:rPr lang="en-US" b="0" i="1" smtClean="0">
                                  <a:solidFill>
                                    <a:schemeClr val="accent4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sSub>
                                <m:sSubPr>
                                  <m:ctrlPr>
                                    <a:rPr lang="en-US" b="0" i="1" smtClean="0">
                                      <a:solidFill>
                                        <a:schemeClr val="accent4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en-US" b="0" i="0" smtClean="0">
                                      <a:solidFill>
                                        <a:schemeClr val="accent4"/>
                                      </a:solidFill>
                                      <a:latin typeface="Cambria Math" panose="02040503050406030204" pitchFamily="18" charset="0"/>
                                    </a:rPr>
                                    <m:t>log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solidFill>
                                        <a:schemeClr val="accent4"/>
                                      </a:solidFill>
                                      <a:latin typeface="Cambria Math" panose="02040503050406030204" pitchFamily="18" charset="0"/>
                                    </a:rPr>
                                    <m:t>4</m:t>
                                  </m:r>
                                </m:sub>
                              </m:sSub>
                            </m:fName>
                            <m:e>
                              <m:r>
                                <a:rPr lang="en-US" b="0" i="1" smtClean="0">
                                  <a:solidFill>
                                    <a:schemeClr val="accent4"/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e>
                          </m:func>
                        </m:sup>
                        <m:e>
                          <m:sSup>
                            <m:sSupPr>
                              <m:ctrlP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d>
                                <m:dPr>
                                  <m:ctrlPr>
                                    <a:rPr lang="en-US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f>
                                    <m:fPr>
                                      <m:ctrlPr>
                                        <a:rPr lang="en-US" b="0" i="1" smtClean="0">
                                          <a:solidFill>
                                            <a:schemeClr val="bg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fPr>
                                    <m:num>
                                      <m:r>
                                        <a:rPr lang="en-US" b="0" i="1" smtClean="0">
                                          <a:solidFill>
                                            <a:schemeClr val="bg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3</m:t>
                                      </m:r>
                                    </m:num>
                                    <m:den>
                                      <m:r>
                                        <a:rPr lang="en-US" b="0" i="1" smtClean="0">
                                          <a:solidFill>
                                            <a:schemeClr val="bg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4</m:t>
                                      </m:r>
                                    </m:den>
                                  </m:f>
                                </m:e>
                              </m:d>
                            </m:e>
                            <m:sup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−1</m:t>
                              </m:r>
                            </m:sup>
                          </m:sSup>
                        </m:e>
                      </m:nary>
                    </m:oMath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3</m:t>
                          </m:r>
                        </m:e>
                        <m:sup>
                          <m:func>
                            <m:funcPr>
                              <m:ctrlP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sSub>
                                <m:sSubPr>
                                  <m:ctrlPr>
                                    <a:rPr lang="en-US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en-US" b="0" i="0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log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4</m:t>
                                  </m:r>
                                </m:sub>
                              </m:sSub>
                            </m:fName>
                            <m:e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e>
                          </m:func>
                        </m:sup>
                      </m:sSup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𝑇</m:t>
                      </m:r>
                      <m:d>
                        <m:dPr>
                          <m:ctrlP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f>
                            <m:fPr>
                              <m:ctrlP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num>
                            <m:den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den>
                          </m:f>
                        </m:e>
                      </m:d>
                      <m:r>
                        <a:rPr lang="en-US" i="1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i="1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𝑛</m:t>
                      </m:r>
                      <m:nary>
                        <m:naryPr>
                          <m:chr m:val="∑"/>
                          <m:ctrlP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func>
                            <m:funcPr>
                              <m:ctrlPr>
                                <a:rPr lang="en-US" i="1">
                                  <a:solidFill>
                                    <a:schemeClr val="accent4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sSub>
                                <m:sSubPr>
                                  <m:ctrlPr>
                                    <a:rPr lang="en-US" i="1">
                                      <a:solidFill>
                                        <a:schemeClr val="accent4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en-US">
                                      <a:solidFill>
                                        <a:schemeClr val="accent4"/>
                                      </a:solidFill>
                                      <a:latin typeface="Cambria Math" panose="02040503050406030204" pitchFamily="18" charset="0"/>
                                    </a:rPr>
                                    <m:t>log</m:t>
                                  </m:r>
                                </m:e>
                                <m:sub>
                                  <m:r>
                                    <a:rPr lang="en-US" i="1">
                                      <a:solidFill>
                                        <a:schemeClr val="accent4"/>
                                      </a:solidFill>
                                      <a:latin typeface="Cambria Math" panose="02040503050406030204" pitchFamily="18" charset="0"/>
                                    </a:rPr>
                                    <m:t>4</m:t>
                                  </m:r>
                                </m:sub>
                              </m:sSub>
                            </m:fName>
                            <m:e>
                              <m:r>
                                <a:rPr lang="en-US" i="1">
                                  <a:solidFill>
                                    <a:schemeClr val="accent4"/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e>
                          </m:func>
                        </m:sup>
                        <m:e>
                          <m:sSup>
                            <m:sSupPr>
                              <m:ctrlP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d>
                                <m:dPr>
                                  <m:ctrlP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f>
                                    <m:fPr>
                                      <m:ctrlPr>
                                        <a:rPr lang="en-US" i="1">
                                          <a:solidFill>
                                            <a:schemeClr val="bg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fPr>
                                    <m:num>
                                      <m:r>
                                        <a:rPr lang="en-US" i="1">
                                          <a:solidFill>
                                            <a:schemeClr val="bg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3</m:t>
                                      </m:r>
                                    </m:num>
                                    <m:den>
                                      <m:r>
                                        <a:rPr lang="en-US" i="1">
                                          <a:solidFill>
                                            <a:schemeClr val="bg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4</m:t>
                                      </m:r>
                                    </m:den>
                                  </m:f>
                                </m:e>
                              </m:d>
                            </m:e>
                            <m:sup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−1</m:t>
                              </m:r>
                            </m:sup>
                          </m:sSup>
                        </m:e>
                      </m:nary>
                    </m:oMath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</m:e>
                        <m:sup>
                          <m:func>
                            <m:funcPr>
                              <m:ctrlP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sSub>
                                <m:sSubPr>
                                  <m:ctrlPr>
                                    <a:rPr lang="en-US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en-US" b="0" i="0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log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4</m:t>
                                  </m:r>
                                </m:sub>
                              </m:sSub>
                            </m:fName>
                            <m:e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e>
                          </m:func>
                        </m:sup>
                      </m:sSup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𝑇</m:t>
                      </m:r>
                      <m:d>
                        <m:dPr>
                          <m:ctrlP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e>
                      </m:d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i="1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𝑛</m:t>
                      </m:r>
                      <m:nary>
                        <m:naryPr>
                          <m:chr m:val="∑"/>
                          <m:ctrlP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func>
                            <m:funcPr>
                              <m:ctrlPr>
                                <a:rPr lang="en-US" i="1">
                                  <a:solidFill>
                                    <a:schemeClr val="accent4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sSub>
                                <m:sSubPr>
                                  <m:ctrlPr>
                                    <a:rPr lang="en-US" i="1">
                                      <a:solidFill>
                                        <a:schemeClr val="accent4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en-US">
                                      <a:solidFill>
                                        <a:schemeClr val="accent4"/>
                                      </a:solidFill>
                                      <a:latin typeface="Cambria Math" panose="02040503050406030204" pitchFamily="18" charset="0"/>
                                    </a:rPr>
                                    <m:t>log</m:t>
                                  </m:r>
                                </m:e>
                                <m:sub>
                                  <m:r>
                                    <a:rPr lang="en-US" i="1">
                                      <a:solidFill>
                                        <a:schemeClr val="accent4"/>
                                      </a:solidFill>
                                      <a:latin typeface="Cambria Math" panose="02040503050406030204" pitchFamily="18" charset="0"/>
                                    </a:rPr>
                                    <m:t>4</m:t>
                                  </m:r>
                                </m:sub>
                              </m:sSub>
                            </m:fName>
                            <m:e>
                              <m:r>
                                <a:rPr lang="en-US" i="1">
                                  <a:solidFill>
                                    <a:schemeClr val="accent4"/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e>
                          </m:func>
                        </m:sup>
                        <m:e>
                          <m:sSup>
                            <m:sSupPr>
                              <m:ctrlP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d>
                                <m:dPr>
                                  <m:ctrlP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f>
                                    <m:fPr>
                                      <m:ctrlPr>
                                        <a:rPr lang="en-US" i="1">
                                          <a:solidFill>
                                            <a:schemeClr val="bg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fPr>
                                    <m:num>
                                      <m:r>
                                        <a:rPr lang="en-US" i="1">
                                          <a:solidFill>
                                            <a:schemeClr val="bg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3</m:t>
                                      </m:r>
                                    </m:num>
                                    <m:den>
                                      <m:r>
                                        <a:rPr lang="en-US" i="1">
                                          <a:solidFill>
                                            <a:schemeClr val="bg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4</m:t>
                                      </m:r>
                                    </m:den>
                                  </m:f>
                                </m:e>
                              </m:d>
                            </m:e>
                            <m:sup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−1</m:t>
                              </m:r>
                            </m:sup>
                          </m:sSup>
                        </m:e>
                      </m:nary>
                    </m:oMath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</m:e>
                        <m:sup>
                          <m:func>
                            <m:funcPr>
                              <m:ctrlP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sSub>
                                <m:sSubPr>
                                  <m:ctrlPr>
                                    <a:rPr lang="en-US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en-US" b="0" i="0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log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4</m:t>
                                  </m:r>
                                </m:sub>
                              </m:sSub>
                            </m:fName>
                            <m:e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e>
                          </m:func>
                        </m:sup>
                      </m:sSup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i="1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𝑛</m:t>
                      </m:r>
                      <m:nary>
                        <m:naryPr>
                          <m:chr m:val="∑"/>
                          <m:ctrlP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func>
                            <m:funcPr>
                              <m:ctrlPr>
                                <a:rPr lang="en-US" i="1">
                                  <a:solidFill>
                                    <a:schemeClr val="accent4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sSub>
                                <m:sSubPr>
                                  <m:ctrlPr>
                                    <a:rPr lang="en-US" i="1">
                                      <a:solidFill>
                                        <a:schemeClr val="accent4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en-US">
                                      <a:solidFill>
                                        <a:schemeClr val="accent4"/>
                                      </a:solidFill>
                                      <a:latin typeface="Cambria Math" panose="02040503050406030204" pitchFamily="18" charset="0"/>
                                    </a:rPr>
                                    <m:t>log</m:t>
                                  </m:r>
                                </m:e>
                                <m:sub>
                                  <m:r>
                                    <a:rPr lang="en-US" i="1">
                                      <a:solidFill>
                                        <a:schemeClr val="accent4"/>
                                      </a:solidFill>
                                      <a:latin typeface="Cambria Math" panose="02040503050406030204" pitchFamily="18" charset="0"/>
                                    </a:rPr>
                                    <m:t>4</m:t>
                                  </m:r>
                                </m:sub>
                              </m:sSub>
                            </m:fName>
                            <m:e>
                              <m:r>
                                <a:rPr lang="en-US" i="1">
                                  <a:solidFill>
                                    <a:schemeClr val="accent4"/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e>
                          </m:func>
                        </m:sup>
                        <m:e>
                          <m:sSup>
                            <m:sSupPr>
                              <m:ctrlP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d>
                                <m:dPr>
                                  <m:ctrlP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f>
                                    <m:fPr>
                                      <m:ctrlPr>
                                        <a:rPr lang="en-US" i="1">
                                          <a:solidFill>
                                            <a:schemeClr val="bg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fPr>
                                    <m:num>
                                      <m:r>
                                        <a:rPr lang="en-US" i="1">
                                          <a:solidFill>
                                            <a:schemeClr val="bg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3</m:t>
                                      </m:r>
                                    </m:num>
                                    <m:den>
                                      <m:r>
                                        <a:rPr lang="en-US" i="1">
                                          <a:solidFill>
                                            <a:schemeClr val="bg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4</m:t>
                                      </m:r>
                                    </m:den>
                                  </m:f>
                                </m:e>
                              </m:d>
                            </m:e>
                            <m:sup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−1</m:t>
                              </m:r>
                            </m:sup>
                          </m:sSup>
                        </m:e>
                      </m:nary>
                    </m:oMath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≤</m:t>
                      </m:r>
                      <m:sSup>
                        <m:sSupPr>
                          <m:ctrlP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</m:e>
                        <m:sup>
                          <m:sSub>
                            <m:sSubPr>
                              <m:ctrlP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b="0" i="0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log</m:t>
                              </m:r>
                            </m:e>
                            <m:sub>
                              <m:r>
                                <a:rPr lang="en-US" b="0" i="0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4</m:t>
                              </m:r>
                            </m:sub>
                          </m:sSub>
                          <m:r>
                            <a:rPr lang="en-US" b="0" i="0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3</m:t>
                          </m:r>
                        </m:sup>
                      </m:sSup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𝑛</m:t>
                      </m:r>
                      <m:d>
                        <m:dPr>
                          <m:ctrlP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f>
                            <m:fPr>
                              <m:ctrlP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1−</m:t>
                              </m:r>
                              <m:f>
                                <m:fPr>
                                  <m:ctrlPr>
                                    <a:rPr lang="en-US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3</m:t>
                                  </m:r>
                                </m:num>
                                <m:den>
                                  <m:r>
                                    <a:rPr lang="en-US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4</m:t>
                                  </m:r>
                                </m:den>
                              </m:f>
                            </m:den>
                          </m:f>
                        </m:e>
                      </m:d>
                    </m:oMath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≤</m:t>
                      </m:r>
                      <m:sSup>
                        <m:sSupPr>
                          <m:ctrlPr>
                            <a:rPr lang="en-US" b="1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1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𝒏</m:t>
                          </m:r>
                        </m:e>
                        <m:sup>
                          <m:func>
                            <m:funcPr>
                              <m:ctrlPr>
                                <a:rPr lang="en-US" b="1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sSub>
                                <m:sSubPr>
                                  <m:ctrlPr>
                                    <a:rPr lang="en-US" b="1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1" i="0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𝐥𝐨𝐠</m:t>
                                  </m:r>
                                </m:e>
                                <m:sub>
                                  <m:r>
                                    <a:rPr lang="en-US" b="1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𝟒</m:t>
                                  </m:r>
                                </m:sub>
                              </m:sSub>
                            </m:fName>
                            <m:e>
                              <m:r>
                                <a:rPr lang="en-US" b="1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𝟑</m:t>
                              </m:r>
                            </m:e>
                          </m:func>
                        </m:sup>
                      </m:sSup>
                      <m:r>
                        <a:rPr lang="en-US" b="1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b="1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𝟒</m:t>
                      </m:r>
                      <m:r>
                        <a:rPr lang="en-US" b="1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𝒏</m:t>
                      </m:r>
                      <m:r>
                        <a:rPr lang="en-US" b="1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1" i="0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𝚯</m:t>
                      </m:r>
                      <m:r>
                        <a:rPr lang="en-US" b="1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b="1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𝒏</m:t>
                      </m:r>
                      <m:r>
                        <a:rPr lang="en-US" b="1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b="1" dirty="0">
                  <a:solidFill>
                    <a:schemeClr val="bg1"/>
                  </a:solidFill>
                </a:endParaRPr>
              </a:p>
            </p:txBody>
          </p:sp>
        </mc:Choice>
        <mc:Fallback>
          <p:sp>
            <p:nvSpPr>
              <p:cNvPr id="34819" name="Rectangle 3">
                <a:extLst>
                  <a:ext uri="{FF2B5EF4-FFF2-40B4-BE49-F238E27FC236}">
                    <a16:creationId xmlns:a16="http://schemas.microsoft.com/office/drawing/2014/main" id="{97BF0D8B-A716-F99D-FB43-25FD97FDED8E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"/>
                <p:custDataLst>
                  <p:tags r:id="rId2"/>
                </p:custDataLst>
              </p:nvPr>
            </p:nvSpPr>
            <p:spPr>
              <a:xfrm>
                <a:off x="1817371" y="1079414"/>
                <a:ext cx="5749290" cy="5612130"/>
              </a:xfrm>
              <a:blipFill>
                <a:blip r:embed="rId4"/>
                <a:stretch>
                  <a:fillRect t="-12613"/>
                </a:stretch>
              </a:blipFill>
              <a:ln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C1033BA5-2851-82A0-383F-031E43841E7F}"/>
                  </a:ext>
                </a:extLst>
              </p:cNvPr>
              <p:cNvSpPr txBox="1"/>
              <p:nvPr/>
            </p:nvSpPr>
            <p:spPr>
              <a:xfrm>
                <a:off x="7680960" y="2457450"/>
                <a:ext cx="3623310" cy="381643"/>
              </a:xfrm>
              <a:prstGeom prst="rect">
                <a:avLst/>
              </a:prstGeom>
              <a:noFill/>
              <a:ln>
                <a:solidFill>
                  <a:schemeClr val="tx1">
                    <a:lumMod val="95000"/>
                  </a:schemeClr>
                </a:solidFill>
              </a:ln>
            </p:spPr>
            <p:txBody>
              <a:bodyPr wrap="square" rtlCol="0">
                <a:spAutoFit/>
              </a:bodyPr>
              <a:lstStyle/>
              <a:p>
                <a:r>
                  <a:rPr lang="en-US" dirty="0"/>
                  <a:t>By simplification of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4</m:t>
                        </m:r>
                      </m:e>
                      <m:sup>
                        <m:func>
                          <m:func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funcPr>
                          <m:fName>
                            <m:sSub>
                              <m:sSub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en-US" b="0" i="0" smtClean="0">
                                    <a:latin typeface="Cambria Math" panose="02040503050406030204" pitchFamily="18" charset="0"/>
                                  </a:rPr>
                                  <m:t>log</m:t>
                                </m:r>
                              </m:e>
                              <m:sub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4</m:t>
                                </m:r>
                              </m:sub>
                            </m:sSub>
                          </m:fName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𝑛</m:t>
                            </m:r>
                          </m:e>
                        </m:func>
                      </m:sup>
                    </m:sSup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endParaRPr lang="en-US" dirty="0"/>
              </a:p>
            </p:txBody>
          </p:sp>
        </mc:Choice>
        <mc:Fallback xmlns="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C1033BA5-2851-82A0-383F-031E43841E7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680960" y="2457450"/>
                <a:ext cx="3623310" cy="381643"/>
              </a:xfrm>
              <a:prstGeom prst="rect">
                <a:avLst/>
              </a:prstGeom>
              <a:blipFill>
                <a:blip r:embed="rId6"/>
                <a:stretch>
                  <a:fillRect l="-1394" b="-21212"/>
                </a:stretch>
              </a:blipFill>
              <a:ln>
                <a:solidFill>
                  <a:schemeClr val="tx1">
                    <a:lumMod val="95000"/>
                  </a:schemeClr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E035726F-F5C2-8DBD-3F71-0B7B538AA036}"/>
                  </a:ext>
                </a:extLst>
              </p:cNvPr>
              <p:cNvSpPr txBox="1"/>
              <p:nvPr/>
            </p:nvSpPr>
            <p:spPr>
              <a:xfrm>
                <a:off x="7680960" y="3501068"/>
                <a:ext cx="3623310" cy="392993"/>
              </a:xfrm>
              <a:prstGeom prst="rect">
                <a:avLst/>
              </a:prstGeom>
              <a:noFill/>
              <a:ln>
                <a:solidFill>
                  <a:schemeClr val="tx1">
                    <a:lumMod val="95000"/>
                  </a:schemeClr>
                </a:solidFill>
              </a:ln>
            </p:spPr>
            <p:txBody>
              <a:bodyPr wrap="square" rtlCol="0">
                <a:spAutoFit/>
              </a:bodyPr>
              <a:lstStyle/>
              <a:p>
                <a:r>
                  <a:rPr lang="en-US" dirty="0"/>
                  <a:t>By log rule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  <m:sup>
                        <m:func>
                          <m:func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funcPr>
                          <m:fName>
                            <m:sSub>
                              <m:sSub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en-US" b="0" i="0" smtClean="0">
                                    <a:latin typeface="Cambria Math" panose="02040503050406030204" pitchFamily="18" charset="0"/>
                                  </a:rPr>
                                  <m:t>log</m:t>
                                </m:r>
                              </m:e>
                              <m:sub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𝑏</m:t>
                                </m:r>
                              </m:sub>
                            </m:sSub>
                          </m:fName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𝑐</m:t>
                            </m:r>
                          </m:e>
                        </m:func>
                      </m:sup>
                    </m:sSup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𝑐</m:t>
                        </m:r>
                      </m:e>
                      <m:sup>
                        <m:func>
                          <m:func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funcPr>
                          <m:fName>
                            <m:sSub>
                              <m:sSub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en-US" b="0" i="0" smtClean="0">
                                    <a:latin typeface="Cambria Math" panose="02040503050406030204" pitchFamily="18" charset="0"/>
                                  </a:rPr>
                                  <m:t>log</m:t>
                                </m:r>
                              </m:e>
                              <m:sub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𝑏</m:t>
                                </m:r>
                              </m:sub>
                            </m:sSub>
                          </m:fName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</m:func>
                      </m:sup>
                    </m:sSup>
                  </m:oMath>
                </a14:m>
                <a:endParaRPr lang="en-US" dirty="0"/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E035726F-F5C2-8DBD-3F71-0B7B538AA03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680960" y="3501068"/>
                <a:ext cx="3623310" cy="392993"/>
              </a:xfrm>
              <a:prstGeom prst="rect">
                <a:avLst/>
              </a:prstGeom>
              <a:blipFill>
                <a:blip r:embed="rId7"/>
                <a:stretch>
                  <a:fillRect l="-1394" t="-3030" b="-18182"/>
                </a:stretch>
              </a:blipFill>
              <a:ln>
                <a:solidFill>
                  <a:schemeClr val="tx1">
                    <a:lumMod val="95000"/>
                  </a:schemeClr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3A28695E-14EA-C57C-450B-B640B4C1DBAC}"/>
                  </a:ext>
                </a:extLst>
              </p:cNvPr>
              <p:cNvSpPr txBox="1"/>
              <p:nvPr/>
            </p:nvSpPr>
            <p:spPr>
              <a:xfrm>
                <a:off x="7680960" y="4556036"/>
                <a:ext cx="3623310" cy="369332"/>
              </a:xfrm>
              <a:prstGeom prst="rect">
                <a:avLst/>
              </a:prstGeom>
              <a:noFill/>
              <a:ln>
                <a:solidFill>
                  <a:schemeClr val="tx1">
                    <a:lumMod val="95000"/>
                  </a:schemeClr>
                </a:solidFill>
              </a:ln>
            </p:spPr>
            <p:txBody>
              <a:bodyPr wrap="square" rtlCol="0">
                <a:spAutoFit/>
              </a:bodyPr>
              <a:lstStyle/>
              <a:p>
                <a:r>
                  <a:rPr lang="en-US" dirty="0"/>
                  <a:t>Because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𝑇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=1</m:t>
                    </m:r>
                  </m:oMath>
                </a14:m>
                <a:endParaRPr lang="en-US" dirty="0"/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3A28695E-14EA-C57C-450B-B640B4C1DBA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680960" y="4556036"/>
                <a:ext cx="3623310" cy="369332"/>
              </a:xfrm>
              <a:prstGeom prst="rect">
                <a:avLst/>
              </a:prstGeom>
              <a:blipFill>
                <a:blip r:embed="rId8"/>
                <a:stretch>
                  <a:fillRect l="-1394" t="-6452" b="-22581"/>
                </a:stretch>
              </a:blipFill>
              <a:ln>
                <a:solidFill>
                  <a:schemeClr val="tx1">
                    <a:lumMod val="95000"/>
                  </a:schemeClr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24BF49DF-DEDB-D94F-2648-7C04B25E094E}"/>
                  </a:ext>
                </a:extLst>
              </p:cNvPr>
              <p:cNvSpPr txBox="1"/>
              <p:nvPr/>
            </p:nvSpPr>
            <p:spPr>
              <a:xfrm>
                <a:off x="7680960" y="5320881"/>
                <a:ext cx="3623310" cy="626646"/>
              </a:xfrm>
              <a:prstGeom prst="rect">
                <a:avLst/>
              </a:prstGeom>
              <a:noFill/>
              <a:ln>
                <a:solidFill>
                  <a:schemeClr val="tx1">
                    <a:lumMod val="95000"/>
                  </a:schemeClr>
                </a:solidFill>
              </a:ln>
            </p:spPr>
            <p:txBody>
              <a:bodyPr wrap="square" rtlCol="0">
                <a:spAutoFit/>
              </a:bodyPr>
              <a:lstStyle/>
              <a:p>
                <a:r>
                  <a:rPr lang="en-US" dirty="0"/>
                  <a:t>Geometric series: </a:t>
                </a:r>
                <a14:m>
                  <m:oMath xmlns:m="http://schemas.openxmlformats.org/officeDocument/2006/math">
                    <m:nary>
                      <m:naryPr>
                        <m:chr m:val="∑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∞</m:t>
                        </m:r>
                      </m:sup>
                      <m:e>
                        <m:sSup>
                          <m:sSup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d>
                              <m:d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f>
                                  <m:fPr>
                                    <m:ctrlP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𝑎</m:t>
                                    </m:r>
                                  </m:num>
                                  <m:den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𝑏</m:t>
                                    </m:r>
                                  </m:den>
                                </m:f>
                              </m:e>
                            </m:d>
                          </m:e>
                          <m:sup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p>
                        </m:sSup>
                      </m:e>
                    </m:nary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1−</m:t>
                        </m:r>
                        <m:f>
                          <m:f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𝑎</m:t>
                            </m:r>
                          </m:num>
                          <m:den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𝑏</m:t>
                            </m:r>
                          </m:den>
                        </m:f>
                      </m:den>
                    </m:f>
                  </m:oMath>
                </a14:m>
                <a:endParaRPr lang="en-US" dirty="0"/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24BF49DF-DEDB-D94F-2648-7C04B25E094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680960" y="5320881"/>
                <a:ext cx="3623310" cy="626646"/>
              </a:xfrm>
              <a:prstGeom prst="rect">
                <a:avLst/>
              </a:prstGeom>
              <a:blipFill>
                <a:blip r:embed="rId9"/>
                <a:stretch>
                  <a:fillRect l="-1394" t="-49020" b="-72549"/>
                </a:stretch>
              </a:blipFill>
              <a:ln>
                <a:solidFill>
                  <a:schemeClr val="tx1">
                    <a:lumMod val="95000"/>
                  </a:schemeClr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29317855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dirty="0"/>
              <a:t>Substitution Method</a:t>
            </a:r>
          </a:p>
        </p:txBody>
      </p:sp>
    </p:spTree>
    <p:extLst>
      <p:ext uri="{BB962C8B-B14F-4D97-AF65-F5344CB8AC3E}">
        <p14:creationId xmlns:p14="http://schemas.microsoft.com/office/powerpoint/2010/main" val="852579931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18" name="Rectangle 2"/>
          <p:cNvSpPr>
            <a:spLocks noGrp="1" noChangeArrowheads="1"/>
          </p:cNvSpPr>
          <p:nvPr>
            <p:ph type="title"/>
            <p:custDataLst>
              <p:tags r:id="rId1"/>
            </p:custDataLst>
          </p:nvPr>
        </p:nvSpPr>
        <p:spPr>
          <a:xfrm>
            <a:off x="1141412" y="298478"/>
            <a:ext cx="9905998" cy="673072"/>
          </a:xfrm>
        </p:spPr>
        <p:txBody>
          <a:bodyPr/>
          <a:lstStyle/>
          <a:p>
            <a:pPr algn="ctr"/>
            <a:r>
              <a:rPr lang="en-US" dirty="0"/>
              <a:t>Iteration or Substitution Method</a:t>
            </a:r>
          </a:p>
        </p:txBody>
      </p:sp>
      <p:sp>
        <p:nvSpPr>
          <p:cNvPr id="2" name="Rectangle 3">
            <a:extLst>
              <a:ext uri="{FF2B5EF4-FFF2-40B4-BE49-F238E27FC236}">
                <a16:creationId xmlns:a16="http://schemas.microsoft.com/office/drawing/2014/main" id="{CF10B9A4-4A87-C2B1-580D-B99981A4C592}"/>
              </a:ext>
            </a:extLst>
          </p:cNvPr>
          <p:cNvSpPr txBox="1">
            <a:spLocks noChangeArrowheads="1"/>
          </p:cNvSpPr>
          <p:nvPr>
            <p:custDataLst>
              <p:tags r:id="rId2"/>
            </p:custDataLst>
          </p:nvPr>
        </p:nvSpPr>
        <p:spPr>
          <a:xfrm>
            <a:off x="1876064" y="1686891"/>
            <a:ext cx="3927207" cy="55837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dirty="0"/>
              <a:t>Strategy:</a:t>
            </a:r>
          </a:p>
        </p:txBody>
      </p:sp>
      <p:sp>
        <p:nvSpPr>
          <p:cNvPr id="3" name="Rectangle 3">
            <a:extLst>
              <a:ext uri="{FF2B5EF4-FFF2-40B4-BE49-F238E27FC236}">
                <a16:creationId xmlns:a16="http://schemas.microsoft.com/office/drawing/2014/main" id="{9492534D-E91C-3B8A-348B-A6B8E612424C}"/>
              </a:ext>
            </a:extLst>
          </p:cNvPr>
          <p:cNvSpPr txBox="1">
            <a:spLocks noChangeArrowheads="1"/>
          </p:cNvSpPr>
          <p:nvPr>
            <p:custDataLst>
              <p:tags r:id="rId3"/>
            </p:custDataLst>
          </p:nvPr>
        </p:nvSpPr>
        <p:spPr>
          <a:xfrm>
            <a:off x="6524534" y="1686891"/>
            <a:ext cx="3927207" cy="55837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dirty="0"/>
              <a:t>Example: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7032169F-9028-249F-D64C-04A429D76B33}"/>
              </a:ext>
            </a:extLst>
          </p:cNvPr>
          <p:cNvSpPr txBox="1">
            <a:spLocks noChangeArrowheads="1"/>
          </p:cNvSpPr>
          <p:nvPr>
            <p:custDataLst>
              <p:tags r:id="rId4"/>
            </p:custDataLst>
          </p:nvPr>
        </p:nvSpPr>
        <p:spPr>
          <a:xfrm>
            <a:off x="1876064" y="2342437"/>
            <a:ext cx="3927207" cy="558370"/>
          </a:xfrm>
          <a:prstGeom prst="rect">
            <a:avLst/>
          </a:prstGeom>
          <a:solidFill>
            <a:schemeClr val="tx1">
              <a:lumMod val="95000"/>
            </a:schemeClr>
          </a:solidFill>
          <a:ln>
            <a:solidFill>
              <a:schemeClr val="bg1"/>
            </a:solidFill>
          </a:ln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dirty="0">
                <a:solidFill>
                  <a:schemeClr val="bg1"/>
                </a:solidFill>
              </a:rPr>
              <a:t>Look at recurrence carefully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Rectangle 3">
                <a:extLst>
                  <a:ext uri="{FF2B5EF4-FFF2-40B4-BE49-F238E27FC236}">
                    <a16:creationId xmlns:a16="http://schemas.microsoft.com/office/drawing/2014/main" id="{F5C3CED9-44B7-F4C9-4780-78048AA125BA}"/>
                  </a:ext>
                </a:extLst>
              </p:cNvPr>
              <p:cNvSpPr txBox="1">
                <a:spLocks noChangeArrowheads="1"/>
              </p:cNvSpPr>
              <p:nvPr>
                <p:custDataLst>
                  <p:tags r:id="rId5"/>
                </p:custDataLst>
              </p:nvPr>
            </p:nvSpPr>
            <p:spPr>
              <a:xfrm>
                <a:off x="6524534" y="2341722"/>
                <a:ext cx="3927207" cy="558370"/>
              </a:xfrm>
              <a:prstGeom prst="rect">
                <a:avLst/>
              </a:prstGeo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txBody>
              <a:bodyPr vert="horz" lIns="91440" tIns="45720" rIns="91440" bIns="45720" rtlCol="0">
                <a:normAutofit fontScale="55000" lnSpcReduction="20000"/>
              </a:bodyPr>
              <a:lstStyle>
                <a:lvl1pPr marL="228600" indent="-228600" algn="l" defTabSz="914400" rtl="0" eaLnBrk="1" latinLnBrk="0" hangingPunct="1">
                  <a:lnSpc>
                    <a:spcPct val="120000"/>
                  </a:lnSpc>
                  <a:spcBef>
                    <a:spcPts val="1000"/>
                  </a:spcBef>
                  <a:buSzPct val="125000"/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𝑇</m:t>
                      </m:r>
                      <m:d>
                        <m:dPr>
                          <m:ctrlP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</m:e>
                      </m:d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=2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𝑇</m:t>
                      </m:r>
                      <m:d>
                        <m:dPr>
                          <m:ctrlP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f>
                            <m:fPr>
                              <m:ctrlP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num>
                            <m:den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den>
                          </m:f>
                        </m:e>
                      </m:d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𝑛</m:t>
                      </m:r>
                    </m:oMath>
                  </m:oMathPara>
                </a14:m>
                <a:endParaRPr lang="en-US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5" name="Rectangle 3">
                <a:extLst>
                  <a:ext uri="{FF2B5EF4-FFF2-40B4-BE49-F238E27FC236}">
                    <a16:creationId xmlns:a16="http://schemas.microsoft.com/office/drawing/2014/main" id="{F5C3CED9-44B7-F4C9-4780-78048AA125B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>
                <p:custDataLst>
                  <p:tags r:id="rId11"/>
                </p:custDataLst>
              </p:nvPr>
            </p:nvSpPr>
            <p:spPr>
              <a:xfrm>
                <a:off x="6524534" y="2341722"/>
                <a:ext cx="3927207" cy="558370"/>
              </a:xfrm>
              <a:prstGeom prst="rect">
                <a:avLst/>
              </a:prstGeom>
              <a:blipFill>
                <a:blip r:embed="rId12"/>
                <a:stretch>
                  <a:fillRect/>
                </a:stretch>
              </a:blipFill>
              <a:ln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Rectangle 3">
            <a:extLst>
              <a:ext uri="{FF2B5EF4-FFF2-40B4-BE49-F238E27FC236}">
                <a16:creationId xmlns:a16="http://schemas.microsoft.com/office/drawing/2014/main" id="{2BEB803C-4580-B6A7-15BA-19F3B73F90B5}"/>
              </a:ext>
            </a:extLst>
          </p:cNvPr>
          <p:cNvSpPr txBox="1">
            <a:spLocks noChangeArrowheads="1"/>
          </p:cNvSpPr>
          <p:nvPr>
            <p:custDataLst>
              <p:tags r:id="rId6"/>
            </p:custDataLst>
          </p:nvPr>
        </p:nvSpPr>
        <p:spPr>
          <a:xfrm>
            <a:off x="1876064" y="3210061"/>
            <a:ext cx="3927207" cy="558370"/>
          </a:xfrm>
          <a:prstGeom prst="rect">
            <a:avLst/>
          </a:prstGeom>
          <a:solidFill>
            <a:schemeClr val="tx1">
              <a:lumMod val="95000"/>
            </a:schemeClr>
          </a:solidFill>
          <a:ln>
            <a:solidFill>
              <a:schemeClr val="bg1"/>
            </a:solidFill>
          </a:ln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dirty="0">
                <a:solidFill>
                  <a:schemeClr val="bg1"/>
                </a:solidFill>
              </a:rPr>
              <a:t>Guess the solution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Rectangle 3">
                <a:extLst>
                  <a:ext uri="{FF2B5EF4-FFF2-40B4-BE49-F238E27FC236}">
                    <a16:creationId xmlns:a16="http://schemas.microsoft.com/office/drawing/2014/main" id="{AAD06387-7CF6-A3F7-D2AA-0B418FF66506}"/>
                  </a:ext>
                </a:extLst>
              </p:cNvPr>
              <p:cNvSpPr txBox="1">
                <a:spLocks noChangeArrowheads="1"/>
              </p:cNvSpPr>
              <p:nvPr>
                <p:custDataLst>
                  <p:tags r:id="rId7"/>
                </p:custDataLst>
              </p:nvPr>
            </p:nvSpPr>
            <p:spPr>
              <a:xfrm>
                <a:off x="6524533" y="3210061"/>
                <a:ext cx="3927207" cy="558370"/>
              </a:xfrm>
              <a:prstGeom prst="rect">
                <a:avLst/>
              </a:prstGeo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txBody>
              <a:bodyPr vert="horz" lIns="91440" tIns="45720" rIns="91440" bIns="45720" rtlCol="0">
                <a:normAutofit fontScale="92500"/>
              </a:bodyPr>
              <a:lstStyle>
                <a:lvl1pPr marL="228600" indent="-228600" algn="l" defTabSz="914400" rtl="0" eaLnBrk="1" latinLnBrk="0" hangingPunct="1">
                  <a:lnSpc>
                    <a:spcPct val="120000"/>
                  </a:lnSpc>
                  <a:spcBef>
                    <a:spcPts val="1000"/>
                  </a:spcBef>
                  <a:buSzPct val="125000"/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None/>
                </a:pPr>
                <a:r>
                  <a:rPr lang="en-US" b="0" dirty="0">
                    <a:solidFill>
                      <a:schemeClr val="bg1"/>
                    </a:solidFill>
                  </a:rPr>
                  <a:t>Guess that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𝑇</m:t>
                    </m:r>
                    <m:d>
                      <m:dPr>
                        <m:ctrlPr>
                          <a:rPr lang="en-US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</m:d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m:rPr>
                        <m:sty m:val="p"/>
                      </m:rPr>
                      <a:rPr lang="en-US" b="0" i="0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Θ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𝑛𝑙𝑜</m:t>
                    </m:r>
                    <m:sSub>
                      <m:sSubPr>
                        <m:ctrlPr>
                          <a:rPr lang="en-US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𝑔</m:t>
                        </m:r>
                      </m:e>
                      <m:sub>
                        <m:r>
                          <a:rPr lang="en-US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))</m:t>
                    </m:r>
                  </m:oMath>
                </a14:m>
                <a:endParaRPr lang="en-US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7" name="Rectangle 3">
                <a:extLst>
                  <a:ext uri="{FF2B5EF4-FFF2-40B4-BE49-F238E27FC236}">
                    <a16:creationId xmlns:a16="http://schemas.microsoft.com/office/drawing/2014/main" id="{AAD06387-7CF6-A3F7-D2AA-0B418FF6650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>
                <p:custDataLst>
                  <p:tags r:id="rId13"/>
                </p:custDataLst>
              </p:nvPr>
            </p:nvSpPr>
            <p:spPr>
              <a:xfrm>
                <a:off x="6524533" y="3210061"/>
                <a:ext cx="3927207" cy="558370"/>
              </a:xfrm>
              <a:prstGeom prst="rect">
                <a:avLst/>
              </a:prstGeom>
              <a:blipFill>
                <a:blip r:embed="rId14"/>
                <a:stretch>
                  <a:fillRect l="-1929" b="-4348"/>
                </a:stretch>
              </a:blipFill>
              <a:ln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9" name="Rectangle 3">
            <a:extLst>
              <a:ext uri="{FF2B5EF4-FFF2-40B4-BE49-F238E27FC236}">
                <a16:creationId xmlns:a16="http://schemas.microsoft.com/office/drawing/2014/main" id="{43486E13-FFD8-8B3E-E8B7-2F819609EB80}"/>
              </a:ext>
            </a:extLst>
          </p:cNvPr>
          <p:cNvSpPr txBox="1">
            <a:spLocks noChangeArrowheads="1"/>
          </p:cNvSpPr>
          <p:nvPr>
            <p:custDataLst>
              <p:tags r:id="rId8"/>
            </p:custDataLst>
          </p:nvPr>
        </p:nvSpPr>
        <p:spPr>
          <a:xfrm>
            <a:off x="1876064" y="4077685"/>
            <a:ext cx="3927207" cy="558370"/>
          </a:xfrm>
          <a:prstGeom prst="rect">
            <a:avLst/>
          </a:prstGeom>
          <a:solidFill>
            <a:schemeClr val="tx1">
              <a:lumMod val="95000"/>
            </a:schemeClr>
          </a:solidFill>
          <a:ln>
            <a:solidFill>
              <a:schemeClr val="bg1"/>
            </a:solidFill>
          </a:ln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dirty="0">
                <a:solidFill>
                  <a:schemeClr val="bg1"/>
                </a:solidFill>
              </a:rPr>
              <a:t>Check solution w/ induction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0" name="Rectangle 3">
                <a:extLst>
                  <a:ext uri="{FF2B5EF4-FFF2-40B4-BE49-F238E27FC236}">
                    <a16:creationId xmlns:a16="http://schemas.microsoft.com/office/drawing/2014/main" id="{40F2D473-1739-9C3E-37BF-1AB753857BD5}"/>
                  </a:ext>
                </a:extLst>
              </p:cNvPr>
              <p:cNvSpPr txBox="1">
                <a:spLocks noChangeArrowheads="1"/>
              </p:cNvSpPr>
              <p:nvPr>
                <p:custDataLst>
                  <p:tags r:id="rId9"/>
                </p:custDataLst>
              </p:nvPr>
            </p:nvSpPr>
            <p:spPr>
              <a:xfrm>
                <a:off x="6524532" y="4065689"/>
                <a:ext cx="3927207" cy="1194375"/>
              </a:xfrm>
              <a:prstGeom prst="rect">
                <a:avLst/>
              </a:prstGeo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txBody>
              <a:bodyPr vert="horz" lIns="91440" tIns="45720" rIns="91440" bIns="45720" rtlCol="0">
                <a:normAutofit fontScale="85000" lnSpcReduction="20000"/>
              </a:bodyPr>
              <a:lstStyle>
                <a:lvl1pPr marL="228600" indent="-228600" algn="l" defTabSz="914400" rtl="0" eaLnBrk="1" latinLnBrk="0" hangingPunct="1">
                  <a:lnSpc>
                    <a:spcPct val="120000"/>
                  </a:lnSpc>
                  <a:spcBef>
                    <a:spcPts val="1000"/>
                  </a:spcBef>
                  <a:buSzPct val="125000"/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None/>
                </a:pPr>
                <a:r>
                  <a:rPr lang="en-US" dirty="0">
                    <a:solidFill>
                      <a:schemeClr val="bg1"/>
                    </a:solidFill>
                  </a:rPr>
                  <a:t>Prove that:</a:t>
                </a:r>
                <a:br>
                  <a:rPr lang="en-US" dirty="0">
                    <a:solidFill>
                      <a:schemeClr val="bg1"/>
                    </a:solidFill>
                  </a:rPr>
                </a:b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𝑇</m:t>
                      </m:r>
                      <m:d>
                        <m:dPr>
                          <m:ctrlP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</m:e>
                      </m:d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≤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𝑐𝑛𝑙𝑜</m:t>
                      </m:r>
                      <m:sSub>
                        <m:sSubPr>
                          <m:ctrlP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𝑔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𝑛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dirty="0">
                  <a:solidFill>
                    <a:schemeClr val="bg1"/>
                  </a:solidFill>
                </a:endParaRPr>
              </a:p>
              <a:p>
                <a:pPr marL="0" indent="0">
                  <a:buNone/>
                </a:pPr>
                <a:r>
                  <a:rPr lang="en-US" dirty="0">
                    <a:solidFill>
                      <a:schemeClr val="bg1"/>
                    </a:solidFill>
                  </a:rPr>
                  <a:t>For some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𝑐</m:t>
                    </m:r>
                  </m:oMath>
                </a14:m>
                <a:r>
                  <a:rPr lang="en-US" dirty="0">
                    <a:solidFill>
                      <a:schemeClr val="bg1"/>
                    </a:solidFill>
                  </a:rPr>
                  <a:t> and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≥</m:t>
                    </m:r>
                    <m:sSub>
                      <m:sSubPr>
                        <m:ctrlPr>
                          <a:rPr lang="en-US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  <m:sub>
                        <m:r>
                          <a:rPr lang="en-US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  <a:endParaRPr lang="en-US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10" name="Rectangle 3">
                <a:extLst>
                  <a:ext uri="{FF2B5EF4-FFF2-40B4-BE49-F238E27FC236}">
                    <a16:creationId xmlns:a16="http://schemas.microsoft.com/office/drawing/2014/main" id="{40F2D473-1739-9C3E-37BF-1AB753857BD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>
                <p:custDataLst>
                  <p:tags r:id="rId15"/>
                </p:custDataLst>
              </p:nvPr>
            </p:nvSpPr>
            <p:spPr>
              <a:xfrm>
                <a:off x="6524532" y="4065689"/>
                <a:ext cx="3927207" cy="1194375"/>
              </a:xfrm>
              <a:prstGeom prst="rect">
                <a:avLst/>
              </a:prstGeom>
              <a:blipFill>
                <a:blip r:embed="rId16"/>
                <a:stretch>
                  <a:fillRect l="-1608" t="-2083" b="-4167"/>
                </a:stretch>
              </a:blipFill>
              <a:ln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18" name="Rectangle 2"/>
          <p:cNvSpPr>
            <a:spLocks noGrp="1" noChangeArrowheads="1"/>
          </p:cNvSpPr>
          <p:nvPr>
            <p:ph type="title"/>
            <p:custDataLst>
              <p:tags r:id="rId1"/>
            </p:custDataLst>
          </p:nvPr>
        </p:nvSpPr>
        <p:spPr>
          <a:xfrm>
            <a:off x="1141412" y="220166"/>
            <a:ext cx="9905998" cy="739502"/>
          </a:xfrm>
        </p:spPr>
        <p:txBody>
          <a:bodyPr/>
          <a:lstStyle/>
          <a:p>
            <a:pPr algn="ctr"/>
            <a:r>
              <a:rPr lang="en-US" dirty="0"/>
              <a:t>Iteration or Substitution Method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" name="Rectangle 3">
                <a:extLst>
                  <a:ext uri="{FF2B5EF4-FFF2-40B4-BE49-F238E27FC236}">
                    <a16:creationId xmlns:a16="http://schemas.microsoft.com/office/drawing/2014/main" id="{E1862B63-B456-523D-F814-A510D283B22F}"/>
                  </a:ext>
                </a:extLst>
              </p:cNvPr>
              <p:cNvSpPr txBox="1">
                <a:spLocks noChangeArrowheads="1"/>
              </p:cNvSpPr>
              <p:nvPr>
                <p:custDataLst>
                  <p:tags r:id="rId2"/>
                </p:custDataLst>
              </p:nvPr>
            </p:nvSpPr>
            <p:spPr>
              <a:xfrm>
                <a:off x="2803560" y="1382051"/>
                <a:ext cx="2293541" cy="739501"/>
              </a:xfrm>
              <a:prstGeom prst="rect">
                <a:avLst/>
              </a:prstGeo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txBody>
              <a:bodyPr vert="horz" lIns="91440" tIns="45720" rIns="91440" bIns="45720" rtlCol="0">
                <a:normAutofit fontScale="85000" lnSpcReduction="10000"/>
              </a:bodyPr>
              <a:lstStyle>
                <a:lvl1pPr marL="228600" indent="-228600" algn="l" defTabSz="914400" rtl="0" eaLnBrk="1" latinLnBrk="0" hangingPunct="1">
                  <a:lnSpc>
                    <a:spcPct val="120000"/>
                  </a:lnSpc>
                  <a:spcBef>
                    <a:spcPts val="1000"/>
                  </a:spcBef>
                  <a:buSzPct val="125000"/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𝑇</m:t>
                      </m:r>
                      <m:d>
                        <m:dPr>
                          <m:ctrlP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</m:e>
                      </m:d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=2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𝑇</m:t>
                      </m:r>
                      <m:d>
                        <m:dPr>
                          <m:ctrlP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f>
                            <m:fPr>
                              <m:ctrlP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num>
                            <m:den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den>
                          </m:f>
                        </m:e>
                      </m:d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𝑛</m:t>
                      </m:r>
                    </m:oMath>
                  </m:oMathPara>
                </a14:m>
                <a:endParaRPr lang="en-US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2" name="Rectangle 3">
                <a:extLst>
                  <a:ext uri="{FF2B5EF4-FFF2-40B4-BE49-F238E27FC236}">
                    <a16:creationId xmlns:a16="http://schemas.microsoft.com/office/drawing/2014/main" id="{E1862B63-B456-523D-F814-A510D283B22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>
                <p:custDataLst>
                  <p:tags r:id="rId7"/>
                </p:custDataLst>
              </p:nvPr>
            </p:nvSpPr>
            <p:spPr>
              <a:xfrm>
                <a:off x="2803560" y="1382051"/>
                <a:ext cx="2293541" cy="739501"/>
              </a:xfrm>
              <a:prstGeom prst="rect">
                <a:avLst/>
              </a:prstGeom>
              <a:blipFill>
                <a:blip r:embed="rId8"/>
                <a:stretch>
                  <a:fillRect b="-1667"/>
                </a:stretch>
              </a:blipFill>
              <a:ln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" name="Rectangle 3">
                <a:extLst>
                  <a:ext uri="{FF2B5EF4-FFF2-40B4-BE49-F238E27FC236}">
                    <a16:creationId xmlns:a16="http://schemas.microsoft.com/office/drawing/2014/main" id="{B3479342-4FD5-CE58-0EF4-027ABBEB628F}"/>
                  </a:ext>
                </a:extLst>
              </p:cNvPr>
              <p:cNvSpPr txBox="1">
                <a:spLocks noChangeArrowheads="1"/>
              </p:cNvSpPr>
              <p:nvPr>
                <p:custDataLst>
                  <p:tags r:id="rId3"/>
                </p:custDataLst>
              </p:nvPr>
            </p:nvSpPr>
            <p:spPr>
              <a:xfrm>
                <a:off x="5461233" y="1382051"/>
                <a:ext cx="3927207" cy="1194375"/>
              </a:xfrm>
              <a:prstGeom prst="rect">
                <a:avLst/>
              </a:prstGeo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txBody>
              <a:bodyPr vert="horz" lIns="91440" tIns="45720" rIns="91440" bIns="45720" rtlCol="0">
                <a:normAutofit fontScale="85000" lnSpcReduction="20000"/>
              </a:bodyPr>
              <a:lstStyle>
                <a:lvl1pPr marL="228600" indent="-228600" algn="l" defTabSz="914400" rtl="0" eaLnBrk="1" latinLnBrk="0" hangingPunct="1">
                  <a:lnSpc>
                    <a:spcPct val="120000"/>
                  </a:lnSpc>
                  <a:spcBef>
                    <a:spcPts val="1000"/>
                  </a:spcBef>
                  <a:buSzPct val="125000"/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None/>
                </a:pPr>
                <a:r>
                  <a:rPr lang="en-US" dirty="0">
                    <a:solidFill>
                      <a:schemeClr val="bg1"/>
                    </a:solidFill>
                  </a:rPr>
                  <a:t>Prove that:</a:t>
                </a:r>
                <a:br>
                  <a:rPr lang="en-US" dirty="0">
                    <a:solidFill>
                      <a:schemeClr val="bg1"/>
                    </a:solidFill>
                  </a:rPr>
                </a:b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𝑇</m:t>
                      </m:r>
                      <m:d>
                        <m:dPr>
                          <m:ctrlP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</m:e>
                      </m:d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≤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𝑐𝑛𝑙𝑜</m:t>
                      </m:r>
                      <m:sSub>
                        <m:sSubPr>
                          <m:ctrlP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𝑔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𝑛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dirty="0">
                  <a:solidFill>
                    <a:schemeClr val="bg1"/>
                  </a:solidFill>
                </a:endParaRPr>
              </a:p>
              <a:p>
                <a:pPr marL="0" indent="0">
                  <a:buNone/>
                </a:pPr>
                <a:r>
                  <a:rPr lang="en-US" dirty="0">
                    <a:solidFill>
                      <a:schemeClr val="bg1"/>
                    </a:solidFill>
                  </a:rPr>
                  <a:t>For some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𝑐</m:t>
                    </m:r>
                  </m:oMath>
                </a14:m>
                <a:r>
                  <a:rPr lang="en-US" dirty="0">
                    <a:solidFill>
                      <a:schemeClr val="bg1"/>
                    </a:solidFill>
                  </a:rPr>
                  <a:t> and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≥</m:t>
                    </m:r>
                    <m:sSub>
                      <m:sSubPr>
                        <m:ctrlPr>
                          <a:rPr lang="en-US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  <m:sub>
                        <m:r>
                          <a:rPr lang="en-US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  <a:endParaRPr lang="en-US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3" name="Rectangle 3">
                <a:extLst>
                  <a:ext uri="{FF2B5EF4-FFF2-40B4-BE49-F238E27FC236}">
                    <a16:creationId xmlns:a16="http://schemas.microsoft.com/office/drawing/2014/main" id="{B3479342-4FD5-CE58-0EF4-027ABBEB628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>
                <p:custDataLst>
                  <p:tags r:id="rId9"/>
                </p:custDataLst>
              </p:nvPr>
            </p:nvSpPr>
            <p:spPr>
              <a:xfrm>
                <a:off x="5461233" y="1382051"/>
                <a:ext cx="3927207" cy="1194375"/>
              </a:xfrm>
              <a:prstGeom prst="rect">
                <a:avLst/>
              </a:prstGeom>
              <a:blipFill>
                <a:blip r:embed="rId10"/>
                <a:stretch>
                  <a:fillRect l="-1608" t="-2083" b="-3125"/>
                </a:stretch>
              </a:blipFill>
              <a:ln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Rectangle 3">
            <a:extLst>
              <a:ext uri="{FF2B5EF4-FFF2-40B4-BE49-F238E27FC236}">
                <a16:creationId xmlns:a16="http://schemas.microsoft.com/office/drawing/2014/main" id="{3A897AFE-B4F5-3D1F-0974-3359328CE646}"/>
              </a:ext>
            </a:extLst>
          </p:cNvPr>
          <p:cNvSpPr txBox="1">
            <a:spLocks noChangeArrowheads="1"/>
          </p:cNvSpPr>
          <p:nvPr>
            <p:custDataLst>
              <p:tags r:id="rId4"/>
            </p:custDataLst>
          </p:nvPr>
        </p:nvSpPr>
        <p:spPr>
          <a:xfrm>
            <a:off x="3959383" y="3488149"/>
            <a:ext cx="2996022" cy="551653"/>
          </a:xfrm>
          <a:prstGeom prst="rect">
            <a:avLst/>
          </a:prstGeom>
          <a:ln>
            <a:solidFill>
              <a:schemeClr val="tx1">
                <a:lumMod val="95000"/>
              </a:schemeClr>
            </a:solidFill>
          </a:ln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dirty="0"/>
              <a:t>Base Case (n=2):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Rectangle 3">
                <a:extLst>
                  <a:ext uri="{FF2B5EF4-FFF2-40B4-BE49-F238E27FC236}">
                    <a16:creationId xmlns:a16="http://schemas.microsoft.com/office/drawing/2014/main" id="{A28FA763-FD48-6CCD-498A-4256B0241DD8}"/>
                  </a:ext>
                </a:extLst>
              </p:cNvPr>
              <p:cNvSpPr txBox="1">
                <a:spLocks noChangeArrowheads="1"/>
              </p:cNvSpPr>
              <p:nvPr>
                <p:custDataLst>
                  <p:tags r:id="rId5"/>
                </p:custDataLst>
              </p:nvPr>
            </p:nvSpPr>
            <p:spPr>
              <a:xfrm>
                <a:off x="3950330" y="4027894"/>
                <a:ext cx="3927207" cy="2409124"/>
              </a:xfrm>
              <a:prstGeom prst="rect">
                <a:avLst/>
              </a:prstGeo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txBody>
              <a:bodyPr vert="horz" lIns="91440" tIns="45720" rIns="91440" bIns="45720" rtlCol="0">
                <a:normAutofit/>
              </a:bodyPr>
              <a:lstStyle>
                <a:lvl1pPr marL="228600" indent="-228600" algn="l" defTabSz="914400" rtl="0" eaLnBrk="1" latinLnBrk="0" hangingPunct="1">
                  <a:lnSpc>
                    <a:spcPct val="120000"/>
                  </a:lnSpc>
                  <a:spcBef>
                    <a:spcPts val="1000"/>
                  </a:spcBef>
                  <a:buSzPct val="125000"/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𝑇</m:t>
                      </m:r>
                      <m:d>
                        <m:dPr>
                          <m:ctrlP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e>
                      </m:d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≤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𝑐𝑛𝑙𝑜</m:t>
                      </m:r>
                      <m:sSub>
                        <m:sSubPr>
                          <m:ctrlP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𝑔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𝑛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2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𝑇</m:t>
                      </m:r>
                      <m:d>
                        <m:dPr>
                          <m:ctrlP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f>
                            <m:fPr>
                              <m:ctrlP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num>
                            <m:den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den>
                          </m:f>
                        </m:e>
                      </m:d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+2≤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𝑐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2</m:t>
                      </m:r>
                      <m:func>
                        <m:funcPr>
                          <m:ctrlP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sSub>
                            <m:sSubPr>
                              <m:ctrlP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b="0" i="0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log</m:t>
                              </m:r>
                            </m:e>
                            <m:sub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fName>
                        <m:e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e>
                      </m:func>
                    </m:oMath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2+2≤2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𝑐</m:t>
                      </m:r>
                    </m:oMath>
                  </m:oMathPara>
                </a14:m>
                <a:br>
                  <a:rPr lang="en-US" b="0" dirty="0">
                    <a:solidFill>
                      <a:schemeClr val="bg1"/>
                    </a:solidFill>
                  </a:rPr>
                </a:b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4≤2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𝑐</m:t>
                    </m:r>
                  </m:oMath>
                </a14:m>
                <a:r>
                  <a:rPr lang="en-US" dirty="0">
                    <a:solidFill>
                      <a:schemeClr val="bg1"/>
                    </a:solidFill>
                  </a:rPr>
                  <a:t>		</a:t>
                </a:r>
                <a:r>
                  <a:rPr lang="en-US" dirty="0">
                    <a:solidFill>
                      <a:schemeClr val="accent1"/>
                    </a:solidFill>
                  </a:rPr>
                  <a:t>//if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𝑐</m:t>
                    </m:r>
                    <m:r>
                      <a:rPr lang="en-US" b="0" i="1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≥2</m:t>
                    </m:r>
                  </m:oMath>
                </a14:m>
                <a:endParaRPr lang="en-US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5" name="Rectangle 3">
                <a:extLst>
                  <a:ext uri="{FF2B5EF4-FFF2-40B4-BE49-F238E27FC236}">
                    <a16:creationId xmlns:a16="http://schemas.microsoft.com/office/drawing/2014/main" id="{A28FA763-FD48-6CCD-498A-4256B0241DD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>
                <p:custDataLst>
                  <p:tags r:id="rId11"/>
                </p:custDataLst>
              </p:nvPr>
            </p:nvSpPr>
            <p:spPr>
              <a:xfrm>
                <a:off x="3950330" y="4027894"/>
                <a:ext cx="3927207" cy="2409124"/>
              </a:xfrm>
              <a:prstGeom prst="rect">
                <a:avLst/>
              </a:prstGeom>
              <a:blipFill>
                <a:blip r:embed="rId12"/>
                <a:stretch>
                  <a:fillRect b="-2604"/>
                </a:stretch>
              </a:blipFill>
              <a:ln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007756452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D8EA827-A396-F53A-4BA0-2F2A8AEABB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18" name="Rectangle 2">
            <a:extLst>
              <a:ext uri="{FF2B5EF4-FFF2-40B4-BE49-F238E27FC236}">
                <a16:creationId xmlns:a16="http://schemas.microsoft.com/office/drawing/2014/main" id="{207B72EC-C775-F9AF-AC2B-E7BC4014F5EE}"/>
              </a:ext>
            </a:extLst>
          </p:cNvPr>
          <p:cNvSpPr>
            <a:spLocks noGrp="1" noChangeArrowheads="1"/>
          </p:cNvSpPr>
          <p:nvPr>
            <p:ph type="title"/>
            <p:custDataLst>
              <p:tags r:id="rId1"/>
            </p:custDataLst>
          </p:nvPr>
        </p:nvSpPr>
        <p:spPr>
          <a:xfrm>
            <a:off x="1141412" y="220166"/>
            <a:ext cx="9905998" cy="739502"/>
          </a:xfrm>
        </p:spPr>
        <p:txBody>
          <a:bodyPr/>
          <a:lstStyle/>
          <a:p>
            <a:pPr algn="ctr"/>
            <a:r>
              <a:rPr lang="en-US" dirty="0"/>
              <a:t>Iteration or Substitution Method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" name="Rectangle 3">
                <a:extLst>
                  <a:ext uri="{FF2B5EF4-FFF2-40B4-BE49-F238E27FC236}">
                    <a16:creationId xmlns:a16="http://schemas.microsoft.com/office/drawing/2014/main" id="{175B24E0-4701-DDE4-42C4-740E38BA332E}"/>
                  </a:ext>
                </a:extLst>
              </p:cNvPr>
              <p:cNvSpPr txBox="1">
                <a:spLocks noChangeArrowheads="1"/>
              </p:cNvSpPr>
              <p:nvPr>
                <p:custDataLst>
                  <p:tags r:id="rId2"/>
                </p:custDataLst>
              </p:nvPr>
            </p:nvSpPr>
            <p:spPr>
              <a:xfrm>
                <a:off x="2803560" y="1463531"/>
                <a:ext cx="2293541" cy="739501"/>
              </a:xfrm>
              <a:prstGeom prst="rect">
                <a:avLst/>
              </a:prstGeo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txBody>
              <a:bodyPr vert="horz" lIns="91440" tIns="45720" rIns="91440" bIns="45720" rtlCol="0">
                <a:normAutofit fontScale="85000" lnSpcReduction="10000"/>
              </a:bodyPr>
              <a:lstStyle>
                <a:lvl1pPr marL="228600" indent="-228600" algn="l" defTabSz="914400" rtl="0" eaLnBrk="1" latinLnBrk="0" hangingPunct="1">
                  <a:lnSpc>
                    <a:spcPct val="120000"/>
                  </a:lnSpc>
                  <a:spcBef>
                    <a:spcPts val="1000"/>
                  </a:spcBef>
                  <a:buSzPct val="125000"/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𝑇</m:t>
                      </m:r>
                      <m:d>
                        <m:dPr>
                          <m:ctrlP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</m:e>
                      </m:d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=2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𝑇</m:t>
                      </m:r>
                      <m:d>
                        <m:dPr>
                          <m:ctrlP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f>
                            <m:fPr>
                              <m:ctrlP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num>
                            <m:den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den>
                          </m:f>
                        </m:e>
                      </m:d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𝑛</m:t>
                      </m:r>
                    </m:oMath>
                  </m:oMathPara>
                </a14:m>
                <a:endParaRPr lang="en-US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2" name="Rectangle 3">
                <a:extLst>
                  <a:ext uri="{FF2B5EF4-FFF2-40B4-BE49-F238E27FC236}">
                    <a16:creationId xmlns:a16="http://schemas.microsoft.com/office/drawing/2014/main" id="{175B24E0-4701-DDE4-42C4-740E38BA332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>
                <p:custDataLst>
                  <p:tags r:id="rId7"/>
                </p:custDataLst>
              </p:nvPr>
            </p:nvSpPr>
            <p:spPr>
              <a:xfrm>
                <a:off x="2803560" y="1463531"/>
                <a:ext cx="2293541" cy="739501"/>
              </a:xfrm>
              <a:prstGeom prst="rect">
                <a:avLst/>
              </a:prstGeom>
              <a:blipFill>
                <a:blip r:embed="rId8"/>
                <a:stretch>
                  <a:fillRect b="-3333"/>
                </a:stretch>
              </a:blipFill>
              <a:ln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" name="Rectangle 3">
                <a:extLst>
                  <a:ext uri="{FF2B5EF4-FFF2-40B4-BE49-F238E27FC236}">
                    <a16:creationId xmlns:a16="http://schemas.microsoft.com/office/drawing/2014/main" id="{5C469194-D935-D4CA-78FE-123792450A7C}"/>
                  </a:ext>
                </a:extLst>
              </p:cNvPr>
              <p:cNvSpPr txBox="1">
                <a:spLocks noChangeArrowheads="1"/>
              </p:cNvSpPr>
              <p:nvPr>
                <p:custDataLst>
                  <p:tags r:id="rId3"/>
                </p:custDataLst>
              </p:nvPr>
            </p:nvSpPr>
            <p:spPr>
              <a:xfrm>
                <a:off x="5461233" y="1463531"/>
                <a:ext cx="3927207" cy="1194375"/>
              </a:xfrm>
              <a:prstGeom prst="rect">
                <a:avLst/>
              </a:prstGeo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txBody>
              <a:bodyPr vert="horz" lIns="91440" tIns="45720" rIns="91440" bIns="45720" rtlCol="0">
                <a:normAutofit fontScale="85000" lnSpcReduction="20000"/>
              </a:bodyPr>
              <a:lstStyle>
                <a:lvl1pPr marL="228600" indent="-228600" algn="l" defTabSz="914400" rtl="0" eaLnBrk="1" latinLnBrk="0" hangingPunct="1">
                  <a:lnSpc>
                    <a:spcPct val="120000"/>
                  </a:lnSpc>
                  <a:spcBef>
                    <a:spcPts val="1000"/>
                  </a:spcBef>
                  <a:buSzPct val="125000"/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None/>
                </a:pPr>
                <a:r>
                  <a:rPr lang="en-US" dirty="0">
                    <a:solidFill>
                      <a:schemeClr val="bg1"/>
                    </a:solidFill>
                  </a:rPr>
                  <a:t>Prove that:</a:t>
                </a:r>
                <a:br>
                  <a:rPr lang="en-US" dirty="0">
                    <a:solidFill>
                      <a:schemeClr val="bg1"/>
                    </a:solidFill>
                  </a:rPr>
                </a:b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𝑇</m:t>
                      </m:r>
                      <m:d>
                        <m:dPr>
                          <m:ctrlP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</m:e>
                      </m:d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≤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𝑐𝑛𝑙𝑜</m:t>
                      </m:r>
                      <m:sSub>
                        <m:sSubPr>
                          <m:ctrlP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𝑔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𝑛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dirty="0">
                  <a:solidFill>
                    <a:schemeClr val="bg1"/>
                  </a:solidFill>
                </a:endParaRPr>
              </a:p>
              <a:p>
                <a:pPr marL="0" indent="0">
                  <a:buNone/>
                </a:pPr>
                <a:r>
                  <a:rPr lang="en-US" dirty="0">
                    <a:solidFill>
                      <a:schemeClr val="bg1"/>
                    </a:solidFill>
                  </a:rPr>
                  <a:t>For some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𝑐</m:t>
                    </m:r>
                  </m:oMath>
                </a14:m>
                <a:r>
                  <a:rPr lang="en-US" dirty="0">
                    <a:solidFill>
                      <a:schemeClr val="bg1"/>
                    </a:solidFill>
                  </a:rPr>
                  <a:t> and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≥</m:t>
                    </m:r>
                    <m:sSub>
                      <m:sSubPr>
                        <m:ctrlPr>
                          <a:rPr lang="en-US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  <m:sub>
                        <m:r>
                          <a:rPr lang="en-US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  <a:endParaRPr lang="en-US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3" name="Rectangle 3">
                <a:extLst>
                  <a:ext uri="{FF2B5EF4-FFF2-40B4-BE49-F238E27FC236}">
                    <a16:creationId xmlns:a16="http://schemas.microsoft.com/office/drawing/2014/main" id="{5C469194-D935-D4CA-78FE-123792450A7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>
                <p:custDataLst>
                  <p:tags r:id="rId9"/>
                </p:custDataLst>
              </p:nvPr>
            </p:nvSpPr>
            <p:spPr>
              <a:xfrm>
                <a:off x="5461233" y="1463531"/>
                <a:ext cx="3927207" cy="1194375"/>
              </a:xfrm>
              <a:prstGeom prst="rect">
                <a:avLst/>
              </a:prstGeom>
              <a:blipFill>
                <a:blip r:embed="rId10"/>
                <a:stretch>
                  <a:fillRect l="-1608" t="-2083" b="-4167"/>
                </a:stretch>
              </a:blipFill>
              <a:ln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Rectangle 3">
            <a:extLst>
              <a:ext uri="{FF2B5EF4-FFF2-40B4-BE49-F238E27FC236}">
                <a16:creationId xmlns:a16="http://schemas.microsoft.com/office/drawing/2014/main" id="{C7FFCE49-4DE8-C671-7C8B-018E69B2E4F5}"/>
              </a:ext>
            </a:extLst>
          </p:cNvPr>
          <p:cNvSpPr txBox="1">
            <a:spLocks noChangeArrowheads="1"/>
          </p:cNvSpPr>
          <p:nvPr>
            <p:custDataLst>
              <p:tags r:id="rId4"/>
            </p:custDataLst>
          </p:nvPr>
        </p:nvSpPr>
        <p:spPr>
          <a:xfrm>
            <a:off x="2936338" y="3910531"/>
            <a:ext cx="2996022" cy="551653"/>
          </a:xfrm>
          <a:prstGeom prst="rect">
            <a:avLst/>
          </a:prstGeom>
          <a:ln>
            <a:solidFill>
              <a:schemeClr val="tx1">
                <a:lumMod val="95000"/>
              </a:schemeClr>
            </a:solidFill>
          </a:ln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dirty="0"/>
              <a:t>Inductive Hypothesis: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Rectangle 3">
                <a:extLst>
                  <a:ext uri="{FF2B5EF4-FFF2-40B4-BE49-F238E27FC236}">
                    <a16:creationId xmlns:a16="http://schemas.microsoft.com/office/drawing/2014/main" id="{7F8D65DE-CAB5-106E-99BF-D39765A896F6}"/>
                  </a:ext>
                </a:extLst>
              </p:cNvPr>
              <p:cNvSpPr txBox="1">
                <a:spLocks noChangeArrowheads="1"/>
              </p:cNvSpPr>
              <p:nvPr>
                <p:custDataLst>
                  <p:tags r:id="rId5"/>
                </p:custDataLst>
              </p:nvPr>
            </p:nvSpPr>
            <p:spPr>
              <a:xfrm>
                <a:off x="2927285" y="4450276"/>
                <a:ext cx="6497369" cy="622139"/>
              </a:xfrm>
              <a:prstGeom prst="rect">
                <a:avLst/>
              </a:prstGeo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txBody>
              <a:bodyPr vert="horz" lIns="91440" tIns="45720" rIns="91440" bIns="45720" rtlCol="0">
                <a:normAutofit/>
              </a:bodyPr>
              <a:lstStyle>
                <a:lvl1pPr marL="228600" indent="-228600" algn="l" defTabSz="914400" rtl="0" eaLnBrk="1" latinLnBrk="0" hangingPunct="1">
                  <a:lnSpc>
                    <a:spcPct val="120000"/>
                  </a:lnSpc>
                  <a:spcBef>
                    <a:spcPts val="1000"/>
                  </a:spcBef>
                  <a:buSzPct val="125000"/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None/>
                </a:pPr>
                <a:r>
                  <a:rPr lang="en-US" dirty="0">
                    <a:solidFill>
                      <a:schemeClr val="bg1"/>
                    </a:solidFill>
                  </a:rPr>
                  <a:t>Assume for all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dirty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i</m:t>
                    </m:r>
                    <m:r>
                      <a:rPr lang="en-US" i="1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&lt;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r>
                  <a:rPr lang="en-US" dirty="0">
                    <a:solidFill>
                      <a:schemeClr val="bg1"/>
                    </a:solidFill>
                  </a:rPr>
                  <a:t> that </a:t>
                </a:r>
                <a14:m>
                  <m:oMath xmlns:m="http://schemas.openxmlformats.org/officeDocument/2006/math">
                    <m:r>
                      <a:rPr lang="en-US" i="1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𝑇</m:t>
                    </m:r>
                    <m:d>
                      <m:dPr>
                        <m:ctrlPr>
                          <a:rPr lang="en-US" i="1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𝑖</m:t>
                        </m:r>
                      </m:e>
                    </m:d>
                    <m:r>
                      <a:rPr lang="en-US" i="1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≤</m:t>
                    </m:r>
                    <m:r>
                      <a:rPr lang="en-US" i="1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𝑐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⋅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𝑖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⋅</m:t>
                    </m:r>
                    <m:func>
                      <m:funcPr>
                        <m:ctrlPr>
                          <a:rPr lang="en-US" i="1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sSub>
                          <m:sSubPr>
                            <m:ctrlPr>
                              <a:rPr lang="en-US" i="1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log</m:t>
                            </m:r>
                          </m:e>
                          <m:sub>
                            <m:r>
                              <a:rPr lang="en-US" i="1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fName>
                      <m:e>
                        <m:r>
                          <a:rPr lang="en-US" i="1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i="1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)</m:t>
                        </m:r>
                      </m:e>
                    </m:func>
                  </m:oMath>
                </a14:m>
                <a:endParaRPr lang="en-US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5" name="Rectangle 3">
                <a:extLst>
                  <a:ext uri="{FF2B5EF4-FFF2-40B4-BE49-F238E27FC236}">
                    <a16:creationId xmlns:a16="http://schemas.microsoft.com/office/drawing/2014/main" id="{7F8D65DE-CAB5-106E-99BF-D39765A896F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>
                <p:custDataLst>
                  <p:tags r:id="rId11"/>
                </p:custDataLst>
              </p:nvPr>
            </p:nvSpPr>
            <p:spPr>
              <a:xfrm>
                <a:off x="2927285" y="4450276"/>
                <a:ext cx="6497369" cy="622139"/>
              </a:xfrm>
              <a:prstGeom prst="rect">
                <a:avLst/>
              </a:prstGeom>
              <a:blipFill>
                <a:blip r:embed="rId12"/>
                <a:stretch>
                  <a:fillRect l="-1362" b="-1961"/>
                </a:stretch>
              </a:blipFill>
              <a:ln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100949550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7993D78-F565-169A-0ADA-CD4E3E63E52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18" name="Rectangle 2">
            <a:extLst>
              <a:ext uri="{FF2B5EF4-FFF2-40B4-BE49-F238E27FC236}">
                <a16:creationId xmlns:a16="http://schemas.microsoft.com/office/drawing/2014/main" id="{D36DCC0F-0069-B57E-CD74-B8192603FC2D}"/>
              </a:ext>
            </a:extLst>
          </p:cNvPr>
          <p:cNvSpPr>
            <a:spLocks noGrp="1" noChangeArrowheads="1"/>
          </p:cNvSpPr>
          <p:nvPr>
            <p:ph type="title"/>
            <p:custDataLst>
              <p:tags r:id="rId1"/>
            </p:custDataLst>
          </p:nvPr>
        </p:nvSpPr>
        <p:spPr>
          <a:xfrm>
            <a:off x="1141412" y="30045"/>
            <a:ext cx="9905998" cy="739502"/>
          </a:xfrm>
        </p:spPr>
        <p:txBody>
          <a:bodyPr/>
          <a:lstStyle/>
          <a:p>
            <a:pPr algn="ctr"/>
            <a:r>
              <a:rPr lang="en-US" dirty="0"/>
              <a:t>Iteration or Substitution Method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" name="Rectangle 3">
                <a:extLst>
                  <a:ext uri="{FF2B5EF4-FFF2-40B4-BE49-F238E27FC236}">
                    <a16:creationId xmlns:a16="http://schemas.microsoft.com/office/drawing/2014/main" id="{C3F922DD-09C4-760D-97C6-693B036FECFC}"/>
                  </a:ext>
                </a:extLst>
              </p:cNvPr>
              <p:cNvSpPr txBox="1">
                <a:spLocks noChangeArrowheads="1"/>
              </p:cNvSpPr>
              <p:nvPr>
                <p:custDataLst>
                  <p:tags r:id="rId2"/>
                </p:custDataLst>
              </p:nvPr>
            </p:nvSpPr>
            <p:spPr>
              <a:xfrm>
                <a:off x="2803560" y="802633"/>
                <a:ext cx="2293541" cy="739501"/>
              </a:xfrm>
              <a:prstGeom prst="rect">
                <a:avLst/>
              </a:prstGeo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txBody>
              <a:bodyPr vert="horz" lIns="91440" tIns="45720" rIns="91440" bIns="45720" rtlCol="0">
                <a:normAutofit fontScale="85000" lnSpcReduction="10000"/>
              </a:bodyPr>
              <a:lstStyle>
                <a:lvl1pPr marL="228600" indent="-228600" algn="l" defTabSz="914400" rtl="0" eaLnBrk="1" latinLnBrk="0" hangingPunct="1">
                  <a:lnSpc>
                    <a:spcPct val="120000"/>
                  </a:lnSpc>
                  <a:spcBef>
                    <a:spcPts val="1000"/>
                  </a:spcBef>
                  <a:buSzPct val="125000"/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𝑇</m:t>
                      </m:r>
                      <m:d>
                        <m:dPr>
                          <m:ctrlP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</m:e>
                      </m:d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=2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𝑇</m:t>
                      </m:r>
                      <m:d>
                        <m:dPr>
                          <m:ctrlP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f>
                            <m:fPr>
                              <m:ctrlP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num>
                            <m:den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den>
                          </m:f>
                        </m:e>
                      </m:d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𝑛</m:t>
                      </m:r>
                    </m:oMath>
                  </m:oMathPara>
                </a14:m>
                <a:endParaRPr lang="en-US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2" name="Rectangle 3">
                <a:extLst>
                  <a:ext uri="{FF2B5EF4-FFF2-40B4-BE49-F238E27FC236}">
                    <a16:creationId xmlns:a16="http://schemas.microsoft.com/office/drawing/2014/main" id="{C3F922DD-09C4-760D-97C6-693B036FECF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>
                <p:custDataLst>
                  <p:tags r:id="rId7"/>
                </p:custDataLst>
              </p:nvPr>
            </p:nvSpPr>
            <p:spPr>
              <a:xfrm>
                <a:off x="2803560" y="802633"/>
                <a:ext cx="2293541" cy="739501"/>
              </a:xfrm>
              <a:prstGeom prst="rect">
                <a:avLst/>
              </a:prstGeom>
              <a:blipFill>
                <a:blip r:embed="rId8"/>
                <a:stretch>
                  <a:fillRect b="-3333"/>
                </a:stretch>
              </a:blipFill>
              <a:ln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" name="Rectangle 3">
                <a:extLst>
                  <a:ext uri="{FF2B5EF4-FFF2-40B4-BE49-F238E27FC236}">
                    <a16:creationId xmlns:a16="http://schemas.microsoft.com/office/drawing/2014/main" id="{CC567754-2DA7-A42D-42CE-FDE89A6847F2}"/>
                  </a:ext>
                </a:extLst>
              </p:cNvPr>
              <p:cNvSpPr txBox="1">
                <a:spLocks noChangeArrowheads="1"/>
              </p:cNvSpPr>
              <p:nvPr>
                <p:custDataLst>
                  <p:tags r:id="rId3"/>
                </p:custDataLst>
              </p:nvPr>
            </p:nvSpPr>
            <p:spPr>
              <a:xfrm>
                <a:off x="5461233" y="802633"/>
                <a:ext cx="3927207" cy="1194375"/>
              </a:xfrm>
              <a:prstGeom prst="rect">
                <a:avLst/>
              </a:prstGeo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txBody>
              <a:bodyPr vert="horz" lIns="91440" tIns="45720" rIns="91440" bIns="45720" rtlCol="0">
                <a:normAutofit fontScale="85000" lnSpcReduction="20000"/>
              </a:bodyPr>
              <a:lstStyle>
                <a:lvl1pPr marL="228600" indent="-228600" algn="l" defTabSz="914400" rtl="0" eaLnBrk="1" latinLnBrk="0" hangingPunct="1">
                  <a:lnSpc>
                    <a:spcPct val="120000"/>
                  </a:lnSpc>
                  <a:spcBef>
                    <a:spcPts val="1000"/>
                  </a:spcBef>
                  <a:buSzPct val="125000"/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None/>
                </a:pPr>
                <a:r>
                  <a:rPr lang="en-US" dirty="0">
                    <a:solidFill>
                      <a:schemeClr val="bg1"/>
                    </a:solidFill>
                  </a:rPr>
                  <a:t>Prove that:</a:t>
                </a:r>
                <a:br>
                  <a:rPr lang="en-US" dirty="0">
                    <a:solidFill>
                      <a:schemeClr val="bg1"/>
                    </a:solidFill>
                  </a:rPr>
                </a:b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𝑇</m:t>
                      </m:r>
                      <m:d>
                        <m:dPr>
                          <m:ctrlP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</m:e>
                      </m:d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≤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𝑐𝑛𝑙𝑜</m:t>
                      </m:r>
                      <m:sSub>
                        <m:sSubPr>
                          <m:ctrlP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𝑔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𝑛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dirty="0">
                  <a:solidFill>
                    <a:schemeClr val="bg1"/>
                  </a:solidFill>
                </a:endParaRPr>
              </a:p>
              <a:p>
                <a:pPr marL="0" indent="0">
                  <a:buNone/>
                </a:pPr>
                <a:r>
                  <a:rPr lang="en-US" dirty="0">
                    <a:solidFill>
                      <a:schemeClr val="bg1"/>
                    </a:solidFill>
                  </a:rPr>
                  <a:t>For some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𝑐</m:t>
                    </m:r>
                  </m:oMath>
                </a14:m>
                <a:r>
                  <a:rPr lang="en-US" dirty="0">
                    <a:solidFill>
                      <a:schemeClr val="bg1"/>
                    </a:solidFill>
                  </a:rPr>
                  <a:t> and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≥</m:t>
                    </m:r>
                    <m:sSub>
                      <m:sSubPr>
                        <m:ctrlPr>
                          <a:rPr lang="en-US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  <m:sub>
                        <m:r>
                          <a:rPr lang="en-US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  <a:endParaRPr lang="en-US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3" name="Rectangle 3">
                <a:extLst>
                  <a:ext uri="{FF2B5EF4-FFF2-40B4-BE49-F238E27FC236}">
                    <a16:creationId xmlns:a16="http://schemas.microsoft.com/office/drawing/2014/main" id="{CC567754-2DA7-A42D-42CE-FDE89A6847F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>
                <p:custDataLst>
                  <p:tags r:id="rId9"/>
                </p:custDataLst>
              </p:nvPr>
            </p:nvSpPr>
            <p:spPr>
              <a:xfrm>
                <a:off x="5461233" y="802633"/>
                <a:ext cx="3927207" cy="1194375"/>
              </a:xfrm>
              <a:prstGeom prst="rect">
                <a:avLst/>
              </a:prstGeom>
              <a:blipFill>
                <a:blip r:embed="rId10"/>
                <a:stretch>
                  <a:fillRect l="-1608" t="-2083" b="-3125"/>
                </a:stretch>
              </a:blipFill>
              <a:ln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Rectangle 3">
            <a:extLst>
              <a:ext uri="{FF2B5EF4-FFF2-40B4-BE49-F238E27FC236}">
                <a16:creationId xmlns:a16="http://schemas.microsoft.com/office/drawing/2014/main" id="{74BB9517-055E-5337-AC41-DC902D8EE871}"/>
              </a:ext>
            </a:extLst>
          </p:cNvPr>
          <p:cNvSpPr txBox="1">
            <a:spLocks noChangeArrowheads="1"/>
          </p:cNvSpPr>
          <p:nvPr>
            <p:custDataLst>
              <p:tags r:id="rId4"/>
            </p:custDataLst>
          </p:nvPr>
        </p:nvSpPr>
        <p:spPr>
          <a:xfrm>
            <a:off x="2936338" y="2145110"/>
            <a:ext cx="2996022" cy="539745"/>
          </a:xfrm>
          <a:prstGeom prst="rect">
            <a:avLst/>
          </a:prstGeom>
          <a:ln>
            <a:solidFill>
              <a:schemeClr val="tx1">
                <a:lumMod val="95000"/>
              </a:schemeClr>
            </a:solidFill>
          </a:ln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dirty="0"/>
              <a:t>Inductive Step: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Rectangle 3">
                <a:extLst>
                  <a:ext uri="{FF2B5EF4-FFF2-40B4-BE49-F238E27FC236}">
                    <a16:creationId xmlns:a16="http://schemas.microsoft.com/office/drawing/2014/main" id="{A4C97CF5-8DDB-A05E-5028-6A5228017B22}"/>
                  </a:ext>
                </a:extLst>
              </p:cNvPr>
              <p:cNvSpPr txBox="1">
                <a:spLocks noChangeArrowheads="1"/>
              </p:cNvSpPr>
              <p:nvPr>
                <p:custDataLst>
                  <p:tags r:id="rId5"/>
                </p:custDataLst>
              </p:nvPr>
            </p:nvSpPr>
            <p:spPr>
              <a:xfrm>
                <a:off x="2927285" y="2684855"/>
                <a:ext cx="6497369" cy="3987549"/>
              </a:xfrm>
              <a:prstGeom prst="rect">
                <a:avLst/>
              </a:prstGeo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txBody>
              <a:bodyPr vert="horz" lIns="91440" tIns="45720" rIns="91440" bIns="45720" rtlCol="0">
                <a:normAutofit/>
              </a:bodyPr>
              <a:lstStyle>
                <a:lvl1pPr marL="228600" indent="-228600" algn="l" defTabSz="914400" rtl="0" eaLnBrk="1" latinLnBrk="0" hangingPunct="1">
                  <a:lnSpc>
                    <a:spcPct val="120000"/>
                  </a:lnSpc>
                  <a:spcBef>
                    <a:spcPts val="1000"/>
                  </a:spcBef>
                  <a:buSzPct val="125000"/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𝑇</m:t>
                      </m:r>
                      <m:d>
                        <m:dPr>
                          <m:ctrlP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𝑘</m:t>
                          </m:r>
                        </m:e>
                      </m:d>
                      <m:r>
                        <m:rPr>
                          <m:aln/>
                        </m:rP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2</m:t>
                      </m:r>
                      <m:r>
                        <a:rPr lang="en-US" b="0" i="1" smtClean="0">
                          <a:solidFill>
                            <a:schemeClr val="accent3"/>
                          </a:solidFill>
                          <a:latin typeface="Cambria Math" panose="02040503050406030204" pitchFamily="18" charset="0"/>
                        </a:rPr>
                        <m:t>𝑇</m:t>
                      </m:r>
                      <m:d>
                        <m:dPr>
                          <m:ctrlPr>
                            <a:rPr lang="en-US" b="0" i="1" smtClean="0">
                              <a:solidFill>
                                <a:schemeClr val="accent3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f>
                            <m:fPr>
                              <m:ctrlPr>
                                <a:rPr lang="en-US" b="0" i="1" smtClean="0">
                                  <a:solidFill>
                                    <a:schemeClr val="accent3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b="0" i="1" smtClean="0">
                                  <a:solidFill>
                                    <a:schemeClr val="accent3"/>
                                  </a:solidFill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num>
                            <m:den>
                              <m:r>
                                <a:rPr lang="en-US" b="0" i="1" smtClean="0">
                                  <a:solidFill>
                                    <a:schemeClr val="accent3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den>
                          </m:f>
                        </m:e>
                      </m:d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𝑘</m:t>
                      </m:r>
                    </m:oMath>
                    <m:oMath xmlns:m="http://schemas.openxmlformats.org/officeDocument/2006/math">
                      <m:r>
                        <m:rPr>
                          <m:aln/>
                        </m:rP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≤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2</m:t>
                      </m:r>
                      <m:d>
                        <m:dPr>
                          <m:ctrlP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solidFill>
                                <a:schemeClr val="accent3"/>
                              </a:solidFill>
                              <a:latin typeface="Cambria Math" panose="02040503050406030204" pitchFamily="18" charset="0"/>
                            </a:rPr>
                            <m:t>𝑐</m:t>
                          </m:r>
                          <m:f>
                            <m:fPr>
                              <m:ctrlPr>
                                <a:rPr lang="en-US" b="0" i="1" smtClean="0">
                                  <a:solidFill>
                                    <a:schemeClr val="accent3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b="0" i="1" smtClean="0">
                                  <a:solidFill>
                                    <a:schemeClr val="accent3"/>
                                  </a:solidFill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num>
                            <m:den>
                              <m:r>
                                <a:rPr lang="en-US" b="0" i="1" smtClean="0">
                                  <a:solidFill>
                                    <a:schemeClr val="accent3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den>
                          </m:f>
                          <m:r>
                            <a:rPr lang="en-US" b="0" i="1" smtClean="0">
                              <a:solidFill>
                                <a:schemeClr val="accent3"/>
                              </a:solidFill>
                              <a:latin typeface="Cambria Math" panose="02040503050406030204" pitchFamily="18" charset="0"/>
                            </a:rPr>
                            <m:t>𝑙𝑜</m:t>
                          </m:r>
                          <m:sSub>
                            <m:sSubPr>
                              <m:ctrlPr>
                                <a:rPr lang="en-US" b="0" i="1" smtClean="0">
                                  <a:solidFill>
                                    <a:schemeClr val="accent3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solidFill>
                                    <a:schemeClr val="accent3"/>
                                  </a:solidFill>
                                  <a:latin typeface="Cambria Math" panose="02040503050406030204" pitchFamily="18" charset="0"/>
                                </a:rPr>
                                <m:t>𝑔</m:t>
                              </m:r>
                            </m:e>
                            <m:sub>
                              <m:r>
                                <a:rPr lang="en-US" b="0" i="1" smtClean="0">
                                  <a:solidFill>
                                    <a:schemeClr val="accent3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  <m:d>
                            <m:dPr>
                              <m:ctrlPr>
                                <a:rPr lang="en-US" b="0" i="1" smtClean="0">
                                  <a:solidFill>
                                    <a:schemeClr val="accent3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f>
                                <m:fPr>
                                  <m:ctrlPr>
                                    <a:rPr lang="en-US" b="0" i="1" smtClean="0">
                                      <a:solidFill>
                                        <a:schemeClr val="accent3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b="0" i="1" smtClean="0">
                                      <a:solidFill>
                                        <a:schemeClr val="accent3"/>
                                      </a:solidFill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</m:num>
                                <m:den>
                                  <m:r>
                                    <a:rPr lang="en-US" b="0" i="1" smtClean="0">
                                      <a:solidFill>
                                        <a:schemeClr val="accent3"/>
                                      </a:solidFill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den>
                              </m:f>
                            </m:e>
                          </m:d>
                        </m:e>
                      </m:d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𝑘</m:t>
                      </m:r>
                    </m:oMath>
                    <m:oMath xmlns:m="http://schemas.openxmlformats.org/officeDocument/2006/math">
                      <m:r>
                        <m:rPr>
                          <m:aln/>
                        </m:rP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≤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2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𝑐</m:t>
                      </m:r>
                      <m:f>
                        <m:fPr>
                          <m:ctrlP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𝑘</m:t>
                          </m:r>
                        </m:num>
                        <m:den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  <m:d>
                        <m:dPr>
                          <m:ctrlP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func>
                            <m:funcPr>
                              <m:ctrlP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sSub>
                                <m:sSubPr>
                                  <m:ctrlPr>
                                    <a:rPr lang="en-US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en-US" b="0" i="0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log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</m:fName>
                            <m:e>
                              <m:d>
                                <m:dPr>
                                  <m:ctrlPr>
                                    <a:rPr lang="en-US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</m:e>
                              </m:d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func>
                                <m:funcPr>
                                  <m:ctrlPr>
                                    <a:rPr lang="en-US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funcPr>
                                <m:fName>
                                  <m:sSub>
                                    <m:sSubPr>
                                      <m:ctrlPr>
                                        <a:rPr lang="en-US" b="0" i="1" smtClean="0">
                                          <a:solidFill>
                                            <a:schemeClr val="bg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m:rPr>
                                          <m:sty m:val="p"/>
                                        </m:rPr>
                                        <a:rPr lang="en-US" b="0" i="0" smtClean="0">
                                          <a:solidFill>
                                            <a:schemeClr val="bg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log</m:t>
                                      </m:r>
                                    </m:e>
                                    <m:sub>
                                      <m:r>
                                        <a:rPr lang="en-US" b="0" i="1" smtClean="0">
                                          <a:solidFill>
                                            <a:schemeClr val="bg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sub>
                                  </m:sSub>
                                </m:fName>
                                <m:e>
                                  <m:d>
                                    <m:dPr>
                                      <m:ctrlPr>
                                        <a:rPr lang="en-US" b="0" i="1" smtClean="0">
                                          <a:solidFill>
                                            <a:schemeClr val="bg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US" b="0" i="1" smtClean="0">
                                          <a:solidFill>
                                            <a:schemeClr val="bg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e>
                                  </m:d>
                                </m:e>
                              </m:func>
                            </m:e>
                          </m:func>
                        </m:e>
                      </m:d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𝑘</m:t>
                      </m:r>
                    </m:oMath>
                    <m:oMath xmlns:m="http://schemas.openxmlformats.org/officeDocument/2006/math">
                      <m:r>
                        <m:rPr>
                          <m:aln/>
                        </m:rP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≤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𝑐𝑘</m:t>
                      </m:r>
                      <m:d>
                        <m:dPr>
                          <m:ctrlP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𝑙𝑜</m:t>
                          </m:r>
                          <m:sSub>
                            <m:sSubPr>
                              <m:ctrlP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𝑔</m:t>
                              </m:r>
                            </m:e>
                            <m:sub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  <m:d>
                            <m:dPr>
                              <m:ctrlP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e>
                          </m:d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−1</m:t>
                          </m:r>
                        </m:e>
                      </m:d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𝑘</m:t>
                      </m:r>
                    </m:oMath>
                    <m:oMath xmlns:m="http://schemas.openxmlformats.org/officeDocument/2006/math">
                      <m:r>
                        <m:rPr>
                          <m:aln/>
                        </m:rP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≤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𝑐𝑘𝑙𝑜</m:t>
                      </m:r>
                      <m:sSub>
                        <m:sSubPr>
                          <m:ctrlP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𝑔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d>
                        <m:dPr>
                          <m:ctrlP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𝑘</m:t>
                          </m:r>
                        </m:e>
                      </m:d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𝑐𝑘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𝑘</m:t>
                      </m:r>
                      <m:r>
                        <a:rPr lang="en-US" b="1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≤</m:t>
                      </m:r>
                      <m:r>
                        <a:rPr lang="en-US" b="1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𝒄𝒌𝒍𝒐</m:t>
                      </m:r>
                      <m:sSub>
                        <m:sSubPr>
                          <m:ctrlPr>
                            <a:rPr lang="en-US" b="1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1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𝒈</m:t>
                          </m:r>
                        </m:e>
                        <m:sub>
                          <m:r>
                            <a:rPr lang="en-US" b="1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𝟐</m:t>
                          </m:r>
                        </m:sub>
                      </m:sSub>
                      <m:r>
                        <a:rPr lang="en-US" b="1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𝒌</m:t>
                      </m:r>
                    </m:oMath>
                  </m:oMathPara>
                </a14:m>
                <a:endParaRPr lang="en-US" b="1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5" name="Rectangle 3">
                <a:extLst>
                  <a:ext uri="{FF2B5EF4-FFF2-40B4-BE49-F238E27FC236}">
                    <a16:creationId xmlns:a16="http://schemas.microsoft.com/office/drawing/2014/main" id="{A4C97CF5-8DDB-A05E-5028-6A5228017B2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>
                <p:custDataLst>
                  <p:tags r:id="rId11"/>
                </p:custDataLst>
              </p:nvPr>
            </p:nvSpPr>
            <p:spPr>
              <a:xfrm>
                <a:off x="2927285" y="2684855"/>
                <a:ext cx="6497369" cy="3987549"/>
              </a:xfrm>
              <a:prstGeom prst="rect">
                <a:avLst/>
              </a:prstGeom>
              <a:blipFill>
                <a:blip r:embed="rId12"/>
                <a:stretch>
                  <a:fillRect/>
                </a:stretch>
              </a:blipFill>
              <a:ln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198949689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866" name="Rectangle 2"/>
          <p:cNvSpPr>
            <a:spLocks noGrp="1" noChangeArrowheads="1"/>
          </p:cNvSpPr>
          <p:nvPr>
            <p:ph type="title"/>
            <p:custDataLst>
              <p:tags r:id="rId1"/>
            </p:custDataLst>
          </p:nvPr>
        </p:nvSpPr>
        <p:spPr>
          <a:xfrm>
            <a:off x="1143001" y="256379"/>
            <a:ext cx="9905998" cy="603700"/>
          </a:xfrm>
        </p:spPr>
        <p:txBody>
          <a:bodyPr>
            <a:normAutofit/>
          </a:bodyPr>
          <a:lstStyle/>
          <a:p>
            <a:pPr algn="ctr"/>
            <a:r>
              <a:rPr lang="en-US" dirty="0"/>
              <a:t>Substitution Method: Subtleties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" name="Rectangle 3">
                <a:extLst>
                  <a:ext uri="{FF2B5EF4-FFF2-40B4-BE49-F238E27FC236}">
                    <a16:creationId xmlns:a16="http://schemas.microsoft.com/office/drawing/2014/main" id="{E417537C-9592-872E-26B2-95981423843F}"/>
                  </a:ext>
                </a:extLst>
              </p:cNvPr>
              <p:cNvSpPr txBox="1">
                <a:spLocks noChangeArrowheads="1"/>
              </p:cNvSpPr>
              <p:nvPr>
                <p:custDataLst>
                  <p:tags r:id="rId2"/>
                </p:custDataLst>
              </p:nvPr>
            </p:nvSpPr>
            <p:spPr>
              <a:xfrm>
                <a:off x="2680658" y="1950731"/>
                <a:ext cx="2293541" cy="739501"/>
              </a:xfrm>
              <a:prstGeom prst="rect">
                <a:avLst/>
              </a:prstGeo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txBody>
              <a:bodyPr vert="horz" lIns="91440" tIns="45720" rIns="91440" bIns="45720" rtlCol="0">
                <a:normAutofit fontScale="85000" lnSpcReduction="10000"/>
              </a:bodyPr>
              <a:lstStyle>
                <a:lvl1pPr marL="228600" indent="-228600" algn="l" defTabSz="914400" rtl="0" eaLnBrk="1" latinLnBrk="0" hangingPunct="1">
                  <a:lnSpc>
                    <a:spcPct val="120000"/>
                  </a:lnSpc>
                  <a:spcBef>
                    <a:spcPts val="1000"/>
                  </a:spcBef>
                  <a:buSzPct val="125000"/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𝑇</m:t>
                      </m:r>
                      <m:d>
                        <m:dPr>
                          <m:ctrlP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</m:e>
                      </m:d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=2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𝑇</m:t>
                      </m:r>
                      <m:d>
                        <m:dPr>
                          <m:ctrlP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f>
                            <m:fPr>
                              <m:ctrlP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num>
                            <m:den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den>
                          </m:f>
                        </m:e>
                      </m:d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+1</m:t>
                      </m:r>
                    </m:oMath>
                  </m:oMathPara>
                </a14:m>
                <a:endParaRPr lang="en-US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2" name="Rectangle 3">
                <a:extLst>
                  <a:ext uri="{FF2B5EF4-FFF2-40B4-BE49-F238E27FC236}">
                    <a16:creationId xmlns:a16="http://schemas.microsoft.com/office/drawing/2014/main" id="{E417537C-9592-872E-26B2-95981423843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>
                <p:custDataLst>
                  <p:tags r:id="rId9"/>
                </p:custDataLst>
              </p:nvPr>
            </p:nvSpPr>
            <p:spPr>
              <a:xfrm>
                <a:off x="2680658" y="1950731"/>
                <a:ext cx="2293541" cy="739501"/>
              </a:xfrm>
              <a:prstGeom prst="rect">
                <a:avLst/>
              </a:prstGeom>
              <a:blipFill>
                <a:blip r:embed="rId10"/>
                <a:stretch>
                  <a:fillRect b="-1667"/>
                </a:stretch>
              </a:blipFill>
              <a:ln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" name="Rectangle 3">
                <a:extLst>
                  <a:ext uri="{FF2B5EF4-FFF2-40B4-BE49-F238E27FC236}">
                    <a16:creationId xmlns:a16="http://schemas.microsoft.com/office/drawing/2014/main" id="{BD936945-985D-2D0F-B483-98B304C96962}"/>
                  </a:ext>
                </a:extLst>
              </p:cNvPr>
              <p:cNvSpPr txBox="1">
                <a:spLocks noChangeArrowheads="1"/>
              </p:cNvSpPr>
              <p:nvPr>
                <p:custDataLst>
                  <p:tags r:id="rId3"/>
                </p:custDataLst>
              </p:nvPr>
            </p:nvSpPr>
            <p:spPr>
              <a:xfrm>
                <a:off x="2680659" y="3418295"/>
                <a:ext cx="2784826" cy="997345"/>
              </a:xfrm>
              <a:prstGeom prst="rect">
                <a:avLst/>
              </a:prstGeo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txBody>
              <a:bodyPr vert="horz" lIns="91440" tIns="45720" rIns="91440" bIns="45720" rtlCol="0">
                <a:normAutofit fontScale="85000" lnSpcReduction="10000"/>
              </a:bodyPr>
              <a:lstStyle>
                <a:lvl1pPr marL="228600" indent="-228600" algn="l" defTabSz="914400" rtl="0" eaLnBrk="1" latinLnBrk="0" hangingPunct="1">
                  <a:lnSpc>
                    <a:spcPct val="120000"/>
                  </a:lnSpc>
                  <a:spcBef>
                    <a:spcPts val="1000"/>
                  </a:spcBef>
                  <a:buSzPct val="125000"/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𝑇</m:t>
                      </m:r>
                      <m:d>
                        <m:dPr>
                          <m:ctrlP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</m:e>
                      </m:d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≤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𝑐𝑛</m:t>
                      </m:r>
                    </m:oMath>
                  </m:oMathPara>
                </a14:m>
                <a:endParaRPr lang="en-US" dirty="0">
                  <a:solidFill>
                    <a:schemeClr val="bg1"/>
                  </a:solidFill>
                </a:endParaRPr>
              </a:p>
              <a:p>
                <a:pPr marL="0" indent="0">
                  <a:buNone/>
                </a:pPr>
                <a:r>
                  <a:rPr lang="en-US" dirty="0">
                    <a:solidFill>
                      <a:schemeClr val="bg1"/>
                    </a:solidFill>
                  </a:rPr>
                  <a:t>For some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𝑐</m:t>
                    </m:r>
                  </m:oMath>
                </a14:m>
                <a:r>
                  <a:rPr lang="en-US" dirty="0">
                    <a:solidFill>
                      <a:schemeClr val="bg1"/>
                    </a:solidFill>
                  </a:rPr>
                  <a:t> and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≥</m:t>
                    </m:r>
                    <m:sSub>
                      <m:sSubPr>
                        <m:ctrlPr>
                          <a:rPr lang="en-US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  <m:sub>
                        <m:r>
                          <a:rPr lang="en-US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  <a:endParaRPr lang="en-US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3" name="Rectangle 3">
                <a:extLst>
                  <a:ext uri="{FF2B5EF4-FFF2-40B4-BE49-F238E27FC236}">
                    <a16:creationId xmlns:a16="http://schemas.microsoft.com/office/drawing/2014/main" id="{BD936945-985D-2D0F-B483-98B304C9696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>
                <p:custDataLst>
                  <p:tags r:id="rId11"/>
                </p:custDataLst>
              </p:nvPr>
            </p:nvSpPr>
            <p:spPr>
              <a:xfrm>
                <a:off x="2680659" y="3418295"/>
                <a:ext cx="2784826" cy="997345"/>
              </a:xfrm>
              <a:prstGeom prst="rect">
                <a:avLst/>
              </a:prstGeom>
              <a:blipFill>
                <a:blip r:embed="rId12"/>
                <a:stretch>
                  <a:fillRect l="-2252" b="-1250"/>
                </a:stretch>
              </a:blipFill>
              <a:ln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Rectangle 3">
            <a:extLst>
              <a:ext uri="{FF2B5EF4-FFF2-40B4-BE49-F238E27FC236}">
                <a16:creationId xmlns:a16="http://schemas.microsoft.com/office/drawing/2014/main" id="{8F9A34AA-57C4-7950-3BFE-9A94787A2180}"/>
              </a:ext>
            </a:extLst>
          </p:cNvPr>
          <p:cNvSpPr txBox="1">
            <a:spLocks noChangeArrowheads="1"/>
          </p:cNvSpPr>
          <p:nvPr>
            <p:custDataLst>
              <p:tags r:id="rId4"/>
            </p:custDataLst>
          </p:nvPr>
        </p:nvSpPr>
        <p:spPr>
          <a:xfrm>
            <a:off x="6197980" y="1431533"/>
            <a:ext cx="2996022" cy="539745"/>
          </a:xfrm>
          <a:prstGeom prst="rect">
            <a:avLst/>
          </a:prstGeom>
          <a:ln>
            <a:solidFill>
              <a:schemeClr val="tx1">
                <a:lumMod val="95000"/>
              </a:schemeClr>
            </a:solidFill>
          </a:ln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dirty="0"/>
              <a:t>Inductive Step: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Rectangle 3">
                <a:extLst>
                  <a:ext uri="{FF2B5EF4-FFF2-40B4-BE49-F238E27FC236}">
                    <a16:creationId xmlns:a16="http://schemas.microsoft.com/office/drawing/2014/main" id="{4472CFD3-92FB-D7CC-97C7-9357F8DC3E4D}"/>
                  </a:ext>
                </a:extLst>
              </p:cNvPr>
              <p:cNvSpPr txBox="1">
                <a:spLocks noChangeArrowheads="1"/>
              </p:cNvSpPr>
              <p:nvPr>
                <p:custDataLst>
                  <p:tags r:id="rId5"/>
                </p:custDataLst>
              </p:nvPr>
            </p:nvSpPr>
            <p:spPr>
              <a:xfrm>
                <a:off x="6188928" y="1971278"/>
                <a:ext cx="3588816" cy="2274799"/>
              </a:xfrm>
              <a:prstGeom prst="rect">
                <a:avLst/>
              </a:prstGeo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txBody>
              <a:bodyPr vert="horz" lIns="91440" tIns="45720" rIns="91440" bIns="45720" rtlCol="0">
                <a:normAutofit/>
              </a:bodyPr>
              <a:lstStyle>
                <a:lvl1pPr marL="228600" indent="-228600" algn="l" defTabSz="914400" rtl="0" eaLnBrk="1" latinLnBrk="0" hangingPunct="1">
                  <a:lnSpc>
                    <a:spcPct val="120000"/>
                  </a:lnSpc>
                  <a:spcBef>
                    <a:spcPts val="1000"/>
                  </a:spcBef>
                  <a:buSzPct val="125000"/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𝑇</m:t>
                      </m:r>
                      <m:d>
                        <m:dPr>
                          <m:ctrlP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𝑘</m:t>
                          </m:r>
                        </m:e>
                      </m:d>
                      <m:r>
                        <m:rPr>
                          <m:aln/>
                        </m:rP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2</m:t>
                      </m:r>
                      <m:r>
                        <a:rPr lang="en-US" b="0" i="1" smtClean="0">
                          <a:solidFill>
                            <a:schemeClr val="accent3"/>
                          </a:solidFill>
                          <a:latin typeface="Cambria Math" panose="02040503050406030204" pitchFamily="18" charset="0"/>
                        </a:rPr>
                        <m:t>𝑇</m:t>
                      </m:r>
                      <m:d>
                        <m:dPr>
                          <m:ctrlPr>
                            <a:rPr lang="en-US" b="0" i="1" smtClean="0">
                              <a:solidFill>
                                <a:schemeClr val="accent3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f>
                            <m:fPr>
                              <m:ctrlPr>
                                <a:rPr lang="en-US" b="0" i="1" smtClean="0">
                                  <a:solidFill>
                                    <a:schemeClr val="accent3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b="0" i="1" smtClean="0">
                                  <a:solidFill>
                                    <a:schemeClr val="accent3"/>
                                  </a:solidFill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num>
                            <m:den>
                              <m:r>
                                <a:rPr lang="en-US" b="0" i="1" smtClean="0">
                                  <a:solidFill>
                                    <a:schemeClr val="accent3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den>
                          </m:f>
                        </m:e>
                      </m:d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+1</m:t>
                      </m:r>
                    </m:oMath>
                    <m:oMath xmlns:m="http://schemas.openxmlformats.org/officeDocument/2006/math">
                      <m:r>
                        <m:rPr>
                          <m:aln/>
                        </m:rP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≤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2</m:t>
                      </m:r>
                      <m:d>
                        <m:dPr>
                          <m:ctrlP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solidFill>
                                <a:schemeClr val="accent3"/>
                              </a:solidFill>
                              <a:latin typeface="Cambria Math" panose="02040503050406030204" pitchFamily="18" charset="0"/>
                            </a:rPr>
                            <m:t>𝑐</m:t>
                          </m:r>
                          <m:f>
                            <m:fPr>
                              <m:ctrlPr>
                                <a:rPr lang="en-US" b="0" i="1" smtClean="0">
                                  <a:solidFill>
                                    <a:schemeClr val="accent3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b="0" i="1" smtClean="0">
                                  <a:solidFill>
                                    <a:schemeClr val="accent3"/>
                                  </a:solidFill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num>
                            <m:den>
                              <m:r>
                                <a:rPr lang="en-US" b="0" i="1" smtClean="0">
                                  <a:solidFill>
                                    <a:schemeClr val="accent3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den>
                          </m:f>
                        </m:e>
                      </m:d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+1</m:t>
                      </m:r>
                    </m:oMath>
                    <m:oMath xmlns:m="http://schemas.openxmlformats.org/officeDocument/2006/math">
                      <m:r>
                        <m:rPr>
                          <m:aln/>
                        </m:rP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≤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𝑐𝑘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+1</m:t>
                      </m:r>
                    </m:oMath>
                  </m:oMathPara>
                </a14:m>
                <a:br>
                  <a:rPr lang="en-US" b="0" dirty="0">
                    <a:solidFill>
                      <a:schemeClr val="bg1"/>
                    </a:solidFill>
                  </a:rPr>
                </a:br>
                <a:endParaRPr lang="en-US" b="1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5" name="Rectangle 3">
                <a:extLst>
                  <a:ext uri="{FF2B5EF4-FFF2-40B4-BE49-F238E27FC236}">
                    <a16:creationId xmlns:a16="http://schemas.microsoft.com/office/drawing/2014/main" id="{4472CFD3-92FB-D7CC-97C7-9357F8DC3E4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>
                <p:custDataLst>
                  <p:tags r:id="rId13"/>
                </p:custDataLst>
              </p:nvPr>
            </p:nvSpPr>
            <p:spPr>
              <a:xfrm>
                <a:off x="6188928" y="1971278"/>
                <a:ext cx="3588816" cy="2274799"/>
              </a:xfrm>
              <a:prstGeom prst="rect">
                <a:avLst/>
              </a:prstGeom>
              <a:blipFill>
                <a:blip r:embed="rId14"/>
                <a:stretch>
                  <a:fillRect/>
                </a:stretch>
              </a:blipFill>
              <a:ln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Rectangle 3">
            <a:extLst>
              <a:ext uri="{FF2B5EF4-FFF2-40B4-BE49-F238E27FC236}">
                <a16:creationId xmlns:a16="http://schemas.microsoft.com/office/drawing/2014/main" id="{C790699E-E091-A198-7EA8-BED9CFBB2771}"/>
              </a:ext>
            </a:extLst>
          </p:cNvPr>
          <p:cNvSpPr txBox="1">
            <a:spLocks noChangeArrowheads="1"/>
          </p:cNvSpPr>
          <p:nvPr>
            <p:custDataLst>
              <p:tags r:id="rId6"/>
            </p:custDataLst>
          </p:nvPr>
        </p:nvSpPr>
        <p:spPr>
          <a:xfrm>
            <a:off x="2696633" y="1431533"/>
            <a:ext cx="1990253" cy="539745"/>
          </a:xfrm>
          <a:prstGeom prst="rect">
            <a:avLst/>
          </a:prstGeom>
          <a:ln>
            <a:solidFill>
              <a:schemeClr val="tx1">
                <a:lumMod val="95000"/>
              </a:schemeClr>
            </a:solidFill>
          </a:ln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dirty="0"/>
              <a:t>Consider</a:t>
            </a:r>
          </a:p>
        </p:txBody>
      </p:sp>
      <p:sp>
        <p:nvSpPr>
          <p:cNvPr id="8" name="Rectangle 3">
            <a:extLst>
              <a:ext uri="{FF2B5EF4-FFF2-40B4-BE49-F238E27FC236}">
                <a16:creationId xmlns:a16="http://schemas.microsoft.com/office/drawing/2014/main" id="{79DEFCA8-3269-786E-9168-82ADA522FAB8}"/>
              </a:ext>
            </a:extLst>
          </p:cNvPr>
          <p:cNvSpPr txBox="1">
            <a:spLocks noChangeArrowheads="1"/>
          </p:cNvSpPr>
          <p:nvPr>
            <p:custDataLst>
              <p:tags r:id="rId7"/>
            </p:custDataLst>
          </p:nvPr>
        </p:nvSpPr>
        <p:spPr>
          <a:xfrm>
            <a:off x="2696633" y="2917665"/>
            <a:ext cx="1546633" cy="539745"/>
          </a:xfrm>
          <a:prstGeom prst="rect">
            <a:avLst/>
          </a:prstGeom>
          <a:ln>
            <a:solidFill>
              <a:schemeClr val="tx1">
                <a:lumMod val="95000"/>
              </a:schemeClr>
            </a:solidFill>
          </a:ln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dirty="0"/>
              <a:t>Prove That: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346350FE-CE34-AEB9-1075-4A2019D8CE67}"/>
              </a:ext>
            </a:extLst>
          </p:cNvPr>
          <p:cNvSpPr txBox="1"/>
          <p:nvPr/>
        </p:nvSpPr>
        <p:spPr>
          <a:xfrm>
            <a:off x="7695991" y="5567881"/>
            <a:ext cx="3440316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This is NOT correct. Need to prove exact form of inductive hypothesis! How do we fix this?</a:t>
            </a:r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0A7F5500-2534-95C2-0A65-2A1AAE522A89}"/>
              </a:ext>
            </a:extLst>
          </p:cNvPr>
          <p:cNvCxnSpPr/>
          <p:nvPr/>
        </p:nvCxnSpPr>
        <p:spPr>
          <a:xfrm>
            <a:off x="7840301" y="4415640"/>
            <a:ext cx="570368" cy="1025493"/>
          </a:xfrm>
          <a:prstGeom prst="line">
            <a:avLst/>
          </a:prstGeom>
          <a:ln>
            <a:solidFill>
              <a:schemeClr val="tx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572262313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2D1C3AA-E91B-4A7F-B9ED-8B80B94466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866" name="Rectangle 2">
            <a:extLst>
              <a:ext uri="{FF2B5EF4-FFF2-40B4-BE49-F238E27FC236}">
                <a16:creationId xmlns:a16="http://schemas.microsoft.com/office/drawing/2014/main" id="{54C64B1D-FBB1-086F-6397-6C251AE9F2B6}"/>
              </a:ext>
            </a:extLst>
          </p:cNvPr>
          <p:cNvSpPr>
            <a:spLocks noGrp="1" noChangeArrowheads="1"/>
          </p:cNvSpPr>
          <p:nvPr>
            <p:ph type="title"/>
            <p:custDataLst>
              <p:tags r:id="rId1"/>
            </p:custDataLst>
          </p:nvPr>
        </p:nvSpPr>
        <p:spPr>
          <a:xfrm>
            <a:off x="1143001" y="256379"/>
            <a:ext cx="9905998" cy="603700"/>
          </a:xfrm>
        </p:spPr>
        <p:txBody>
          <a:bodyPr>
            <a:normAutofit/>
          </a:bodyPr>
          <a:lstStyle/>
          <a:p>
            <a:pPr algn="ctr"/>
            <a:r>
              <a:rPr lang="en-US" dirty="0"/>
              <a:t>Substitution Method: Subtleties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" name="Rectangle 3">
                <a:extLst>
                  <a:ext uri="{FF2B5EF4-FFF2-40B4-BE49-F238E27FC236}">
                    <a16:creationId xmlns:a16="http://schemas.microsoft.com/office/drawing/2014/main" id="{2C4A44CC-50B3-1AE8-1E2D-A244FE7972FF}"/>
                  </a:ext>
                </a:extLst>
              </p:cNvPr>
              <p:cNvSpPr txBox="1">
                <a:spLocks noChangeArrowheads="1"/>
              </p:cNvSpPr>
              <p:nvPr>
                <p:custDataLst>
                  <p:tags r:id="rId2"/>
                </p:custDataLst>
              </p:nvPr>
            </p:nvSpPr>
            <p:spPr>
              <a:xfrm>
                <a:off x="2680658" y="1950731"/>
                <a:ext cx="2293541" cy="739501"/>
              </a:xfrm>
              <a:prstGeom prst="rect">
                <a:avLst/>
              </a:prstGeo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txBody>
              <a:bodyPr vert="horz" lIns="91440" tIns="45720" rIns="91440" bIns="45720" rtlCol="0">
                <a:normAutofit fontScale="85000" lnSpcReduction="10000"/>
              </a:bodyPr>
              <a:lstStyle>
                <a:lvl1pPr marL="228600" indent="-228600" algn="l" defTabSz="914400" rtl="0" eaLnBrk="1" latinLnBrk="0" hangingPunct="1">
                  <a:lnSpc>
                    <a:spcPct val="120000"/>
                  </a:lnSpc>
                  <a:spcBef>
                    <a:spcPts val="1000"/>
                  </a:spcBef>
                  <a:buSzPct val="125000"/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𝑇</m:t>
                      </m:r>
                      <m:d>
                        <m:dPr>
                          <m:ctrlP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</m:e>
                      </m:d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=2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𝑇</m:t>
                      </m:r>
                      <m:d>
                        <m:dPr>
                          <m:ctrlP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f>
                            <m:fPr>
                              <m:ctrlP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num>
                            <m:den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den>
                          </m:f>
                        </m:e>
                      </m:d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+1</m:t>
                      </m:r>
                    </m:oMath>
                  </m:oMathPara>
                </a14:m>
                <a:endParaRPr lang="en-US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2" name="Rectangle 3">
                <a:extLst>
                  <a:ext uri="{FF2B5EF4-FFF2-40B4-BE49-F238E27FC236}">
                    <a16:creationId xmlns:a16="http://schemas.microsoft.com/office/drawing/2014/main" id="{2C4A44CC-50B3-1AE8-1E2D-A244FE7972F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>
                <p:custDataLst>
                  <p:tags r:id="rId9"/>
                </p:custDataLst>
              </p:nvPr>
            </p:nvSpPr>
            <p:spPr>
              <a:xfrm>
                <a:off x="2680658" y="1950731"/>
                <a:ext cx="2293541" cy="739501"/>
              </a:xfrm>
              <a:prstGeom prst="rect">
                <a:avLst/>
              </a:prstGeom>
              <a:blipFill>
                <a:blip r:embed="rId10"/>
                <a:stretch>
                  <a:fillRect b="-1667"/>
                </a:stretch>
              </a:blipFill>
              <a:ln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" name="Rectangle 3">
                <a:extLst>
                  <a:ext uri="{FF2B5EF4-FFF2-40B4-BE49-F238E27FC236}">
                    <a16:creationId xmlns:a16="http://schemas.microsoft.com/office/drawing/2014/main" id="{FE605702-FD26-531B-EAE8-C14FF6392E93}"/>
                  </a:ext>
                </a:extLst>
              </p:cNvPr>
              <p:cNvSpPr txBox="1">
                <a:spLocks noChangeArrowheads="1"/>
              </p:cNvSpPr>
              <p:nvPr>
                <p:custDataLst>
                  <p:tags r:id="rId3"/>
                </p:custDataLst>
              </p:nvPr>
            </p:nvSpPr>
            <p:spPr>
              <a:xfrm>
                <a:off x="2680659" y="3418295"/>
                <a:ext cx="2784826" cy="997345"/>
              </a:xfrm>
              <a:prstGeom prst="rect">
                <a:avLst/>
              </a:prstGeo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txBody>
              <a:bodyPr vert="horz" lIns="91440" tIns="45720" rIns="91440" bIns="45720" rtlCol="0">
                <a:normAutofit fontScale="85000" lnSpcReduction="10000"/>
              </a:bodyPr>
              <a:lstStyle>
                <a:lvl1pPr marL="228600" indent="-228600" algn="l" defTabSz="914400" rtl="0" eaLnBrk="1" latinLnBrk="0" hangingPunct="1">
                  <a:lnSpc>
                    <a:spcPct val="120000"/>
                  </a:lnSpc>
                  <a:spcBef>
                    <a:spcPts val="1000"/>
                  </a:spcBef>
                  <a:buSzPct val="125000"/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𝑇</m:t>
                      </m:r>
                      <m:d>
                        <m:dPr>
                          <m:ctrlP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</m:e>
                      </m:d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≤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𝑐𝑛</m:t>
                      </m:r>
                      <m:r>
                        <a:rPr lang="en-US" b="0" i="1" smtClean="0">
                          <a:solidFill>
                            <a:schemeClr val="accent4"/>
                          </a:solidFill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en-US" b="0" i="1" smtClean="0">
                          <a:solidFill>
                            <a:schemeClr val="accent4"/>
                          </a:solidFill>
                          <a:latin typeface="Cambria Math" panose="02040503050406030204" pitchFamily="18" charset="0"/>
                        </a:rPr>
                        <m:t>𝑑</m:t>
                      </m:r>
                    </m:oMath>
                  </m:oMathPara>
                </a14:m>
                <a:endParaRPr lang="en-US" dirty="0">
                  <a:solidFill>
                    <a:schemeClr val="bg1"/>
                  </a:solidFill>
                </a:endParaRPr>
              </a:p>
              <a:p>
                <a:pPr marL="0" indent="0">
                  <a:buNone/>
                </a:pPr>
                <a:r>
                  <a:rPr lang="en-US" dirty="0">
                    <a:solidFill>
                      <a:schemeClr val="bg1"/>
                    </a:solidFill>
                  </a:rPr>
                  <a:t>For some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𝑐</m:t>
                    </m:r>
                  </m:oMath>
                </a14:m>
                <a:r>
                  <a:rPr lang="en-US" dirty="0">
                    <a:solidFill>
                      <a:schemeClr val="bg1"/>
                    </a:solidFill>
                  </a:rPr>
                  <a:t> and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≥</m:t>
                    </m:r>
                    <m:sSub>
                      <m:sSubPr>
                        <m:ctrlPr>
                          <a:rPr lang="en-US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  <m:sub>
                        <m:r>
                          <a:rPr lang="en-US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  <a:endParaRPr lang="en-US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3" name="Rectangle 3">
                <a:extLst>
                  <a:ext uri="{FF2B5EF4-FFF2-40B4-BE49-F238E27FC236}">
                    <a16:creationId xmlns:a16="http://schemas.microsoft.com/office/drawing/2014/main" id="{FE605702-FD26-531B-EAE8-C14FF6392E9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>
                <p:custDataLst>
                  <p:tags r:id="rId11"/>
                </p:custDataLst>
              </p:nvPr>
            </p:nvSpPr>
            <p:spPr>
              <a:xfrm>
                <a:off x="2680659" y="3418295"/>
                <a:ext cx="2784826" cy="997345"/>
              </a:xfrm>
              <a:prstGeom prst="rect">
                <a:avLst/>
              </a:prstGeom>
              <a:blipFill>
                <a:blip r:embed="rId12"/>
                <a:stretch>
                  <a:fillRect l="-2252" b="-1250"/>
                </a:stretch>
              </a:blipFill>
              <a:ln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Rectangle 3">
            <a:extLst>
              <a:ext uri="{FF2B5EF4-FFF2-40B4-BE49-F238E27FC236}">
                <a16:creationId xmlns:a16="http://schemas.microsoft.com/office/drawing/2014/main" id="{65EC921E-5681-343E-E441-D5BC32FD7A93}"/>
              </a:ext>
            </a:extLst>
          </p:cNvPr>
          <p:cNvSpPr txBox="1">
            <a:spLocks noChangeArrowheads="1"/>
          </p:cNvSpPr>
          <p:nvPr>
            <p:custDataLst>
              <p:tags r:id="rId4"/>
            </p:custDataLst>
          </p:nvPr>
        </p:nvSpPr>
        <p:spPr>
          <a:xfrm>
            <a:off x="6197980" y="1431533"/>
            <a:ext cx="2996022" cy="539745"/>
          </a:xfrm>
          <a:prstGeom prst="rect">
            <a:avLst/>
          </a:prstGeom>
          <a:ln>
            <a:solidFill>
              <a:schemeClr val="tx1">
                <a:lumMod val="95000"/>
              </a:schemeClr>
            </a:solidFill>
          </a:ln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dirty="0"/>
              <a:t>Inductive Step: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5" name="Rectangle 3">
                <a:extLst>
                  <a:ext uri="{FF2B5EF4-FFF2-40B4-BE49-F238E27FC236}">
                    <a16:creationId xmlns:a16="http://schemas.microsoft.com/office/drawing/2014/main" id="{D1377A67-7B82-913D-9310-F886C70231F6}"/>
                  </a:ext>
                </a:extLst>
              </p:cNvPr>
              <p:cNvSpPr txBox="1">
                <a:spLocks noChangeArrowheads="1"/>
              </p:cNvSpPr>
              <p:nvPr>
                <p:custDataLst>
                  <p:tags r:id="rId5"/>
                </p:custDataLst>
              </p:nvPr>
            </p:nvSpPr>
            <p:spPr>
              <a:xfrm>
                <a:off x="6188927" y="1971278"/>
                <a:ext cx="4177291" cy="2274799"/>
              </a:xfrm>
              <a:prstGeom prst="rect">
                <a:avLst/>
              </a:prstGeo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txBody>
              <a:bodyPr vert="horz" lIns="91440" tIns="45720" rIns="91440" bIns="45720" rtlCol="0">
                <a:normAutofit/>
              </a:bodyPr>
              <a:lstStyle>
                <a:lvl1pPr marL="228600" indent="-228600" algn="l" defTabSz="914400" rtl="0" eaLnBrk="1" latinLnBrk="0" hangingPunct="1">
                  <a:lnSpc>
                    <a:spcPct val="120000"/>
                  </a:lnSpc>
                  <a:spcBef>
                    <a:spcPts val="1000"/>
                  </a:spcBef>
                  <a:buSzPct val="125000"/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𝑇</m:t>
                      </m:r>
                      <m:d>
                        <m:dPr>
                          <m:ctrlP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𝑘</m:t>
                          </m:r>
                        </m:e>
                      </m:d>
                      <m:r>
                        <m:rPr>
                          <m:aln/>
                        </m:rP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2</m:t>
                      </m:r>
                      <m:r>
                        <a:rPr lang="en-US" b="0" i="1" smtClean="0">
                          <a:solidFill>
                            <a:schemeClr val="accent3"/>
                          </a:solidFill>
                          <a:latin typeface="Cambria Math" panose="02040503050406030204" pitchFamily="18" charset="0"/>
                        </a:rPr>
                        <m:t>𝑇</m:t>
                      </m:r>
                      <m:d>
                        <m:dPr>
                          <m:ctrlPr>
                            <a:rPr lang="en-US" b="0" i="1" smtClean="0">
                              <a:solidFill>
                                <a:schemeClr val="accent3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f>
                            <m:fPr>
                              <m:ctrlPr>
                                <a:rPr lang="en-US" b="0" i="1" smtClean="0">
                                  <a:solidFill>
                                    <a:schemeClr val="accent3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b="0" i="1" smtClean="0">
                                  <a:solidFill>
                                    <a:schemeClr val="accent3"/>
                                  </a:solidFill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num>
                            <m:den>
                              <m:r>
                                <a:rPr lang="en-US" b="0" i="1" smtClean="0">
                                  <a:solidFill>
                                    <a:schemeClr val="accent3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den>
                          </m:f>
                        </m:e>
                      </m:d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+1</m:t>
                      </m:r>
                    </m:oMath>
                    <m:oMath xmlns:m="http://schemas.openxmlformats.org/officeDocument/2006/math">
                      <m:r>
                        <m:rPr>
                          <m:aln/>
                        </m:rP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≤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2</m:t>
                      </m:r>
                      <m:d>
                        <m:dPr>
                          <m:ctrlP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solidFill>
                                <a:schemeClr val="accent3"/>
                              </a:solidFill>
                              <a:latin typeface="Cambria Math" panose="02040503050406030204" pitchFamily="18" charset="0"/>
                            </a:rPr>
                            <m:t>𝑐</m:t>
                          </m:r>
                          <m:f>
                            <m:fPr>
                              <m:ctrlPr>
                                <a:rPr lang="en-US" b="0" i="1" smtClean="0">
                                  <a:solidFill>
                                    <a:schemeClr val="accent3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b="0" i="1" smtClean="0">
                                  <a:solidFill>
                                    <a:schemeClr val="accent3"/>
                                  </a:solidFill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num>
                            <m:den>
                              <m:r>
                                <a:rPr lang="en-US" b="0" i="1" smtClean="0">
                                  <a:solidFill>
                                    <a:schemeClr val="accent3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den>
                          </m:f>
                          <m:r>
                            <a:rPr lang="en-US" b="0" i="1" smtClean="0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en-US" b="0" i="1" smtClean="0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</a:rPr>
                            <m:t>𝑑</m:t>
                          </m:r>
                        </m:e>
                      </m:d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+1</m:t>
                      </m:r>
                    </m:oMath>
                    <m:oMath xmlns:m="http://schemas.openxmlformats.org/officeDocument/2006/math">
                      <m:r>
                        <m:rPr>
                          <m:aln/>
                        </m:rP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≤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𝑐𝑘</m:t>
                      </m:r>
                      <m:r>
                        <a:rPr lang="en-US" b="0" i="1" smtClean="0">
                          <a:solidFill>
                            <a:schemeClr val="accent4"/>
                          </a:solidFill>
                          <a:latin typeface="Cambria Math" panose="02040503050406030204" pitchFamily="18" charset="0"/>
                        </a:rPr>
                        <m:t>−2</m:t>
                      </m:r>
                      <m:r>
                        <a:rPr lang="en-US" b="0" i="1" smtClean="0">
                          <a:solidFill>
                            <a:schemeClr val="accent4"/>
                          </a:solidFill>
                          <a:latin typeface="Cambria Math" panose="02040503050406030204" pitchFamily="18" charset="0"/>
                        </a:rPr>
                        <m:t>𝑑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+1≤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𝑐𝑘</m:t>
                      </m:r>
                      <m:r>
                        <a:rPr lang="en-US" b="0" i="1" smtClean="0">
                          <a:solidFill>
                            <a:schemeClr val="accent4"/>
                          </a:solidFill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en-US" b="0" i="1" smtClean="0">
                          <a:solidFill>
                            <a:schemeClr val="accent4"/>
                          </a:solidFill>
                          <a:latin typeface="Cambria Math" panose="02040503050406030204" pitchFamily="18" charset="0"/>
                        </a:rPr>
                        <m:t>𝑑</m:t>
                      </m:r>
                    </m:oMath>
                  </m:oMathPara>
                </a14:m>
                <a:br>
                  <a:rPr lang="en-US" b="0" dirty="0">
                    <a:solidFill>
                      <a:schemeClr val="bg1"/>
                    </a:solidFill>
                  </a:rPr>
                </a:br>
                <a:endParaRPr lang="en-US" b="1" dirty="0">
                  <a:solidFill>
                    <a:schemeClr val="bg1"/>
                  </a:solidFill>
                </a:endParaRPr>
              </a:p>
            </p:txBody>
          </p:sp>
        </mc:Choice>
        <mc:Fallback>
          <p:sp>
            <p:nvSpPr>
              <p:cNvPr id="5" name="Rectangle 3">
                <a:extLst>
                  <a:ext uri="{FF2B5EF4-FFF2-40B4-BE49-F238E27FC236}">
                    <a16:creationId xmlns:a16="http://schemas.microsoft.com/office/drawing/2014/main" id="{D1377A67-7B82-913D-9310-F886C70231F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>
                <p:custDataLst>
                  <p:tags r:id="rId5"/>
                </p:custDataLst>
              </p:nvPr>
            </p:nvSpPr>
            <p:spPr>
              <a:xfrm>
                <a:off x="6188927" y="1971278"/>
                <a:ext cx="4177291" cy="2274799"/>
              </a:xfrm>
              <a:prstGeom prst="rect">
                <a:avLst/>
              </a:prstGeom>
              <a:blipFill>
                <a:blip r:embed="rId13"/>
                <a:stretch>
                  <a:fillRect/>
                </a:stretch>
              </a:blipFill>
              <a:ln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Rectangle 3">
            <a:extLst>
              <a:ext uri="{FF2B5EF4-FFF2-40B4-BE49-F238E27FC236}">
                <a16:creationId xmlns:a16="http://schemas.microsoft.com/office/drawing/2014/main" id="{532B6EB1-AC99-6EE3-A38B-79B1AFA6EE21}"/>
              </a:ext>
            </a:extLst>
          </p:cNvPr>
          <p:cNvSpPr txBox="1">
            <a:spLocks noChangeArrowheads="1"/>
          </p:cNvSpPr>
          <p:nvPr>
            <p:custDataLst>
              <p:tags r:id="rId6"/>
            </p:custDataLst>
          </p:nvPr>
        </p:nvSpPr>
        <p:spPr>
          <a:xfrm>
            <a:off x="2696633" y="1431533"/>
            <a:ext cx="1990253" cy="539745"/>
          </a:xfrm>
          <a:prstGeom prst="rect">
            <a:avLst/>
          </a:prstGeom>
          <a:ln>
            <a:solidFill>
              <a:schemeClr val="tx1">
                <a:lumMod val="95000"/>
              </a:schemeClr>
            </a:solidFill>
          </a:ln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dirty="0"/>
              <a:t>Consider</a:t>
            </a:r>
          </a:p>
        </p:txBody>
      </p:sp>
      <p:sp>
        <p:nvSpPr>
          <p:cNvPr id="8" name="Rectangle 3">
            <a:extLst>
              <a:ext uri="{FF2B5EF4-FFF2-40B4-BE49-F238E27FC236}">
                <a16:creationId xmlns:a16="http://schemas.microsoft.com/office/drawing/2014/main" id="{15BBBFF3-1590-C8BD-F584-B28C30FD2264}"/>
              </a:ext>
            </a:extLst>
          </p:cNvPr>
          <p:cNvSpPr txBox="1">
            <a:spLocks noChangeArrowheads="1"/>
          </p:cNvSpPr>
          <p:nvPr>
            <p:custDataLst>
              <p:tags r:id="rId7"/>
            </p:custDataLst>
          </p:nvPr>
        </p:nvSpPr>
        <p:spPr>
          <a:xfrm>
            <a:off x="2696633" y="2917665"/>
            <a:ext cx="1546633" cy="539745"/>
          </a:xfrm>
          <a:prstGeom prst="rect">
            <a:avLst/>
          </a:prstGeom>
          <a:ln>
            <a:solidFill>
              <a:schemeClr val="tx1">
                <a:lumMod val="95000"/>
              </a:schemeClr>
            </a:solidFill>
          </a:ln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dirty="0"/>
              <a:t>Prove That: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0DCCDA6C-E9C6-0112-98D5-93CDB4C62786}"/>
              </a:ext>
            </a:extLst>
          </p:cNvPr>
          <p:cNvSpPr txBox="1"/>
          <p:nvPr/>
        </p:nvSpPr>
        <p:spPr>
          <a:xfrm>
            <a:off x="7608683" y="5357276"/>
            <a:ext cx="3440316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With this constant decrease, we can now prove the exact form of the inductive hypothesis!</a:t>
            </a:r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1BCB86FD-0101-36EA-4F45-BDF02386CBED}"/>
              </a:ext>
            </a:extLst>
          </p:cNvPr>
          <p:cNvCxnSpPr>
            <a:cxnSpLocks/>
          </p:cNvCxnSpPr>
          <p:nvPr/>
        </p:nvCxnSpPr>
        <p:spPr>
          <a:xfrm flipH="1">
            <a:off x="2833735" y="4542388"/>
            <a:ext cx="488886" cy="706060"/>
          </a:xfrm>
          <a:prstGeom prst="line">
            <a:avLst/>
          </a:prstGeom>
          <a:ln>
            <a:solidFill>
              <a:schemeClr val="tx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D44D837D-FBBA-CCC6-B586-BC5BF9476D03}"/>
                  </a:ext>
                </a:extLst>
              </p:cNvPr>
              <p:cNvSpPr txBox="1"/>
              <p:nvPr/>
            </p:nvSpPr>
            <p:spPr>
              <a:xfrm>
                <a:off x="1686283" y="5527596"/>
                <a:ext cx="3440316" cy="92333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dirty="0"/>
                  <a:t>We were only “over” by 1, so weaken the claim to be some constant less than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𝑐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∗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endParaRPr lang="en-US" dirty="0"/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D44D837D-FBBA-CCC6-B586-BC5BF9476D0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686283" y="5527596"/>
                <a:ext cx="3440316" cy="923330"/>
              </a:xfrm>
              <a:prstGeom prst="rect">
                <a:avLst/>
              </a:prstGeom>
              <a:blipFill>
                <a:blip r:embed="rId15"/>
                <a:stretch>
                  <a:fillRect l="-1471" t="-4110" b="-1095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CC80DB6E-DAFB-3FBA-E704-C1B5FF55355F}"/>
              </a:ext>
            </a:extLst>
          </p:cNvPr>
          <p:cNvCxnSpPr>
            <a:cxnSpLocks/>
          </p:cNvCxnSpPr>
          <p:nvPr/>
        </p:nvCxnSpPr>
        <p:spPr>
          <a:xfrm>
            <a:off x="9632887" y="4415640"/>
            <a:ext cx="0" cy="941636"/>
          </a:xfrm>
          <a:prstGeom prst="line">
            <a:avLst/>
          </a:prstGeom>
          <a:ln>
            <a:solidFill>
              <a:schemeClr val="tx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381729804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DDAAD11-FE43-ED50-1816-5AEB1EAF7C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866" name="Rectangle 2">
            <a:extLst>
              <a:ext uri="{FF2B5EF4-FFF2-40B4-BE49-F238E27FC236}">
                <a16:creationId xmlns:a16="http://schemas.microsoft.com/office/drawing/2014/main" id="{3E131CD1-0570-336C-9563-B0F8A94BBFA4}"/>
              </a:ext>
            </a:extLst>
          </p:cNvPr>
          <p:cNvSpPr>
            <a:spLocks noGrp="1" noChangeArrowheads="1"/>
          </p:cNvSpPr>
          <p:nvPr>
            <p:ph type="title"/>
            <p:custDataLst>
              <p:tags r:id="rId1"/>
            </p:custDataLst>
          </p:nvPr>
        </p:nvSpPr>
        <p:spPr>
          <a:xfrm>
            <a:off x="1143001" y="256379"/>
            <a:ext cx="9905998" cy="603700"/>
          </a:xfrm>
        </p:spPr>
        <p:txBody>
          <a:bodyPr>
            <a:normAutofit/>
          </a:bodyPr>
          <a:lstStyle/>
          <a:p>
            <a:pPr algn="ctr"/>
            <a:r>
              <a:rPr lang="en-US" dirty="0"/>
              <a:t>Substitution Method: Another Pitfall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" name="Rectangle 3">
                <a:extLst>
                  <a:ext uri="{FF2B5EF4-FFF2-40B4-BE49-F238E27FC236}">
                    <a16:creationId xmlns:a16="http://schemas.microsoft.com/office/drawing/2014/main" id="{A9DB564F-71BC-0751-F90B-E3A215B54487}"/>
                  </a:ext>
                </a:extLst>
              </p:cNvPr>
              <p:cNvSpPr txBox="1">
                <a:spLocks noChangeArrowheads="1"/>
              </p:cNvSpPr>
              <p:nvPr>
                <p:custDataLst>
                  <p:tags r:id="rId2"/>
                </p:custDataLst>
              </p:nvPr>
            </p:nvSpPr>
            <p:spPr>
              <a:xfrm>
                <a:off x="2680658" y="1950731"/>
                <a:ext cx="2293541" cy="739501"/>
              </a:xfrm>
              <a:prstGeom prst="rect">
                <a:avLst/>
              </a:prstGeo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txBody>
              <a:bodyPr vert="horz" lIns="91440" tIns="45720" rIns="91440" bIns="45720" rtlCol="0">
                <a:normAutofit fontScale="85000" lnSpcReduction="10000"/>
              </a:bodyPr>
              <a:lstStyle>
                <a:lvl1pPr marL="228600" indent="-228600" algn="l" defTabSz="914400" rtl="0" eaLnBrk="1" latinLnBrk="0" hangingPunct="1">
                  <a:lnSpc>
                    <a:spcPct val="120000"/>
                  </a:lnSpc>
                  <a:spcBef>
                    <a:spcPts val="1000"/>
                  </a:spcBef>
                  <a:buSzPct val="125000"/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𝑇</m:t>
                      </m:r>
                      <m:d>
                        <m:dPr>
                          <m:ctrlP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</m:e>
                      </m:d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=2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𝑇</m:t>
                      </m:r>
                      <m:d>
                        <m:dPr>
                          <m:ctrlP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f>
                            <m:fPr>
                              <m:ctrlP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num>
                            <m:den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den>
                          </m:f>
                        </m:e>
                      </m:d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𝑛</m:t>
                      </m:r>
                    </m:oMath>
                  </m:oMathPara>
                </a14:m>
                <a:endParaRPr lang="en-US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2" name="Rectangle 3">
                <a:extLst>
                  <a:ext uri="{FF2B5EF4-FFF2-40B4-BE49-F238E27FC236}">
                    <a16:creationId xmlns:a16="http://schemas.microsoft.com/office/drawing/2014/main" id="{A9DB564F-71BC-0751-F90B-E3A215B5448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>
                <p:custDataLst>
                  <p:tags r:id="rId7"/>
                </p:custDataLst>
              </p:nvPr>
            </p:nvSpPr>
            <p:spPr>
              <a:xfrm>
                <a:off x="2680658" y="1950731"/>
                <a:ext cx="2293541" cy="739501"/>
              </a:xfrm>
              <a:prstGeom prst="rect">
                <a:avLst/>
              </a:prstGeom>
              <a:blipFill>
                <a:blip r:embed="rId8"/>
                <a:stretch>
                  <a:fillRect b="-1667"/>
                </a:stretch>
              </a:blipFill>
              <a:ln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" name="Rectangle 3">
                <a:extLst>
                  <a:ext uri="{FF2B5EF4-FFF2-40B4-BE49-F238E27FC236}">
                    <a16:creationId xmlns:a16="http://schemas.microsoft.com/office/drawing/2014/main" id="{9333C7BD-F861-58CC-3893-4DAA3B159F7B}"/>
                  </a:ext>
                </a:extLst>
              </p:cNvPr>
              <p:cNvSpPr txBox="1">
                <a:spLocks noChangeArrowheads="1"/>
              </p:cNvSpPr>
              <p:nvPr>
                <p:custDataLst>
                  <p:tags r:id="rId3"/>
                </p:custDataLst>
              </p:nvPr>
            </p:nvSpPr>
            <p:spPr>
              <a:xfrm>
                <a:off x="5740731" y="1929900"/>
                <a:ext cx="2784826" cy="997345"/>
              </a:xfrm>
              <a:prstGeom prst="rect">
                <a:avLst/>
              </a:prstGeo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txBody>
              <a:bodyPr vert="horz" lIns="91440" tIns="45720" rIns="91440" bIns="45720" rtlCol="0">
                <a:normAutofit fontScale="85000" lnSpcReduction="10000"/>
              </a:bodyPr>
              <a:lstStyle>
                <a:lvl1pPr marL="228600" indent="-228600" algn="l" defTabSz="914400" rtl="0" eaLnBrk="1" latinLnBrk="0" hangingPunct="1">
                  <a:lnSpc>
                    <a:spcPct val="120000"/>
                  </a:lnSpc>
                  <a:spcBef>
                    <a:spcPts val="1000"/>
                  </a:spcBef>
                  <a:buSzPct val="125000"/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𝑇</m:t>
                      </m:r>
                      <m:d>
                        <m:dPr>
                          <m:ctrlP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</m:e>
                      </m:d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≤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𝑐𝑛</m:t>
                      </m:r>
                    </m:oMath>
                  </m:oMathPara>
                </a14:m>
                <a:endParaRPr lang="en-US" dirty="0">
                  <a:solidFill>
                    <a:schemeClr val="bg1"/>
                  </a:solidFill>
                </a:endParaRPr>
              </a:p>
              <a:p>
                <a:pPr marL="0" indent="0">
                  <a:buNone/>
                </a:pPr>
                <a:r>
                  <a:rPr lang="en-US" dirty="0">
                    <a:solidFill>
                      <a:schemeClr val="bg1"/>
                    </a:solidFill>
                  </a:rPr>
                  <a:t>For some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𝑐</m:t>
                    </m:r>
                  </m:oMath>
                </a14:m>
                <a:r>
                  <a:rPr lang="en-US" dirty="0">
                    <a:solidFill>
                      <a:schemeClr val="bg1"/>
                    </a:solidFill>
                  </a:rPr>
                  <a:t> and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≥</m:t>
                    </m:r>
                    <m:sSub>
                      <m:sSubPr>
                        <m:ctrlPr>
                          <a:rPr lang="en-US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  <m:sub>
                        <m:r>
                          <a:rPr lang="en-US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  <a:endParaRPr lang="en-US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3" name="Rectangle 3">
                <a:extLst>
                  <a:ext uri="{FF2B5EF4-FFF2-40B4-BE49-F238E27FC236}">
                    <a16:creationId xmlns:a16="http://schemas.microsoft.com/office/drawing/2014/main" id="{9333C7BD-F861-58CC-3893-4DAA3B159F7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>
                <p:custDataLst>
                  <p:tags r:id="rId9"/>
                </p:custDataLst>
              </p:nvPr>
            </p:nvSpPr>
            <p:spPr>
              <a:xfrm>
                <a:off x="5740731" y="1929900"/>
                <a:ext cx="2784826" cy="997345"/>
              </a:xfrm>
              <a:prstGeom prst="rect">
                <a:avLst/>
              </a:prstGeom>
              <a:blipFill>
                <a:blip r:embed="rId10"/>
                <a:stretch>
                  <a:fillRect l="-2262" b="-1250"/>
                </a:stretch>
              </a:blipFill>
              <a:ln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Rectangle 3">
            <a:extLst>
              <a:ext uri="{FF2B5EF4-FFF2-40B4-BE49-F238E27FC236}">
                <a16:creationId xmlns:a16="http://schemas.microsoft.com/office/drawing/2014/main" id="{03F45D38-C382-8BAA-9380-F9AD65F6187C}"/>
              </a:ext>
            </a:extLst>
          </p:cNvPr>
          <p:cNvSpPr txBox="1">
            <a:spLocks noChangeArrowheads="1"/>
          </p:cNvSpPr>
          <p:nvPr>
            <p:custDataLst>
              <p:tags r:id="rId4"/>
            </p:custDataLst>
          </p:nvPr>
        </p:nvSpPr>
        <p:spPr>
          <a:xfrm>
            <a:off x="2696633" y="1431533"/>
            <a:ext cx="1990253" cy="539745"/>
          </a:xfrm>
          <a:prstGeom prst="rect">
            <a:avLst/>
          </a:prstGeom>
          <a:ln>
            <a:solidFill>
              <a:schemeClr val="tx1">
                <a:lumMod val="95000"/>
              </a:schemeClr>
            </a:solidFill>
          </a:ln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dirty="0"/>
              <a:t>Consider</a:t>
            </a:r>
          </a:p>
        </p:txBody>
      </p:sp>
      <p:sp>
        <p:nvSpPr>
          <p:cNvPr id="8" name="Rectangle 3">
            <a:extLst>
              <a:ext uri="{FF2B5EF4-FFF2-40B4-BE49-F238E27FC236}">
                <a16:creationId xmlns:a16="http://schemas.microsoft.com/office/drawing/2014/main" id="{1A6580E6-7CA3-4D42-7095-7A6CF9CAABEB}"/>
              </a:ext>
            </a:extLst>
          </p:cNvPr>
          <p:cNvSpPr txBox="1">
            <a:spLocks noChangeArrowheads="1"/>
          </p:cNvSpPr>
          <p:nvPr>
            <p:custDataLst>
              <p:tags r:id="rId5"/>
            </p:custDataLst>
          </p:nvPr>
        </p:nvSpPr>
        <p:spPr>
          <a:xfrm>
            <a:off x="5756705" y="1429270"/>
            <a:ext cx="1546633" cy="539745"/>
          </a:xfrm>
          <a:prstGeom prst="rect">
            <a:avLst/>
          </a:prstGeom>
          <a:ln>
            <a:solidFill>
              <a:schemeClr val="tx1">
                <a:lumMod val="95000"/>
              </a:schemeClr>
            </a:solidFill>
          </a:ln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dirty="0"/>
              <a:t>Prove That: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5332F3DB-8D97-C52C-B8E1-94DB4CA6C517}"/>
              </a:ext>
            </a:extLst>
          </p:cNvPr>
          <p:cNvSpPr txBox="1"/>
          <p:nvPr/>
        </p:nvSpPr>
        <p:spPr>
          <a:xfrm>
            <a:off x="4926124" y="4505400"/>
            <a:ext cx="3440316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Note that this guess is INCORRECT! We want to see what happens when the proof fails!</a:t>
            </a:r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C44E62E8-4648-05CC-8643-0AEE4DB02A9B}"/>
              </a:ext>
            </a:extLst>
          </p:cNvPr>
          <p:cNvCxnSpPr>
            <a:cxnSpLocks/>
          </p:cNvCxnSpPr>
          <p:nvPr/>
        </p:nvCxnSpPr>
        <p:spPr>
          <a:xfrm>
            <a:off x="4643441" y="2927245"/>
            <a:ext cx="879173" cy="1436525"/>
          </a:xfrm>
          <a:prstGeom prst="line">
            <a:avLst/>
          </a:prstGeom>
          <a:ln>
            <a:solidFill>
              <a:schemeClr val="tx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20E1A9AC-B4F4-37DC-415D-2F3D2AC59368}"/>
              </a:ext>
            </a:extLst>
          </p:cNvPr>
          <p:cNvCxnSpPr>
            <a:cxnSpLocks/>
          </p:cNvCxnSpPr>
          <p:nvPr/>
        </p:nvCxnSpPr>
        <p:spPr>
          <a:xfrm flipH="1">
            <a:off x="5658416" y="3051018"/>
            <a:ext cx="871605" cy="1312752"/>
          </a:xfrm>
          <a:prstGeom prst="line">
            <a:avLst/>
          </a:prstGeom>
          <a:ln>
            <a:solidFill>
              <a:schemeClr val="tx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701422243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DBA6675-4A24-A6FA-FBDA-B9F1279DA5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866" name="Rectangle 2">
            <a:extLst>
              <a:ext uri="{FF2B5EF4-FFF2-40B4-BE49-F238E27FC236}">
                <a16:creationId xmlns:a16="http://schemas.microsoft.com/office/drawing/2014/main" id="{A8D3BBEE-97B7-8CAF-9952-6B33929BC606}"/>
              </a:ext>
            </a:extLst>
          </p:cNvPr>
          <p:cNvSpPr>
            <a:spLocks noGrp="1" noChangeArrowheads="1"/>
          </p:cNvSpPr>
          <p:nvPr>
            <p:ph type="title"/>
            <p:custDataLst>
              <p:tags r:id="rId1"/>
            </p:custDataLst>
          </p:nvPr>
        </p:nvSpPr>
        <p:spPr>
          <a:xfrm>
            <a:off x="1143001" y="256379"/>
            <a:ext cx="9905998" cy="603700"/>
          </a:xfrm>
        </p:spPr>
        <p:txBody>
          <a:bodyPr>
            <a:normAutofit/>
          </a:bodyPr>
          <a:lstStyle/>
          <a:p>
            <a:pPr algn="ctr"/>
            <a:r>
              <a:rPr lang="en-US" dirty="0"/>
              <a:t>Substitution Method: Another Pitfall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" name="Rectangle 3">
                <a:extLst>
                  <a:ext uri="{FF2B5EF4-FFF2-40B4-BE49-F238E27FC236}">
                    <a16:creationId xmlns:a16="http://schemas.microsoft.com/office/drawing/2014/main" id="{1DEA7A00-64A2-F477-5175-832E9B0197F9}"/>
                  </a:ext>
                </a:extLst>
              </p:cNvPr>
              <p:cNvSpPr txBox="1">
                <a:spLocks noChangeArrowheads="1"/>
              </p:cNvSpPr>
              <p:nvPr>
                <p:custDataLst>
                  <p:tags r:id="rId2"/>
                </p:custDataLst>
              </p:nvPr>
            </p:nvSpPr>
            <p:spPr>
              <a:xfrm>
                <a:off x="2680658" y="1950731"/>
                <a:ext cx="2293541" cy="739501"/>
              </a:xfrm>
              <a:prstGeom prst="rect">
                <a:avLst/>
              </a:prstGeo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txBody>
              <a:bodyPr vert="horz" lIns="91440" tIns="45720" rIns="91440" bIns="45720" rtlCol="0">
                <a:normAutofit fontScale="85000" lnSpcReduction="10000"/>
              </a:bodyPr>
              <a:lstStyle>
                <a:lvl1pPr marL="228600" indent="-228600" algn="l" defTabSz="914400" rtl="0" eaLnBrk="1" latinLnBrk="0" hangingPunct="1">
                  <a:lnSpc>
                    <a:spcPct val="120000"/>
                  </a:lnSpc>
                  <a:spcBef>
                    <a:spcPts val="1000"/>
                  </a:spcBef>
                  <a:buSzPct val="125000"/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𝑇</m:t>
                      </m:r>
                      <m:d>
                        <m:dPr>
                          <m:ctrlP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</m:e>
                      </m:d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=2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𝑇</m:t>
                      </m:r>
                      <m:d>
                        <m:dPr>
                          <m:ctrlP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f>
                            <m:fPr>
                              <m:ctrlP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num>
                            <m:den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den>
                          </m:f>
                        </m:e>
                      </m:d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𝑛</m:t>
                      </m:r>
                    </m:oMath>
                  </m:oMathPara>
                </a14:m>
                <a:endParaRPr lang="en-US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2" name="Rectangle 3">
                <a:extLst>
                  <a:ext uri="{FF2B5EF4-FFF2-40B4-BE49-F238E27FC236}">
                    <a16:creationId xmlns:a16="http://schemas.microsoft.com/office/drawing/2014/main" id="{1DEA7A00-64A2-F477-5175-832E9B0197F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>
                <p:custDataLst>
                  <p:tags r:id="rId9"/>
                </p:custDataLst>
              </p:nvPr>
            </p:nvSpPr>
            <p:spPr>
              <a:xfrm>
                <a:off x="2680658" y="1950731"/>
                <a:ext cx="2293541" cy="739501"/>
              </a:xfrm>
              <a:prstGeom prst="rect">
                <a:avLst/>
              </a:prstGeom>
              <a:blipFill>
                <a:blip r:embed="rId10"/>
                <a:stretch>
                  <a:fillRect b="-1667"/>
                </a:stretch>
              </a:blipFill>
              <a:ln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" name="Rectangle 3">
                <a:extLst>
                  <a:ext uri="{FF2B5EF4-FFF2-40B4-BE49-F238E27FC236}">
                    <a16:creationId xmlns:a16="http://schemas.microsoft.com/office/drawing/2014/main" id="{8BF96F5B-163D-2178-EFEA-0C3F65A813C0}"/>
                  </a:ext>
                </a:extLst>
              </p:cNvPr>
              <p:cNvSpPr txBox="1">
                <a:spLocks noChangeArrowheads="1"/>
              </p:cNvSpPr>
              <p:nvPr>
                <p:custDataLst>
                  <p:tags r:id="rId3"/>
                </p:custDataLst>
              </p:nvPr>
            </p:nvSpPr>
            <p:spPr>
              <a:xfrm>
                <a:off x="2680659" y="3418295"/>
                <a:ext cx="2784826" cy="997345"/>
              </a:xfrm>
              <a:prstGeom prst="rect">
                <a:avLst/>
              </a:prstGeo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txBody>
              <a:bodyPr vert="horz" lIns="91440" tIns="45720" rIns="91440" bIns="45720" rtlCol="0">
                <a:normAutofit fontScale="85000" lnSpcReduction="10000"/>
              </a:bodyPr>
              <a:lstStyle>
                <a:lvl1pPr marL="228600" indent="-228600" algn="l" defTabSz="914400" rtl="0" eaLnBrk="1" latinLnBrk="0" hangingPunct="1">
                  <a:lnSpc>
                    <a:spcPct val="120000"/>
                  </a:lnSpc>
                  <a:spcBef>
                    <a:spcPts val="1000"/>
                  </a:spcBef>
                  <a:buSzPct val="125000"/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𝑇</m:t>
                      </m:r>
                      <m:d>
                        <m:dPr>
                          <m:ctrlP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</m:e>
                      </m:d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≤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𝑐𝑛</m:t>
                      </m:r>
                    </m:oMath>
                  </m:oMathPara>
                </a14:m>
                <a:endParaRPr lang="en-US" dirty="0">
                  <a:solidFill>
                    <a:schemeClr val="bg1"/>
                  </a:solidFill>
                </a:endParaRPr>
              </a:p>
              <a:p>
                <a:pPr marL="0" indent="0">
                  <a:buNone/>
                </a:pPr>
                <a:r>
                  <a:rPr lang="en-US" dirty="0">
                    <a:solidFill>
                      <a:schemeClr val="bg1"/>
                    </a:solidFill>
                  </a:rPr>
                  <a:t>For some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𝑐</m:t>
                    </m:r>
                  </m:oMath>
                </a14:m>
                <a:r>
                  <a:rPr lang="en-US" dirty="0">
                    <a:solidFill>
                      <a:schemeClr val="bg1"/>
                    </a:solidFill>
                  </a:rPr>
                  <a:t> and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≥</m:t>
                    </m:r>
                    <m:sSub>
                      <m:sSubPr>
                        <m:ctrlPr>
                          <a:rPr lang="en-US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  <m:sub>
                        <m:r>
                          <a:rPr lang="en-US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  <a:endParaRPr lang="en-US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3" name="Rectangle 3">
                <a:extLst>
                  <a:ext uri="{FF2B5EF4-FFF2-40B4-BE49-F238E27FC236}">
                    <a16:creationId xmlns:a16="http://schemas.microsoft.com/office/drawing/2014/main" id="{8BF96F5B-163D-2178-EFEA-0C3F65A813C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>
                <p:custDataLst>
                  <p:tags r:id="rId11"/>
                </p:custDataLst>
              </p:nvPr>
            </p:nvSpPr>
            <p:spPr>
              <a:xfrm>
                <a:off x="2680659" y="3418295"/>
                <a:ext cx="2784826" cy="997345"/>
              </a:xfrm>
              <a:prstGeom prst="rect">
                <a:avLst/>
              </a:prstGeom>
              <a:blipFill>
                <a:blip r:embed="rId12"/>
                <a:stretch>
                  <a:fillRect l="-2252" b="-1250"/>
                </a:stretch>
              </a:blipFill>
              <a:ln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Rectangle 3">
            <a:extLst>
              <a:ext uri="{FF2B5EF4-FFF2-40B4-BE49-F238E27FC236}">
                <a16:creationId xmlns:a16="http://schemas.microsoft.com/office/drawing/2014/main" id="{168F752B-CF83-7901-BA17-FCFD078A4577}"/>
              </a:ext>
            </a:extLst>
          </p:cNvPr>
          <p:cNvSpPr txBox="1">
            <a:spLocks noChangeArrowheads="1"/>
          </p:cNvSpPr>
          <p:nvPr>
            <p:custDataLst>
              <p:tags r:id="rId4"/>
            </p:custDataLst>
          </p:nvPr>
        </p:nvSpPr>
        <p:spPr>
          <a:xfrm>
            <a:off x="6197980" y="1431533"/>
            <a:ext cx="2996022" cy="539745"/>
          </a:xfrm>
          <a:prstGeom prst="rect">
            <a:avLst/>
          </a:prstGeom>
          <a:ln>
            <a:solidFill>
              <a:schemeClr val="tx1">
                <a:lumMod val="95000"/>
              </a:schemeClr>
            </a:solidFill>
          </a:ln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dirty="0"/>
              <a:t>Inductive Step: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Rectangle 3">
                <a:extLst>
                  <a:ext uri="{FF2B5EF4-FFF2-40B4-BE49-F238E27FC236}">
                    <a16:creationId xmlns:a16="http://schemas.microsoft.com/office/drawing/2014/main" id="{7DD9F399-F6B8-8226-6744-1935ED078537}"/>
                  </a:ext>
                </a:extLst>
              </p:cNvPr>
              <p:cNvSpPr txBox="1">
                <a:spLocks noChangeArrowheads="1"/>
              </p:cNvSpPr>
              <p:nvPr>
                <p:custDataLst>
                  <p:tags r:id="rId5"/>
                </p:custDataLst>
              </p:nvPr>
            </p:nvSpPr>
            <p:spPr>
              <a:xfrm>
                <a:off x="6188928" y="1971278"/>
                <a:ext cx="3588816" cy="2274799"/>
              </a:xfrm>
              <a:prstGeom prst="rect">
                <a:avLst/>
              </a:prstGeo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txBody>
              <a:bodyPr vert="horz" lIns="91440" tIns="45720" rIns="91440" bIns="45720" rtlCol="0">
                <a:normAutofit/>
              </a:bodyPr>
              <a:lstStyle>
                <a:lvl1pPr marL="228600" indent="-228600" algn="l" defTabSz="914400" rtl="0" eaLnBrk="1" latinLnBrk="0" hangingPunct="1">
                  <a:lnSpc>
                    <a:spcPct val="120000"/>
                  </a:lnSpc>
                  <a:spcBef>
                    <a:spcPts val="1000"/>
                  </a:spcBef>
                  <a:buSzPct val="125000"/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𝑇</m:t>
                      </m:r>
                      <m:d>
                        <m:dPr>
                          <m:ctrlP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𝑘</m:t>
                          </m:r>
                        </m:e>
                      </m:d>
                      <m:r>
                        <m:rPr>
                          <m:aln/>
                        </m:rP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2</m:t>
                      </m:r>
                      <m:r>
                        <a:rPr lang="en-US" b="0" i="1" smtClean="0">
                          <a:solidFill>
                            <a:schemeClr val="accent3"/>
                          </a:solidFill>
                          <a:latin typeface="Cambria Math" panose="02040503050406030204" pitchFamily="18" charset="0"/>
                        </a:rPr>
                        <m:t>𝑇</m:t>
                      </m:r>
                      <m:d>
                        <m:dPr>
                          <m:ctrlPr>
                            <a:rPr lang="en-US" b="0" i="1" smtClean="0">
                              <a:solidFill>
                                <a:schemeClr val="accent3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f>
                            <m:fPr>
                              <m:ctrlPr>
                                <a:rPr lang="en-US" b="0" i="1" smtClean="0">
                                  <a:solidFill>
                                    <a:schemeClr val="accent3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b="0" i="1" smtClean="0">
                                  <a:solidFill>
                                    <a:schemeClr val="accent3"/>
                                  </a:solidFill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num>
                            <m:den>
                              <m:r>
                                <a:rPr lang="en-US" b="0" i="1" smtClean="0">
                                  <a:solidFill>
                                    <a:schemeClr val="accent3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den>
                          </m:f>
                        </m:e>
                      </m:d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𝑘</m:t>
                      </m:r>
                    </m:oMath>
                    <m:oMath xmlns:m="http://schemas.openxmlformats.org/officeDocument/2006/math">
                      <m:r>
                        <m:rPr>
                          <m:aln/>
                        </m:rP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≤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2</m:t>
                      </m:r>
                      <m:d>
                        <m:dPr>
                          <m:ctrlP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solidFill>
                                <a:schemeClr val="accent3"/>
                              </a:solidFill>
                              <a:latin typeface="Cambria Math" panose="02040503050406030204" pitchFamily="18" charset="0"/>
                            </a:rPr>
                            <m:t>𝑐</m:t>
                          </m:r>
                          <m:f>
                            <m:fPr>
                              <m:ctrlPr>
                                <a:rPr lang="en-US" b="0" i="1" smtClean="0">
                                  <a:solidFill>
                                    <a:schemeClr val="accent3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b="0" i="1" smtClean="0">
                                  <a:solidFill>
                                    <a:schemeClr val="accent3"/>
                                  </a:solidFill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num>
                            <m:den>
                              <m:r>
                                <a:rPr lang="en-US" b="0" i="1" smtClean="0">
                                  <a:solidFill>
                                    <a:schemeClr val="accent3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den>
                          </m:f>
                        </m:e>
                      </m:d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𝑘</m:t>
                      </m:r>
                    </m:oMath>
                    <m:oMath xmlns:m="http://schemas.openxmlformats.org/officeDocument/2006/math">
                      <m:r>
                        <m:rPr>
                          <m:aln/>
                        </m:rP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≤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𝑐𝑘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𝑘</m:t>
                      </m:r>
                    </m:oMath>
                  </m:oMathPara>
                </a14:m>
                <a:br>
                  <a:rPr lang="en-US" b="0" dirty="0">
                    <a:solidFill>
                      <a:schemeClr val="bg1"/>
                    </a:solidFill>
                  </a:rPr>
                </a:br>
                <a:endParaRPr lang="en-US" b="1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5" name="Rectangle 3">
                <a:extLst>
                  <a:ext uri="{FF2B5EF4-FFF2-40B4-BE49-F238E27FC236}">
                    <a16:creationId xmlns:a16="http://schemas.microsoft.com/office/drawing/2014/main" id="{7DD9F399-F6B8-8226-6744-1935ED07853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>
                <p:custDataLst>
                  <p:tags r:id="rId13"/>
                </p:custDataLst>
              </p:nvPr>
            </p:nvSpPr>
            <p:spPr>
              <a:xfrm>
                <a:off x="6188928" y="1971278"/>
                <a:ext cx="3588816" cy="2274799"/>
              </a:xfrm>
              <a:prstGeom prst="rect">
                <a:avLst/>
              </a:prstGeom>
              <a:blipFill>
                <a:blip r:embed="rId14"/>
                <a:stretch>
                  <a:fillRect/>
                </a:stretch>
              </a:blipFill>
              <a:ln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Rectangle 3">
            <a:extLst>
              <a:ext uri="{FF2B5EF4-FFF2-40B4-BE49-F238E27FC236}">
                <a16:creationId xmlns:a16="http://schemas.microsoft.com/office/drawing/2014/main" id="{1CF28E5C-306D-D9E8-2276-1F62B7D648B4}"/>
              </a:ext>
            </a:extLst>
          </p:cNvPr>
          <p:cNvSpPr txBox="1">
            <a:spLocks noChangeArrowheads="1"/>
          </p:cNvSpPr>
          <p:nvPr>
            <p:custDataLst>
              <p:tags r:id="rId6"/>
            </p:custDataLst>
          </p:nvPr>
        </p:nvSpPr>
        <p:spPr>
          <a:xfrm>
            <a:off x="2696633" y="1431533"/>
            <a:ext cx="1990253" cy="539745"/>
          </a:xfrm>
          <a:prstGeom prst="rect">
            <a:avLst/>
          </a:prstGeom>
          <a:ln>
            <a:solidFill>
              <a:schemeClr val="tx1">
                <a:lumMod val="95000"/>
              </a:schemeClr>
            </a:solidFill>
          </a:ln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dirty="0"/>
              <a:t>Consider</a:t>
            </a:r>
          </a:p>
        </p:txBody>
      </p:sp>
      <p:sp>
        <p:nvSpPr>
          <p:cNvPr id="8" name="Rectangle 3">
            <a:extLst>
              <a:ext uri="{FF2B5EF4-FFF2-40B4-BE49-F238E27FC236}">
                <a16:creationId xmlns:a16="http://schemas.microsoft.com/office/drawing/2014/main" id="{59FD4EF6-5398-85A5-14D4-CDCC068CDA94}"/>
              </a:ext>
            </a:extLst>
          </p:cNvPr>
          <p:cNvSpPr txBox="1">
            <a:spLocks noChangeArrowheads="1"/>
          </p:cNvSpPr>
          <p:nvPr>
            <p:custDataLst>
              <p:tags r:id="rId7"/>
            </p:custDataLst>
          </p:nvPr>
        </p:nvSpPr>
        <p:spPr>
          <a:xfrm>
            <a:off x="2696633" y="2917665"/>
            <a:ext cx="1546633" cy="539745"/>
          </a:xfrm>
          <a:prstGeom prst="rect">
            <a:avLst/>
          </a:prstGeom>
          <a:ln>
            <a:solidFill>
              <a:schemeClr val="tx1">
                <a:lumMod val="95000"/>
              </a:schemeClr>
            </a:solidFill>
          </a:ln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dirty="0"/>
              <a:t>Prove That: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4150204D-938D-79E5-858F-666A6123421D}"/>
              </a:ext>
            </a:extLst>
          </p:cNvPr>
          <p:cNvSpPr txBox="1"/>
          <p:nvPr/>
        </p:nvSpPr>
        <p:spPr>
          <a:xfrm>
            <a:off x="6681457" y="5567881"/>
            <a:ext cx="4454850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Did not prove the exact form, so proof failed. Why does the trick of removing a constant to weaken the claim not work this time?</a:t>
            </a:r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0104C9A1-8F2E-3234-AC21-892E0CA1B260}"/>
              </a:ext>
            </a:extLst>
          </p:cNvPr>
          <p:cNvCxnSpPr/>
          <p:nvPr/>
        </p:nvCxnSpPr>
        <p:spPr>
          <a:xfrm>
            <a:off x="7840301" y="4415640"/>
            <a:ext cx="570368" cy="1025493"/>
          </a:xfrm>
          <a:prstGeom prst="line">
            <a:avLst/>
          </a:prstGeom>
          <a:ln>
            <a:solidFill>
              <a:schemeClr val="tx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165687772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dirty="0"/>
              <a:t>Recursion Tree Method</a:t>
            </a:r>
          </a:p>
        </p:txBody>
      </p:sp>
    </p:spTree>
    <p:extLst>
      <p:ext uri="{BB962C8B-B14F-4D97-AF65-F5344CB8AC3E}">
        <p14:creationId xmlns:p14="http://schemas.microsoft.com/office/powerpoint/2010/main" val="1826727668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915" name="Rectangle 3"/>
          <p:cNvSpPr>
            <a:spLocks noGrp="1" noChangeArrowheads="1"/>
          </p:cNvSpPr>
          <p:nvPr>
            <p:ph type="title"/>
            <p:custDataLst>
              <p:tags r:id="rId1"/>
            </p:custDataLst>
          </p:nvPr>
        </p:nvSpPr>
        <p:spPr>
          <a:xfrm>
            <a:off x="1979611" y="190877"/>
            <a:ext cx="8229600" cy="685800"/>
          </a:xfrm>
        </p:spPr>
        <p:txBody>
          <a:bodyPr>
            <a:normAutofit/>
          </a:bodyPr>
          <a:lstStyle/>
          <a:p>
            <a:pPr algn="ctr"/>
            <a:r>
              <a:rPr lang="en-US" dirty="0"/>
              <a:t>Recursion Tree Method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8916" name="Rectangle 4"/>
              <p:cNvSpPr>
                <a:spLocks noGrp="1" noChangeArrowheads="1"/>
              </p:cNvSpPr>
              <p:nvPr>
                <p:ph sz="quarter" idx="1"/>
                <p:custDataLst>
                  <p:tags r:id="rId2"/>
                </p:custDataLst>
              </p:nvPr>
            </p:nvSpPr>
            <p:spPr>
              <a:xfrm>
                <a:off x="2754020" y="991058"/>
                <a:ext cx="6680782" cy="828689"/>
              </a:xfr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txBody>
              <a:bodyPr/>
              <a:lstStyle/>
              <a:p>
                <a:pPr marL="0" indent="0" algn="ctr">
                  <a:buNone/>
                </a:pPr>
                <a:r>
                  <a:rPr lang="en-US" sz="2400" dirty="0">
                    <a:solidFill>
                      <a:schemeClr val="bg1"/>
                    </a:solidFill>
                  </a:rPr>
                  <a:t>Consider the classic recurrence: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𝑇</m:t>
                    </m:r>
                    <m:d>
                      <m:dPr>
                        <m:ctrlPr>
                          <a:rPr lang="en-US" sz="24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4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</m:d>
                    <m:r>
                      <a:rPr lang="en-US" sz="24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=2</m:t>
                    </m:r>
                    <m:r>
                      <a:rPr lang="en-US" sz="24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𝑇</m:t>
                    </m:r>
                    <m:d>
                      <m:dPr>
                        <m:ctrlPr>
                          <a:rPr lang="en-US" sz="24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f>
                          <m:fPr>
                            <m:ctrlPr>
                              <a:rPr lang="en-US" sz="2400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sz="2400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𝑛</m:t>
                            </m:r>
                          </m:num>
                          <m:den>
                            <m:r>
                              <a:rPr lang="en-US" sz="2400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den>
                        </m:f>
                      </m:e>
                    </m:d>
                    <m:r>
                      <a:rPr lang="en-US" sz="24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sz="24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endParaRPr lang="en-US" sz="2400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38916" name="Rectangle 4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"/>
                <p:custDataLst>
                  <p:tags r:id="rId4"/>
                </p:custDataLst>
              </p:nvPr>
            </p:nvSpPr>
            <p:spPr>
              <a:xfrm>
                <a:off x="2754020" y="991058"/>
                <a:ext cx="6680782" cy="828689"/>
              </a:xfrm>
              <a:blipFill>
                <a:blip r:embed="rId5"/>
                <a:stretch>
                  <a:fillRect/>
                </a:stretch>
              </a:blipFill>
              <a:ln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38932" name="Group 38931">
            <a:extLst>
              <a:ext uri="{FF2B5EF4-FFF2-40B4-BE49-F238E27FC236}">
                <a16:creationId xmlns:a16="http://schemas.microsoft.com/office/drawing/2014/main" id="{F458B4A8-F4E3-359A-3186-DB5EE4FD2BC0}"/>
              </a:ext>
            </a:extLst>
          </p:cNvPr>
          <p:cNvGrpSpPr/>
          <p:nvPr/>
        </p:nvGrpSpPr>
        <p:grpSpPr>
          <a:xfrm>
            <a:off x="494923" y="2176979"/>
            <a:ext cx="10189421" cy="4490144"/>
            <a:chOff x="440858" y="2176979"/>
            <a:chExt cx="10189421" cy="4490144"/>
          </a:xfrm>
        </p:grpSpPr>
        <p:grpSp>
          <p:nvGrpSpPr>
            <p:cNvPr id="6" name="Group 5">
              <a:extLst>
                <a:ext uri="{FF2B5EF4-FFF2-40B4-BE49-F238E27FC236}">
                  <a16:creationId xmlns:a16="http://schemas.microsoft.com/office/drawing/2014/main" id="{9213B7D3-14B1-A5DA-FCF2-CE46445ACCCB}"/>
                </a:ext>
              </a:extLst>
            </p:cNvPr>
            <p:cNvGrpSpPr/>
            <p:nvPr/>
          </p:nvGrpSpPr>
          <p:grpSpPr>
            <a:xfrm>
              <a:off x="4710818" y="2176979"/>
              <a:ext cx="1611517" cy="516047"/>
              <a:chOff x="4906978" y="2236206"/>
              <a:chExt cx="1611517" cy="516047"/>
            </a:xfrm>
          </p:grpSpPr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3" name="Rectangle 2">
                    <a:extLst>
                      <a:ext uri="{FF2B5EF4-FFF2-40B4-BE49-F238E27FC236}">
                        <a16:creationId xmlns:a16="http://schemas.microsoft.com/office/drawing/2014/main" id="{8C236B4E-87DB-1B1F-641E-9B23EDC93889}"/>
                      </a:ext>
                    </a:extLst>
                  </p:cNvPr>
                  <p:cNvSpPr/>
                  <p:nvPr/>
                </p:nvSpPr>
                <p:spPr>
                  <a:xfrm>
                    <a:off x="4906978" y="2236206"/>
                    <a:ext cx="1013988" cy="516047"/>
                  </a:xfrm>
                  <a:prstGeom prst="rect">
                    <a:avLst/>
                  </a:prstGeom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𝑇</m:t>
                          </m:r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)</m:t>
                          </m:r>
                        </m:oMath>
                      </m:oMathPara>
                    </a14:m>
                    <a:endParaRPr lang="en-US" dirty="0">
                      <a:solidFill>
                        <a:schemeClr val="bg1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3" name="Rectangle 2">
                    <a:extLst>
                      <a:ext uri="{FF2B5EF4-FFF2-40B4-BE49-F238E27FC236}">
                        <a16:creationId xmlns:a16="http://schemas.microsoft.com/office/drawing/2014/main" id="{8C236B4E-87DB-1B1F-641E-9B23EDC93889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4906978" y="2236206"/>
                    <a:ext cx="1013988" cy="516047"/>
                  </a:xfrm>
                  <a:prstGeom prst="rect">
                    <a:avLst/>
                  </a:prstGeom>
                  <a:blipFill>
                    <a:blip r:embed="rId6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4" name="Rectangle 3">
                    <a:extLst>
                      <a:ext uri="{FF2B5EF4-FFF2-40B4-BE49-F238E27FC236}">
                        <a16:creationId xmlns:a16="http://schemas.microsoft.com/office/drawing/2014/main" id="{CAC987EF-1468-4C84-7EB8-1930FD43494D}"/>
                      </a:ext>
                    </a:extLst>
                  </p:cNvPr>
                  <p:cNvSpPr/>
                  <p:nvPr/>
                </p:nvSpPr>
                <p:spPr>
                  <a:xfrm>
                    <a:off x="5920966" y="2236206"/>
                    <a:ext cx="597529" cy="516047"/>
                  </a:xfrm>
                  <a:prstGeom prst="rect">
                    <a:avLst/>
                  </a:prstGeom>
                  <a:solidFill>
                    <a:schemeClr val="accent2"/>
                  </a:solidFill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</m:oMath>
                      </m:oMathPara>
                    </a14:m>
                    <a:endParaRPr lang="en-US" dirty="0"/>
                  </a:p>
                </p:txBody>
              </p:sp>
            </mc:Choice>
            <mc:Fallback xmlns="">
              <p:sp>
                <p:nvSpPr>
                  <p:cNvPr id="4" name="Rectangle 3">
                    <a:extLst>
                      <a:ext uri="{FF2B5EF4-FFF2-40B4-BE49-F238E27FC236}">
                        <a16:creationId xmlns:a16="http://schemas.microsoft.com/office/drawing/2014/main" id="{CAC987EF-1468-4C84-7EB8-1930FD43494D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5920966" y="2236206"/>
                    <a:ext cx="597529" cy="516047"/>
                  </a:xfrm>
                  <a:prstGeom prst="rect">
                    <a:avLst/>
                  </a:prstGeom>
                  <a:blipFill>
                    <a:blip r:embed="rId7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grpSp>
          <p:nvGrpSpPr>
            <p:cNvPr id="7" name="Group 6">
              <a:extLst>
                <a:ext uri="{FF2B5EF4-FFF2-40B4-BE49-F238E27FC236}">
                  <a16:creationId xmlns:a16="http://schemas.microsoft.com/office/drawing/2014/main" id="{E6B06626-1C93-D58C-AFBA-546B29D54AEA}"/>
                </a:ext>
              </a:extLst>
            </p:cNvPr>
            <p:cNvGrpSpPr/>
            <p:nvPr/>
          </p:nvGrpSpPr>
          <p:grpSpPr>
            <a:xfrm>
              <a:off x="6656897" y="3170976"/>
              <a:ext cx="1611517" cy="516047"/>
              <a:chOff x="4906978" y="2236206"/>
              <a:chExt cx="1611517" cy="516047"/>
            </a:xfrm>
          </p:grpSpPr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8" name="Rectangle 7">
                    <a:extLst>
                      <a:ext uri="{FF2B5EF4-FFF2-40B4-BE49-F238E27FC236}">
                        <a16:creationId xmlns:a16="http://schemas.microsoft.com/office/drawing/2014/main" id="{B73BAD3B-4D48-C79A-4D1E-C9348E8427EC}"/>
                      </a:ext>
                    </a:extLst>
                  </p:cNvPr>
                  <p:cNvSpPr/>
                  <p:nvPr/>
                </p:nvSpPr>
                <p:spPr>
                  <a:xfrm>
                    <a:off x="4906978" y="2236206"/>
                    <a:ext cx="1013988" cy="516047"/>
                  </a:xfrm>
                  <a:prstGeom prst="rect">
                    <a:avLst/>
                  </a:prstGeom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𝑇</m:t>
                          </m:r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(</m:t>
                          </m:r>
                          <m:f>
                            <m:fPr>
                              <m:ctrlP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num>
                            <m:den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den>
                          </m:f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)</m:t>
                          </m:r>
                        </m:oMath>
                      </m:oMathPara>
                    </a14:m>
                    <a:endParaRPr lang="en-US" dirty="0">
                      <a:solidFill>
                        <a:schemeClr val="bg1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8" name="Rectangle 7">
                    <a:extLst>
                      <a:ext uri="{FF2B5EF4-FFF2-40B4-BE49-F238E27FC236}">
                        <a16:creationId xmlns:a16="http://schemas.microsoft.com/office/drawing/2014/main" id="{B73BAD3B-4D48-C79A-4D1E-C9348E8427EC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4906978" y="2236206"/>
                    <a:ext cx="1013988" cy="516047"/>
                  </a:xfrm>
                  <a:prstGeom prst="rect">
                    <a:avLst/>
                  </a:prstGeom>
                  <a:blipFill>
                    <a:blip r:embed="rId8"/>
                    <a:stretch>
                      <a:fillRect b="-6977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9" name="Rectangle 8">
                    <a:extLst>
                      <a:ext uri="{FF2B5EF4-FFF2-40B4-BE49-F238E27FC236}">
                        <a16:creationId xmlns:a16="http://schemas.microsoft.com/office/drawing/2014/main" id="{03742C19-F446-7966-765B-CF7FCBE6B2E8}"/>
                      </a:ext>
                    </a:extLst>
                  </p:cNvPr>
                  <p:cNvSpPr/>
                  <p:nvPr/>
                </p:nvSpPr>
                <p:spPr>
                  <a:xfrm>
                    <a:off x="5920966" y="2236206"/>
                    <a:ext cx="597529" cy="516047"/>
                  </a:xfrm>
                  <a:prstGeom prst="rect">
                    <a:avLst/>
                  </a:prstGeom>
                  <a:solidFill>
                    <a:schemeClr val="accent2"/>
                  </a:solidFill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f>
                            <m:fPr>
                              <m:ctrlP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num>
                            <m:den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den>
                          </m:f>
                        </m:oMath>
                      </m:oMathPara>
                    </a14:m>
                    <a:endParaRPr lang="en-US" dirty="0"/>
                  </a:p>
                </p:txBody>
              </p:sp>
            </mc:Choice>
            <mc:Fallback xmlns="">
              <p:sp>
                <p:nvSpPr>
                  <p:cNvPr id="9" name="Rectangle 8">
                    <a:extLst>
                      <a:ext uri="{FF2B5EF4-FFF2-40B4-BE49-F238E27FC236}">
                        <a16:creationId xmlns:a16="http://schemas.microsoft.com/office/drawing/2014/main" id="{03742C19-F446-7966-765B-CF7FCBE6B2E8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5920966" y="2236206"/>
                    <a:ext cx="597529" cy="516047"/>
                  </a:xfrm>
                  <a:prstGeom prst="rect">
                    <a:avLst/>
                  </a:prstGeom>
                  <a:blipFill>
                    <a:blip r:embed="rId9"/>
                    <a:stretch>
                      <a:fillRect b="-6977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grpSp>
          <p:nvGrpSpPr>
            <p:cNvPr id="10" name="Group 9">
              <a:extLst>
                <a:ext uri="{FF2B5EF4-FFF2-40B4-BE49-F238E27FC236}">
                  <a16:creationId xmlns:a16="http://schemas.microsoft.com/office/drawing/2014/main" id="{B694273F-7BD4-4808-454D-7F19C985D75A}"/>
                </a:ext>
              </a:extLst>
            </p:cNvPr>
            <p:cNvGrpSpPr/>
            <p:nvPr/>
          </p:nvGrpSpPr>
          <p:grpSpPr>
            <a:xfrm>
              <a:off x="2874473" y="3170976"/>
              <a:ext cx="1611517" cy="516047"/>
              <a:chOff x="4906978" y="2236206"/>
              <a:chExt cx="1611517" cy="516047"/>
            </a:xfrm>
          </p:grpSpPr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1" name="Rectangle 10">
                    <a:extLst>
                      <a:ext uri="{FF2B5EF4-FFF2-40B4-BE49-F238E27FC236}">
                        <a16:creationId xmlns:a16="http://schemas.microsoft.com/office/drawing/2014/main" id="{1E454A93-2C46-6EE1-376B-B55E31F63714}"/>
                      </a:ext>
                    </a:extLst>
                  </p:cNvPr>
                  <p:cNvSpPr/>
                  <p:nvPr/>
                </p:nvSpPr>
                <p:spPr>
                  <a:xfrm>
                    <a:off x="4906978" y="2236206"/>
                    <a:ext cx="1013988" cy="516047"/>
                  </a:xfrm>
                  <a:prstGeom prst="rect">
                    <a:avLst/>
                  </a:prstGeom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𝑇</m:t>
                          </m:r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(</m:t>
                          </m:r>
                          <m:f>
                            <m:fPr>
                              <m:ctrlP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num>
                            <m:den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den>
                          </m:f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)</m:t>
                          </m:r>
                        </m:oMath>
                      </m:oMathPara>
                    </a14:m>
                    <a:endParaRPr lang="en-US" dirty="0">
                      <a:solidFill>
                        <a:schemeClr val="bg1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11" name="Rectangle 10">
                    <a:extLst>
                      <a:ext uri="{FF2B5EF4-FFF2-40B4-BE49-F238E27FC236}">
                        <a16:creationId xmlns:a16="http://schemas.microsoft.com/office/drawing/2014/main" id="{1E454A93-2C46-6EE1-376B-B55E31F63714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4906978" y="2236206"/>
                    <a:ext cx="1013988" cy="516047"/>
                  </a:xfrm>
                  <a:prstGeom prst="rect">
                    <a:avLst/>
                  </a:prstGeom>
                  <a:blipFill>
                    <a:blip r:embed="rId10"/>
                    <a:stretch>
                      <a:fillRect b="-6977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2" name="Rectangle 11">
                    <a:extLst>
                      <a:ext uri="{FF2B5EF4-FFF2-40B4-BE49-F238E27FC236}">
                        <a16:creationId xmlns:a16="http://schemas.microsoft.com/office/drawing/2014/main" id="{CE4E797F-F4B6-4664-EF86-CECF66F103CD}"/>
                      </a:ext>
                    </a:extLst>
                  </p:cNvPr>
                  <p:cNvSpPr/>
                  <p:nvPr/>
                </p:nvSpPr>
                <p:spPr>
                  <a:xfrm>
                    <a:off x="5920966" y="2236206"/>
                    <a:ext cx="597529" cy="516047"/>
                  </a:xfrm>
                  <a:prstGeom prst="rect">
                    <a:avLst/>
                  </a:prstGeom>
                  <a:solidFill>
                    <a:schemeClr val="accent2"/>
                  </a:solidFill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f>
                            <m:fPr>
                              <m:ctrlP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num>
                            <m:den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den>
                          </m:f>
                        </m:oMath>
                      </m:oMathPara>
                    </a14:m>
                    <a:endParaRPr lang="en-US" dirty="0"/>
                  </a:p>
                </p:txBody>
              </p:sp>
            </mc:Choice>
            <mc:Fallback xmlns="">
              <p:sp>
                <p:nvSpPr>
                  <p:cNvPr id="12" name="Rectangle 11">
                    <a:extLst>
                      <a:ext uri="{FF2B5EF4-FFF2-40B4-BE49-F238E27FC236}">
                        <a16:creationId xmlns:a16="http://schemas.microsoft.com/office/drawing/2014/main" id="{CE4E797F-F4B6-4664-EF86-CECF66F103CD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5920966" y="2236206"/>
                    <a:ext cx="597529" cy="516047"/>
                  </a:xfrm>
                  <a:prstGeom prst="rect">
                    <a:avLst/>
                  </a:prstGeom>
                  <a:blipFill>
                    <a:blip r:embed="rId11"/>
                    <a:stretch>
                      <a:fillRect b="-6977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grpSp>
          <p:nvGrpSpPr>
            <p:cNvPr id="13" name="Group 12">
              <a:extLst>
                <a:ext uri="{FF2B5EF4-FFF2-40B4-BE49-F238E27FC236}">
                  <a16:creationId xmlns:a16="http://schemas.microsoft.com/office/drawing/2014/main" id="{0A022854-0447-1980-2556-CAD325D889D9}"/>
                </a:ext>
              </a:extLst>
            </p:cNvPr>
            <p:cNvGrpSpPr/>
            <p:nvPr/>
          </p:nvGrpSpPr>
          <p:grpSpPr>
            <a:xfrm>
              <a:off x="1561721" y="4425638"/>
              <a:ext cx="1611517" cy="516047"/>
              <a:chOff x="4906978" y="2236206"/>
              <a:chExt cx="1611517" cy="516047"/>
            </a:xfrm>
          </p:grpSpPr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4" name="Rectangle 13">
                    <a:extLst>
                      <a:ext uri="{FF2B5EF4-FFF2-40B4-BE49-F238E27FC236}">
                        <a16:creationId xmlns:a16="http://schemas.microsoft.com/office/drawing/2014/main" id="{8B747AE2-1283-D524-0FBA-7605D2B62683}"/>
                      </a:ext>
                    </a:extLst>
                  </p:cNvPr>
                  <p:cNvSpPr/>
                  <p:nvPr/>
                </p:nvSpPr>
                <p:spPr>
                  <a:xfrm>
                    <a:off x="4906978" y="2236206"/>
                    <a:ext cx="1013988" cy="516047"/>
                  </a:xfrm>
                  <a:prstGeom prst="rect">
                    <a:avLst/>
                  </a:prstGeom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𝑇</m:t>
                          </m:r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(</m:t>
                          </m:r>
                          <m:f>
                            <m:fPr>
                              <m:ctrlP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num>
                            <m:den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4</m:t>
                              </m:r>
                            </m:den>
                          </m:f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)</m:t>
                          </m:r>
                        </m:oMath>
                      </m:oMathPara>
                    </a14:m>
                    <a:endParaRPr lang="en-US" dirty="0">
                      <a:solidFill>
                        <a:schemeClr val="bg1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14" name="Rectangle 13">
                    <a:extLst>
                      <a:ext uri="{FF2B5EF4-FFF2-40B4-BE49-F238E27FC236}">
                        <a16:creationId xmlns:a16="http://schemas.microsoft.com/office/drawing/2014/main" id="{8B747AE2-1283-D524-0FBA-7605D2B62683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4906978" y="2236206"/>
                    <a:ext cx="1013988" cy="516047"/>
                  </a:xfrm>
                  <a:prstGeom prst="rect">
                    <a:avLst/>
                  </a:prstGeom>
                  <a:blipFill>
                    <a:blip r:embed="rId12"/>
                    <a:stretch>
                      <a:fillRect b="-6977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5" name="Rectangle 14">
                    <a:extLst>
                      <a:ext uri="{FF2B5EF4-FFF2-40B4-BE49-F238E27FC236}">
                        <a16:creationId xmlns:a16="http://schemas.microsoft.com/office/drawing/2014/main" id="{E68E99EF-A911-EE79-EADB-A9E95C52DDBB}"/>
                      </a:ext>
                    </a:extLst>
                  </p:cNvPr>
                  <p:cNvSpPr/>
                  <p:nvPr/>
                </p:nvSpPr>
                <p:spPr>
                  <a:xfrm>
                    <a:off x="5920966" y="2236206"/>
                    <a:ext cx="597529" cy="516047"/>
                  </a:xfrm>
                  <a:prstGeom prst="rect">
                    <a:avLst/>
                  </a:prstGeom>
                  <a:solidFill>
                    <a:schemeClr val="accent2"/>
                  </a:solidFill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f>
                            <m:fPr>
                              <m:ctrlP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num>
                            <m:den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4</m:t>
                              </m:r>
                            </m:den>
                          </m:f>
                        </m:oMath>
                      </m:oMathPara>
                    </a14:m>
                    <a:endParaRPr lang="en-US" dirty="0"/>
                  </a:p>
                </p:txBody>
              </p:sp>
            </mc:Choice>
            <mc:Fallback xmlns="">
              <p:sp>
                <p:nvSpPr>
                  <p:cNvPr id="15" name="Rectangle 14">
                    <a:extLst>
                      <a:ext uri="{FF2B5EF4-FFF2-40B4-BE49-F238E27FC236}">
                        <a16:creationId xmlns:a16="http://schemas.microsoft.com/office/drawing/2014/main" id="{E68E99EF-A911-EE79-EADB-A9E95C52DDBB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5920966" y="2236206"/>
                    <a:ext cx="597529" cy="516047"/>
                  </a:xfrm>
                  <a:prstGeom prst="rect">
                    <a:avLst/>
                  </a:prstGeom>
                  <a:blipFill>
                    <a:blip r:embed="rId13"/>
                    <a:stretch>
                      <a:fillRect b="-6977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grpSp>
          <p:nvGrpSpPr>
            <p:cNvPr id="16" name="Group 15">
              <a:extLst>
                <a:ext uri="{FF2B5EF4-FFF2-40B4-BE49-F238E27FC236}">
                  <a16:creationId xmlns:a16="http://schemas.microsoft.com/office/drawing/2014/main" id="{ABC64880-E6FD-3A56-0C45-41F6C4158A59}"/>
                </a:ext>
              </a:extLst>
            </p:cNvPr>
            <p:cNvGrpSpPr/>
            <p:nvPr/>
          </p:nvGrpSpPr>
          <p:grpSpPr>
            <a:xfrm>
              <a:off x="3878992" y="4425635"/>
              <a:ext cx="1611517" cy="516047"/>
              <a:chOff x="4906978" y="2236206"/>
              <a:chExt cx="1611517" cy="516047"/>
            </a:xfrm>
          </p:grpSpPr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7" name="Rectangle 16">
                    <a:extLst>
                      <a:ext uri="{FF2B5EF4-FFF2-40B4-BE49-F238E27FC236}">
                        <a16:creationId xmlns:a16="http://schemas.microsoft.com/office/drawing/2014/main" id="{B1A1CA70-C0E1-9C8F-FF5D-7184BADE2DC4}"/>
                      </a:ext>
                    </a:extLst>
                  </p:cNvPr>
                  <p:cNvSpPr/>
                  <p:nvPr/>
                </p:nvSpPr>
                <p:spPr>
                  <a:xfrm>
                    <a:off x="4906978" y="2236206"/>
                    <a:ext cx="1013988" cy="516047"/>
                  </a:xfrm>
                  <a:prstGeom prst="rect">
                    <a:avLst/>
                  </a:prstGeom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𝑇</m:t>
                          </m:r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(</m:t>
                          </m:r>
                          <m:f>
                            <m:fPr>
                              <m:ctrlP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num>
                            <m:den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4</m:t>
                              </m:r>
                            </m:den>
                          </m:f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)</m:t>
                          </m:r>
                        </m:oMath>
                      </m:oMathPara>
                    </a14:m>
                    <a:endParaRPr lang="en-US" dirty="0">
                      <a:solidFill>
                        <a:schemeClr val="bg1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17" name="Rectangle 16">
                    <a:extLst>
                      <a:ext uri="{FF2B5EF4-FFF2-40B4-BE49-F238E27FC236}">
                        <a16:creationId xmlns:a16="http://schemas.microsoft.com/office/drawing/2014/main" id="{B1A1CA70-C0E1-9C8F-FF5D-7184BADE2DC4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4906978" y="2236206"/>
                    <a:ext cx="1013988" cy="516047"/>
                  </a:xfrm>
                  <a:prstGeom prst="rect">
                    <a:avLst/>
                  </a:prstGeom>
                  <a:blipFill>
                    <a:blip r:embed="rId14"/>
                    <a:stretch>
                      <a:fillRect b="-6977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8" name="Rectangle 17">
                    <a:extLst>
                      <a:ext uri="{FF2B5EF4-FFF2-40B4-BE49-F238E27FC236}">
                        <a16:creationId xmlns:a16="http://schemas.microsoft.com/office/drawing/2014/main" id="{E3BEFE4C-6CC7-6FDF-7874-EBB89F05FD4B}"/>
                      </a:ext>
                    </a:extLst>
                  </p:cNvPr>
                  <p:cNvSpPr/>
                  <p:nvPr/>
                </p:nvSpPr>
                <p:spPr>
                  <a:xfrm>
                    <a:off x="5920966" y="2236206"/>
                    <a:ext cx="597529" cy="516047"/>
                  </a:xfrm>
                  <a:prstGeom prst="rect">
                    <a:avLst/>
                  </a:prstGeom>
                  <a:solidFill>
                    <a:schemeClr val="accent2"/>
                  </a:solidFill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f>
                            <m:fPr>
                              <m:ctrlP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num>
                            <m:den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4</m:t>
                              </m:r>
                            </m:den>
                          </m:f>
                        </m:oMath>
                      </m:oMathPara>
                    </a14:m>
                    <a:endParaRPr lang="en-US" dirty="0"/>
                  </a:p>
                </p:txBody>
              </p:sp>
            </mc:Choice>
            <mc:Fallback xmlns="">
              <p:sp>
                <p:nvSpPr>
                  <p:cNvPr id="18" name="Rectangle 17">
                    <a:extLst>
                      <a:ext uri="{FF2B5EF4-FFF2-40B4-BE49-F238E27FC236}">
                        <a16:creationId xmlns:a16="http://schemas.microsoft.com/office/drawing/2014/main" id="{E3BEFE4C-6CC7-6FDF-7874-EBB89F05FD4B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5920966" y="2236206"/>
                    <a:ext cx="597529" cy="516047"/>
                  </a:xfrm>
                  <a:prstGeom prst="rect">
                    <a:avLst/>
                  </a:prstGeom>
                  <a:blipFill>
                    <a:blip r:embed="rId15"/>
                    <a:stretch>
                      <a:fillRect b="-6977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grpSp>
          <p:nvGrpSpPr>
            <p:cNvPr id="19" name="Group 18">
              <a:extLst>
                <a:ext uri="{FF2B5EF4-FFF2-40B4-BE49-F238E27FC236}">
                  <a16:creationId xmlns:a16="http://schemas.microsoft.com/office/drawing/2014/main" id="{D1493878-AA6E-C6A6-0E8A-FAC0C571789E}"/>
                </a:ext>
              </a:extLst>
            </p:cNvPr>
            <p:cNvGrpSpPr/>
            <p:nvPr/>
          </p:nvGrpSpPr>
          <p:grpSpPr>
            <a:xfrm>
              <a:off x="6103543" y="4425635"/>
              <a:ext cx="1611517" cy="516047"/>
              <a:chOff x="4906978" y="2236206"/>
              <a:chExt cx="1611517" cy="516047"/>
            </a:xfrm>
          </p:grpSpPr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0" name="Rectangle 19">
                    <a:extLst>
                      <a:ext uri="{FF2B5EF4-FFF2-40B4-BE49-F238E27FC236}">
                        <a16:creationId xmlns:a16="http://schemas.microsoft.com/office/drawing/2014/main" id="{C5ED4C8F-0526-122C-9614-C758A19044B4}"/>
                      </a:ext>
                    </a:extLst>
                  </p:cNvPr>
                  <p:cNvSpPr/>
                  <p:nvPr/>
                </p:nvSpPr>
                <p:spPr>
                  <a:xfrm>
                    <a:off x="4906978" y="2236206"/>
                    <a:ext cx="1013988" cy="516047"/>
                  </a:xfrm>
                  <a:prstGeom prst="rect">
                    <a:avLst/>
                  </a:prstGeom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𝑇</m:t>
                          </m:r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(</m:t>
                          </m:r>
                          <m:f>
                            <m:fPr>
                              <m:ctrlP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num>
                            <m:den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4</m:t>
                              </m:r>
                            </m:den>
                          </m:f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)</m:t>
                          </m:r>
                        </m:oMath>
                      </m:oMathPara>
                    </a14:m>
                    <a:endParaRPr lang="en-US" dirty="0">
                      <a:solidFill>
                        <a:schemeClr val="bg1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20" name="Rectangle 19">
                    <a:extLst>
                      <a:ext uri="{FF2B5EF4-FFF2-40B4-BE49-F238E27FC236}">
                        <a16:creationId xmlns:a16="http://schemas.microsoft.com/office/drawing/2014/main" id="{C5ED4C8F-0526-122C-9614-C758A19044B4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4906978" y="2236206"/>
                    <a:ext cx="1013988" cy="516047"/>
                  </a:xfrm>
                  <a:prstGeom prst="rect">
                    <a:avLst/>
                  </a:prstGeom>
                  <a:blipFill>
                    <a:blip r:embed="rId16"/>
                    <a:stretch>
                      <a:fillRect b="-6977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1" name="Rectangle 20">
                    <a:extLst>
                      <a:ext uri="{FF2B5EF4-FFF2-40B4-BE49-F238E27FC236}">
                        <a16:creationId xmlns:a16="http://schemas.microsoft.com/office/drawing/2014/main" id="{57AFDE3D-2CE9-F3DD-FB78-695070A37DE1}"/>
                      </a:ext>
                    </a:extLst>
                  </p:cNvPr>
                  <p:cNvSpPr/>
                  <p:nvPr/>
                </p:nvSpPr>
                <p:spPr>
                  <a:xfrm>
                    <a:off x="5920966" y="2236206"/>
                    <a:ext cx="597529" cy="516047"/>
                  </a:xfrm>
                  <a:prstGeom prst="rect">
                    <a:avLst/>
                  </a:prstGeom>
                  <a:solidFill>
                    <a:schemeClr val="accent2"/>
                  </a:solidFill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f>
                            <m:fPr>
                              <m:ctrlP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num>
                            <m:den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4</m:t>
                              </m:r>
                            </m:den>
                          </m:f>
                        </m:oMath>
                      </m:oMathPara>
                    </a14:m>
                    <a:endParaRPr lang="en-US" dirty="0"/>
                  </a:p>
                </p:txBody>
              </p:sp>
            </mc:Choice>
            <mc:Fallback xmlns="">
              <p:sp>
                <p:nvSpPr>
                  <p:cNvPr id="21" name="Rectangle 20">
                    <a:extLst>
                      <a:ext uri="{FF2B5EF4-FFF2-40B4-BE49-F238E27FC236}">
                        <a16:creationId xmlns:a16="http://schemas.microsoft.com/office/drawing/2014/main" id="{57AFDE3D-2CE9-F3DD-FB78-695070A37DE1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5920966" y="2236206"/>
                    <a:ext cx="597529" cy="516047"/>
                  </a:xfrm>
                  <a:prstGeom prst="rect">
                    <a:avLst/>
                  </a:prstGeom>
                  <a:blipFill>
                    <a:blip r:embed="rId17"/>
                    <a:stretch>
                      <a:fillRect b="-6977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grpSp>
          <p:nvGrpSpPr>
            <p:cNvPr id="22" name="Group 21">
              <a:extLst>
                <a:ext uri="{FF2B5EF4-FFF2-40B4-BE49-F238E27FC236}">
                  <a16:creationId xmlns:a16="http://schemas.microsoft.com/office/drawing/2014/main" id="{9366CC38-74FF-CF9A-CE23-8746C8E95653}"/>
                </a:ext>
              </a:extLst>
            </p:cNvPr>
            <p:cNvGrpSpPr/>
            <p:nvPr/>
          </p:nvGrpSpPr>
          <p:grpSpPr>
            <a:xfrm>
              <a:off x="8255090" y="4425635"/>
              <a:ext cx="1611517" cy="516047"/>
              <a:chOff x="4906978" y="2236206"/>
              <a:chExt cx="1611517" cy="516047"/>
            </a:xfrm>
          </p:grpSpPr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3" name="Rectangle 22">
                    <a:extLst>
                      <a:ext uri="{FF2B5EF4-FFF2-40B4-BE49-F238E27FC236}">
                        <a16:creationId xmlns:a16="http://schemas.microsoft.com/office/drawing/2014/main" id="{09B066B1-48F3-1539-4AA8-F816C6590A42}"/>
                      </a:ext>
                    </a:extLst>
                  </p:cNvPr>
                  <p:cNvSpPr/>
                  <p:nvPr/>
                </p:nvSpPr>
                <p:spPr>
                  <a:xfrm>
                    <a:off x="4906978" y="2236206"/>
                    <a:ext cx="1013988" cy="516047"/>
                  </a:xfrm>
                  <a:prstGeom prst="rect">
                    <a:avLst/>
                  </a:prstGeom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𝑇</m:t>
                          </m:r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(</m:t>
                          </m:r>
                          <m:f>
                            <m:fPr>
                              <m:ctrlP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num>
                            <m:den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4</m:t>
                              </m:r>
                            </m:den>
                          </m:f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)</m:t>
                          </m:r>
                        </m:oMath>
                      </m:oMathPara>
                    </a14:m>
                    <a:endParaRPr lang="en-US" dirty="0">
                      <a:solidFill>
                        <a:schemeClr val="bg1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23" name="Rectangle 22">
                    <a:extLst>
                      <a:ext uri="{FF2B5EF4-FFF2-40B4-BE49-F238E27FC236}">
                        <a16:creationId xmlns:a16="http://schemas.microsoft.com/office/drawing/2014/main" id="{09B066B1-48F3-1539-4AA8-F816C6590A42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4906978" y="2236206"/>
                    <a:ext cx="1013988" cy="516047"/>
                  </a:xfrm>
                  <a:prstGeom prst="rect">
                    <a:avLst/>
                  </a:prstGeom>
                  <a:blipFill>
                    <a:blip r:embed="rId18"/>
                    <a:stretch>
                      <a:fillRect b="-6977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4" name="Rectangle 23">
                    <a:extLst>
                      <a:ext uri="{FF2B5EF4-FFF2-40B4-BE49-F238E27FC236}">
                        <a16:creationId xmlns:a16="http://schemas.microsoft.com/office/drawing/2014/main" id="{7C064394-16BB-B41E-0CD0-92F35C4E294D}"/>
                      </a:ext>
                    </a:extLst>
                  </p:cNvPr>
                  <p:cNvSpPr/>
                  <p:nvPr/>
                </p:nvSpPr>
                <p:spPr>
                  <a:xfrm>
                    <a:off x="5920966" y="2236206"/>
                    <a:ext cx="597529" cy="516047"/>
                  </a:xfrm>
                  <a:prstGeom prst="rect">
                    <a:avLst/>
                  </a:prstGeom>
                  <a:solidFill>
                    <a:schemeClr val="accent2"/>
                  </a:solidFill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f>
                            <m:fPr>
                              <m:ctrlP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num>
                            <m:den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4</m:t>
                              </m:r>
                            </m:den>
                          </m:f>
                        </m:oMath>
                      </m:oMathPara>
                    </a14:m>
                    <a:endParaRPr lang="en-US" dirty="0"/>
                  </a:p>
                </p:txBody>
              </p:sp>
            </mc:Choice>
            <mc:Fallback xmlns="">
              <p:sp>
                <p:nvSpPr>
                  <p:cNvPr id="24" name="Rectangle 23">
                    <a:extLst>
                      <a:ext uri="{FF2B5EF4-FFF2-40B4-BE49-F238E27FC236}">
                        <a16:creationId xmlns:a16="http://schemas.microsoft.com/office/drawing/2014/main" id="{7C064394-16BB-B41E-0CD0-92F35C4E294D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5920966" y="2236206"/>
                    <a:ext cx="597529" cy="516047"/>
                  </a:xfrm>
                  <a:prstGeom prst="rect">
                    <a:avLst/>
                  </a:prstGeom>
                  <a:blipFill>
                    <a:blip r:embed="rId19"/>
                    <a:stretch>
                      <a:fillRect b="-6977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grpSp>
          <p:nvGrpSpPr>
            <p:cNvPr id="25" name="Group 24">
              <a:extLst>
                <a:ext uri="{FF2B5EF4-FFF2-40B4-BE49-F238E27FC236}">
                  <a16:creationId xmlns:a16="http://schemas.microsoft.com/office/drawing/2014/main" id="{1C6F0186-7BEF-4DA7-CF68-FED0AD1281B4}"/>
                </a:ext>
              </a:extLst>
            </p:cNvPr>
            <p:cNvGrpSpPr/>
            <p:nvPr/>
          </p:nvGrpSpPr>
          <p:grpSpPr>
            <a:xfrm>
              <a:off x="440858" y="6151076"/>
              <a:ext cx="1611517" cy="516047"/>
              <a:chOff x="4906978" y="2236206"/>
              <a:chExt cx="1611517" cy="516047"/>
            </a:xfrm>
          </p:grpSpPr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6" name="Rectangle 25">
                    <a:extLst>
                      <a:ext uri="{FF2B5EF4-FFF2-40B4-BE49-F238E27FC236}">
                        <a16:creationId xmlns:a16="http://schemas.microsoft.com/office/drawing/2014/main" id="{3323361A-B674-281C-DC95-369D5737BC0F}"/>
                      </a:ext>
                    </a:extLst>
                  </p:cNvPr>
                  <p:cNvSpPr/>
                  <p:nvPr/>
                </p:nvSpPr>
                <p:spPr>
                  <a:xfrm>
                    <a:off x="4906978" y="2236206"/>
                    <a:ext cx="1013988" cy="516047"/>
                  </a:xfrm>
                  <a:prstGeom prst="rect">
                    <a:avLst/>
                  </a:prstGeom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𝑇</m:t>
                          </m:r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(1)</m:t>
                          </m:r>
                        </m:oMath>
                      </m:oMathPara>
                    </a14:m>
                    <a:endParaRPr lang="en-US" dirty="0">
                      <a:solidFill>
                        <a:schemeClr val="bg1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26" name="Rectangle 25">
                    <a:extLst>
                      <a:ext uri="{FF2B5EF4-FFF2-40B4-BE49-F238E27FC236}">
                        <a16:creationId xmlns:a16="http://schemas.microsoft.com/office/drawing/2014/main" id="{3323361A-B674-281C-DC95-369D5737BC0F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4906978" y="2236206"/>
                    <a:ext cx="1013988" cy="516047"/>
                  </a:xfrm>
                  <a:prstGeom prst="rect">
                    <a:avLst/>
                  </a:prstGeom>
                  <a:blipFill>
                    <a:blip r:embed="rId20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7" name="Rectangle 26">
                    <a:extLst>
                      <a:ext uri="{FF2B5EF4-FFF2-40B4-BE49-F238E27FC236}">
                        <a16:creationId xmlns:a16="http://schemas.microsoft.com/office/drawing/2014/main" id="{0A8F7639-A7A5-0B7C-ABD8-4595D287187D}"/>
                      </a:ext>
                    </a:extLst>
                  </p:cNvPr>
                  <p:cNvSpPr/>
                  <p:nvPr/>
                </p:nvSpPr>
                <p:spPr>
                  <a:xfrm>
                    <a:off x="5920966" y="2236206"/>
                    <a:ext cx="597529" cy="516047"/>
                  </a:xfrm>
                  <a:prstGeom prst="rect">
                    <a:avLst/>
                  </a:prstGeom>
                  <a:solidFill>
                    <a:schemeClr val="accent2"/>
                  </a:solidFill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oMath>
                      </m:oMathPara>
                    </a14:m>
                    <a:endParaRPr lang="en-US" dirty="0"/>
                  </a:p>
                </p:txBody>
              </p:sp>
            </mc:Choice>
            <mc:Fallback xmlns="">
              <p:sp>
                <p:nvSpPr>
                  <p:cNvPr id="27" name="Rectangle 26">
                    <a:extLst>
                      <a:ext uri="{FF2B5EF4-FFF2-40B4-BE49-F238E27FC236}">
                        <a16:creationId xmlns:a16="http://schemas.microsoft.com/office/drawing/2014/main" id="{0A8F7639-A7A5-0B7C-ABD8-4595D287187D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5920966" y="2236206"/>
                    <a:ext cx="597529" cy="516047"/>
                  </a:xfrm>
                  <a:prstGeom prst="rect">
                    <a:avLst/>
                  </a:prstGeom>
                  <a:blipFill>
                    <a:blip r:embed="rId21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grpSp>
          <p:nvGrpSpPr>
            <p:cNvPr id="28" name="Group 27">
              <a:extLst>
                <a:ext uri="{FF2B5EF4-FFF2-40B4-BE49-F238E27FC236}">
                  <a16:creationId xmlns:a16="http://schemas.microsoft.com/office/drawing/2014/main" id="{ED9DBCDE-5914-35DB-D149-91D909CBA8F0}"/>
                </a:ext>
              </a:extLst>
            </p:cNvPr>
            <p:cNvGrpSpPr/>
            <p:nvPr/>
          </p:nvGrpSpPr>
          <p:grpSpPr>
            <a:xfrm>
              <a:off x="2367479" y="6151075"/>
              <a:ext cx="1611517" cy="516047"/>
              <a:chOff x="4906978" y="2236206"/>
              <a:chExt cx="1611517" cy="516047"/>
            </a:xfrm>
          </p:grpSpPr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9" name="Rectangle 28">
                    <a:extLst>
                      <a:ext uri="{FF2B5EF4-FFF2-40B4-BE49-F238E27FC236}">
                        <a16:creationId xmlns:a16="http://schemas.microsoft.com/office/drawing/2014/main" id="{4E3B399E-E193-5E79-7EA0-D31F398FACCF}"/>
                      </a:ext>
                    </a:extLst>
                  </p:cNvPr>
                  <p:cNvSpPr/>
                  <p:nvPr/>
                </p:nvSpPr>
                <p:spPr>
                  <a:xfrm>
                    <a:off x="4906978" y="2236206"/>
                    <a:ext cx="1013988" cy="516047"/>
                  </a:xfrm>
                  <a:prstGeom prst="rect">
                    <a:avLst/>
                  </a:prstGeom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𝑇</m:t>
                          </m:r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(1)</m:t>
                          </m:r>
                        </m:oMath>
                      </m:oMathPara>
                    </a14:m>
                    <a:endParaRPr lang="en-US" dirty="0">
                      <a:solidFill>
                        <a:schemeClr val="bg1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29" name="Rectangle 28">
                    <a:extLst>
                      <a:ext uri="{FF2B5EF4-FFF2-40B4-BE49-F238E27FC236}">
                        <a16:creationId xmlns:a16="http://schemas.microsoft.com/office/drawing/2014/main" id="{4E3B399E-E193-5E79-7EA0-D31F398FACCF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4906978" y="2236206"/>
                    <a:ext cx="1013988" cy="516047"/>
                  </a:xfrm>
                  <a:prstGeom prst="rect">
                    <a:avLst/>
                  </a:prstGeom>
                  <a:blipFill>
                    <a:blip r:embed="rId22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30" name="Rectangle 29">
                    <a:extLst>
                      <a:ext uri="{FF2B5EF4-FFF2-40B4-BE49-F238E27FC236}">
                        <a16:creationId xmlns:a16="http://schemas.microsoft.com/office/drawing/2014/main" id="{2EEA1FBD-7EF5-30AC-8880-41D2A156C2D5}"/>
                      </a:ext>
                    </a:extLst>
                  </p:cNvPr>
                  <p:cNvSpPr/>
                  <p:nvPr/>
                </p:nvSpPr>
                <p:spPr>
                  <a:xfrm>
                    <a:off x="5920966" y="2236206"/>
                    <a:ext cx="597529" cy="516047"/>
                  </a:xfrm>
                  <a:prstGeom prst="rect">
                    <a:avLst/>
                  </a:prstGeom>
                  <a:solidFill>
                    <a:schemeClr val="accent2"/>
                  </a:solidFill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oMath>
                      </m:oMathPara>
                    </a14:m>
                    <a:endParaRPr lang="en-US" dirty="0"/>
                  </a:p>
                </p:txBody>
              </p:sp>
            </mc:Choice>
            <mc:Fallback xmlns="">
              <p:sp>
                <p:nvSpPr>
                  <p:cNvPr id="30" name="Rectangle 29">
                    <a:extLst>
                      <a:ext uri="{FF2B5EF4-FFF2-40B4-BE49-F238E27FC236}">
                        <a16:creationId xmlns:a16="http://schemas.microsoft.com/office/drawing/2014/main" id="{2EEA1FBD-7EF5-30AC-8880-41D2A156C2D5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5920966" y="2236206"/>
                    <a:ext cx="597529" cy="516047"/>
                  </a:xfrm>
                  <a:prstGeom prst="rect">
                    <a:avLst/>
                  </a:prstGeom>
                  <a:blipFill>
                    <a:blip r:embed="rId23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grpSp>
          <p:nvGrpSpPr>
            <p:cNvPr id="31" name="Group 30">
              <a:extLst>
                <a:ext uri="{FF2B5EF4-FFF2-40B4-BE49-F238E27FC236}">
                  <a16:creationId xmlns:a16="http://schemas.microsoft.com/office/drawing/2014/main" id="{C1A36F4D-33EF-1FD5-2A4F-DF13F3C40B28}"/>
                </a:ext>
              </a:extLst>
            </p:cNvPr>
            <p:cNvGrpSpPr/>
            <p:nvPr/>
          </p:nvGrpSpPr>
          <p:grpSpPr>
            <a:xfrm>
              <a:off x="4395455" y="6151074"/>
              <a:ext cx="1611517" cy="516047"/>
              <a:chOff x="4906978" y="2236206"/>
              <a:chExt cx="1611517" cy="516047"/>
            </a:xfrm>
          </p:grpSpPr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32" name="Rectangle 31">
                    <a:extLst>
                      <a:ext uri="{FF2B5EF4-FFF2-40B4-BE49-F238E27FC236}">
                        <a16:creationId xmlns:a16="http://schemas.microsoft.com/office/drawing/2014/main" id="{23AF5385-CA28-4E47-5CD1-B4DF3E97C461}"/>
                      </a:ext>
                    </a:extLst>
                  </p:cNvPr>
                  <p:cNvSpPr/>
                  <p:nvPr/>
                </p:nvSpPr>
                <p:spPr>
                  <a:xfrm>
                    <a:off x="4906978" y="2236206"/>
                    <a:ext cx="1013988" cy="516047"/>
                  </a:xfrm>
                  <a:prstGeom prst="rect">
                    <a:avLst/>
                  </a:prstGeom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𝑇</m:t>
                          </m:r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(1)</m:t>
                          </m:r>
                        </m:oMath>
                      </m:oMathPara>
                    </a14:m>
                    <a:endParaRPr lang="en-US" dirty="0">
                      <a:solidFill>
                        <a:schemeClr val="bg1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32" name="Rectangle 31">
                    <a:extLst>
                      <a:ext uri="{FF2B5EF4-FFF2-40B4-BE49-F238E27FC236}">
                        <a16:creationId xmlns:a16="http://schemas.microsoft.com/office/drawing/2014/main" id="{23AF5385-CA28-4E47-5CD1-B4DF3E97C461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4906978" y="2236206"/>
                    <a:ext cx="1013988" cy="516047"/>
                  </a:xfrm>
                  <a:prstGeom prst="rect">
                    <a:avLst/>
                  </a:prstGeom>
                  <a:blipFill>
                    <a:blip r:embed="rId24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33" name="Rectangle 32">
                    <a:extLst>
                      <a:ext uri="{FF2B5EF4-FFF2-40B4-BE49-F238E27FC236}">
                        <a16:creationId xmlns:a16="http://schemas.microsoft.com/office/drawing/2014/main" id="{12216865-7453-5348-6556-DAED4E9A61F3}"/>
                      </a:ext>
                    </a:extLst>
                  </p:cNvPr>
                  <p:cNvSpPr/>
                  <p:nvPr/>
                </p:nvSpPr>
                <p:spPr>
                  <a:xfrm>
                    <a:off x="5920966" y="2236206"/>
                    <a:ext cx="597529" cy="516047"/>
                  </a:xfrm>
                  <a:prstGeom prst="rect">
                    <a:avLst/>
                  </a:prstGeom>
                  <a:solidFill>
                    <a:schemeClr val="accent2"/>
                  </a:solidFill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oMath>
                      </m:oMathPara>
                    </a14:m>
                    <a:endParaRPr lang="en-US" dirty="0"/>
                  </a:p>
                </p:txBody>
              </p:sp>
            </mc:Choice>
            <mc:Fallback xmlns="">
              <p:sp>
                <p:nvSpPr>
                  <p:cNvPr id="33" name="Rectangle 32">
                    <a:extLst>
                      <a:ext uri="{FF2B5EF4-FFF2-40B4-BE49-F238E27FC236}">
                        <a16:creationId xmlns:a16="http://schemas.microsoft.com/office/drawing/2014/main" id="{12216865-7453-5348-6556-DAED4E9A61F3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5920966" y="2236206"/>
                    <a:ext cx="597529" cy="516047"/>
                  </a:xfrm>
                  <a:prstGeom prst="rect">
                    <a:avLst/>
                  </a:prstGeom>
                  <a:blipFill>
                    <a:blip r:embed="rId25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grpSp>
          <p:nvGrpSpPr>
            <p:cNvPr id="34" name="Group 33">
              <a:extLst>
                <a:ext uri="{FF2B5EF4-FFF2-40B4-BE49-F238E27FC236}">
                  <a16:creationId xmlns:a16="http://schemas.microsoft.com/office/drawing/2014/main" id="{8188D525-93E8-3B34-D823-ABD6251589D1}"/>
                </a:ext>
              </a:extLst>
            </p:cNvPr>
            <p:cNvGrpSpPr/>
            <p:nvPr/>
          </p:nvGrpSpPr>
          <p:grpSpPr>
            <a:xfrm>
              <a:off x="9018762" y="6151073"/>
              <a:ext cx="1611517" cy="516047"/>
              <a:chOff x="4906978" y="2236206"/>
              <a:chExt cx="1611517" cy="516047"/>
            </a:xfrm>
          </p:grpSpPr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35" name="Rectangle 34">
                    <a:extLst>
                      <a:ext uri="{FF2B5EF4-FFF2-40B4-BE49-F238E27FC236}">
                        <a16:creationId xmlns:a16="http://schemas.microsoft.com/office/drawing/2014/main" id="{787E0A34-CCCF-0CF7-B358-01F5859ED146}"/>
                      </a:ext>
                    </a:extLst>
                  </p:cNvPr>
                  <p:cNvSpPr/>
                  <p:nvPr/>
                </p:nvSpPr>
                <p:spPr>
                  <a:xfrm>
                    <a:off x="4906978" y="2236206"/>
                    <a:ext cx="1013988" cy="516047"/>
                  </a:xfrm>
                  <a:prstGeom prst="rect">
                    <a:avLst/>
                  </a:prstGeom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𝑇</m:t>
                          </m:r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(1)</m:t>
                          </m:r>
                        </m:oMath>
                      </m:oMathPara>
                    </a14:m>
                    <a:endParaRPr lang="en-US" dirty="0">
                      <a:solidFill>
                        <a:schemeClr val="bg1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35" name="Rectangle 34">
                    <a:extLst>
                      <a:ext uri="{FF2B5EF4-FFF2-40B4-BE49-F238E27FC236}">
                        <a16:creationId xmlns:a16="http://schemas.microsoft.com/office/drawing/2014/main" id="{787E0A34-CCCF-0CF7-B358-01F5859ED146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4906978" y="2236206"/>
                    <a:ext cx="1013988" cy="516047"/>
                  </a:xfrm>
                  <a:prstGeom prst="rect">
                    <a:avLst/>
                  </a:prstGeom>
                  <a:blipFill>
                    <a:blip r:embed="rId26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36" name="Rectangle 35">
                    <a:extLst>
                      <a:ext uri="{FF2B5EF4-FFF2-40B4-BE49-F238E27FC236}">
                        <a16:creationId xmlns:a16="http://schemas.microsoft.com/office/drawing/2014/main" id="{6F27EA98-7EE2-A681-25C4-294702FDAD53}"/>
                      </a:ext>
                    </a:extLst>
                  </p:cNvPr>
                  <p:cNvSpPr/>
                  <p:nvPr/>
                </p:nvSpPr>
                <p:spPr>
                  <a:xfrm>
                    <a:off x="5920966" y="2236206"/>
                    <a:ext cx="597529" cy="516047"/>
                  </a:xfrm>
                  <a:prstGeom prst="rect">
                    <a:avLst/>
                  </a:prstGeom>
                  <a:solidFill>
                    <a:schemeClr val="accent2"/>
                  </a:solidFill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oMath>
                      </m:oMathPara>
                    </a14:m>
                    <a:endParaRPr lang="en-US" dirty="0"/>
                  </a:p>
                </p:txBody>
              </p:sp>
            </mc:Choice>
            <mc:Fallback xmlns="">
              <p:sp>
                <p:nvSpPr>
                  <p:cNvPr id="36" name="Rectangle 35">
                    <a:extLst>
                      <a:ext uri="{FF2B5EF4-FFF2-40B4-BE49-F238E27FC236}">
                        <a16:creationId xmlns:a16="http://schemas.microsoft.com/office/drawing/2014/main" id="{6F27EA98-7EE2-A681-25C4-294702FDAD53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5920966" y="2236206"/>
                    <a:ext cx="597529" cy="516047"/>
                  </a:xfrm>
                  <a:prstGeom prst="rect">
                    <a:avLst/>
                  </a:prstGeom>
                  <a:blipFill>
                    <a:blip r:embed="rId27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cxnSp>
          <p:nvCxnSpPr>
            <p:cNvPr id="38" name="Straight Connector 37">
              <a:extLst>
                <a:ext uri="{FF2B5EF4-FFF2-40B4-BE49-F238E27FC236}">
                  <a16:creationId xmlns:a16="http://schemas.microsoft.com/office/drawing/2014/main" id="{9E3AC251-CDFD-FAB2-6F59-090E52DF1E1D}"/>
                </a:ext>
              </a:extLst>
            </p:cNvPr>
            <p:cNvCxnSpPr>
              <a:stCxn id="3" idx="2"/>
              <a:endCxn id="11" idx="0"/>
            </p:cNvCxnSpPr>
            <p:nvPr/>
          </p:nvCxnSpPr>
          <p:spPr>
            <a:xfrm flipH="1">
              <a:off x="3381467" y="2693026"/>
              <a:ext cx="1836345" cy="47795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" name="Straight Connector 38">
              <a:extLst>
                <a:ext uri="{FF2B5EF4-FFF2-40B4-BE49-F238E27FC236}">
                  <a16:creationId xmlns:a16="http://schemas.microsoft.com/office/drawing/2014/main" id="{4F196312-7B68-B8F5-B3A6-C036ED57B08C}"/>
                </a:ext>
              </a:extLst>
            </p:cNvPr>
            <p:cNvCxnSpPr>
              <a:cxnSpLocks/>
              <a:stCxn id="3" idx="2"/>
              <a:endCxn id="8" idx="0"/>
            </p:cNvCxnSpPr>
            <p:nvPr/>
          </p:nvCxnSpPr>
          <p:spPr>
            <a:xfrm>
              <a:off x="5217812" y="2693026"/>
              <a:ext cx="1946079" cy="47795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" name="Straight Connector 41">
              <a:extLst>
                <a:ext uri="{FF2B5EF4-FFF2-40B4-BE49-F238E27FC236}">
                  <a16:creationId xmlns:a16="http://schemas.microsoft.com/office/drawing/2014/main" id="{9C54CE57-D390-B1CC-1B61-025230AC9B58}"/>
                </a:ext>
              </a:extLst>
            </p:cNvPr>
            <p:cNvCxnSpPr>
              <a:cxnSpLocks/>
              <a:stCxn id="11" idx="2"/>
              <a:endCxn id="14" idx="0"/>
            </p:cNvCxnSpPr>
            <p:nvPr/>
          </p:nvCxnSpPr>
          <p:spPr>
            <a:xfrm flipH="1">
              <a:off x="2068715" y="3687023"/>
              <a:ext cx="1312752" cy="738615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5" name="Straight Connector 44">
              <a:extLst>
                <a:ext uri="{FF2B5EF4-FFF2-40B4-BE49-F238E27FC236}">
                  <a16:creationId xmlns:a16="http://schemas.microsoft.com/office/drawing/2014/main" id="{FDB5D592-258A-245B-B732-A6835A2EFDF6}"/>
                </a:ext>
              </a:extLst>
            </p:cNvPr>
            <p:cNvCxnSpPr>
              <a:cxnSpLocks/>
              <a:stCxn id="11" idx="2"/>
              <a:endCxn id="17" idx="0"/>
            </p:cNvCxnSpPr>
            <p:nvPr/>
          </p:nvCxnSpPr>
          <p:spPr>
            <a:xfrm>
              <a:off x="3381467" y="3687023"/>
              <a:ext cx="1004519" cy="738612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8" name="Straight Connector 47">
              <a:extLst>
                <a:ext uri="{FF2B5EF4-FFF2-40B4-BE49-F238E27FC236}">
                  <a16:creationId xmlns:a16="http://schemas.microsoft.com/office/drawing/2014/main" id="{801FC173-772E-3E97-753A-366B871B2165}"/>
                </a:ext>
              </a:extLst>
            </p:cNvPr>
            <p:cNvCxnSpPr>
              <a:cxnSpLocks/>
              <a:stCxn id="8" idx="2"/>
              <a:endCxn id="20" idx="0"/>
            </p:cNvCxnSpPr>
            <p:nvPr/>
          </p:nvCxnSpPr>
          <p:spPr>
            <a:xfrm flipH="1">
              <a:off x="6610537" y="3687023"/>
              <a:ext cx="553354" cy="738612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1" name="Straight Connector 50">
              <a:extLst>
                <a:ext uri="{FF2B5EF4-FFF2-40B4-BE49-F238E27FC236}">
                  <a16:creationId xmlns:a16="http://schemas.microsoft.com/office/drawing/2014/main" id="{3CBFC3AE-4CAF-E136-EA81-367B6FAC5A11}"/>
                </a:ext>
              </a:extLst>
            </p:cNvPr>
            <p:cNvCxnSpPr>
              <a:cxnSpLocks/>
              <a:stCxn id="8" idx="2"/>
              <a:endCxn id="23" idx="0"/>
            </p:cNvCxnSpPr>
            <p:nvPr/>
          </p:nvCxnSpPr>
          <p:spPr>
            <a:xfrm>
              <a:off x="7163891" y="3687023"/>
              <a:ext cx="1598193" cy="738612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54" name="TextBox 53">
              <a:extLst>
                <a:ext uri="{FF2B5EF4-FFF2-40B4-BE49-F238E27FC236}">
                  <a16:creationId xmlns:a16="http://schemas.microsoft.com/office/drawing/2014/main" id="{C75471AE-0277-26E1-D599-E5E66A344236}"/>
                </a:ext>
              </a:extLst>
            </p:cNvPr>
            <p:cNvSpPr txBox="1"/>
            <p:nvPr/>
          </p:nvSpPr>
          <p:spPr>
            <a:xfrm>
              <a:off x="2640168" y="5412460"/>
              <a:ext cx="133882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……………</a:t>
              </a:r>
            </a:p>
          </p:txBody>
        </p:sp>
        <p:sp>
          <p:nvSpPr>
            <p:cNvPr id="55" name="TextBox 54">
              <a:extLst>
                <a:ext uri="{FF2B5EF4-FFF2-40B4-BE49-F238E27FC236}">
                  <a16:creationId xmlns:a16="http://schemas.microsoft.com/office/drawing/2014/main" id="{56D279BA-B35A-05EC-C3C9-F44E28A810DE}"/>
                </a:ext>
              </a:extLst>
            </p:cNvPr>
            <p:cNvSpPr txBox="1"/>
            <p:nvPr/>
          </p:nvSpPr>
          <p:spPr>
            <a:xfrm>
              <a:off x="7293573" y="5369633"/>
              <a:ext cx="133882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……………</a:t>
              </a:r>
            </a:p>
          </p:txBody>
        </p:sp>
        <p:cxnSp>
          <p:nvCxnSpPr>
            <p:cNvPr id="56" name="Straight Connector 55">
              <a:extLst>
                <a:ext uri="{FF2B5EF4-FFF2-40B4-BE49-F238E27FC236}">
                  <a16:creationId xmlns:a16="http://schemas.microsoft.com/office/drawing/2014/main" id="{3A19545B-708B-C708-F66E-4DCB1F34E4E8}"/>
                </a:ext>
              </a:extLst>
            </p:cNvPr>
            <p:cNvCxnSpPr>
              <a:cxnSpLocks/>
              <a:endCxn id="26" idx="0"/>
            </p:cNvCxnSpPr>
            <p:nvPr/>
          </p:nvCxnSpPr>
          <p:spPr>
            <a:xfrm flipH="1">
              <a:off x="947852" y="5884752"/>
              <a:ext cx="805758" cy="266324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9" name="Straight Connector 58">
              <a:extLst>
                <a:ext uri="{FF2B5EF4-FFF2-40B4-BE49-F238E27FC236}">
                  <a16:creationId xmlns:a16="http://schemas.microsoft.com/office/drawing/2014/main" id="{BD232E4D-A786-F26F-CB95-C159EFEF0933}"/>
                </a:ext>
              </a:extLst>
            </p:cNvPr>
            <p:cNvCxnSpPr>
              <a:cxnSpLocks/>
              <a:stCxn id="29" idx="0"/>
            </p:cNvCxnSpPr>
            <p:nvPr/>
          </p:nvCxnSpPr>
          <p:spPr>
            <a:xfrm flipH="1" flipV="1">
              <a:off x="2640168" y="5928507"/>
              <a:ext cx="234305" cy="222568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2" name="Straight Connector 61">
              <a:extLst>
                <a:ext uri="{FF2B5EF4-FFF2-40B4-BE49-F238E27FC236}">
                  <a16:creationId xmlns:a16="http://schemas.microsoft.com/office/drawing/2014/main" id="{5228E582-57C3-0F7F-11C9-73B82A67D46B}"/>
                </a:ext>
              </a:extLst>
            </p:cNvPr>
            <p:cNvCxnSpPr>
              <a:cxnSpLocks/>
              <a:stCxn id="14" idx="2"/>
            </p:cNvCxnSpPr>
            <p:nvPr/>
          </p:nvCxnSpPr>
          <p:spPr>
            <a:xfrm flipH="1">
              <a:off x="1707164" y="4941685"/>
              <a:ext cx="361551" cy="266324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913" name="Straight Connector 38912">
              <a:extLst>
                <a:ext uri="{FF2B5EF4-FFF2-40B4-BE49-F238E27FC236}">
                  <a16:creationId xmlns:a16="http://schemas.microsoft.com/office/drawing/2014/main" id="{697E92E1-AC24-5A91-1267-B724CD74EE6B}"/>
                </a:ext>
              </a:extLst>
            </p:cNvPr>
            <p:cNvCxnSpPr>
              <a:cxnSpLocks/>
              <a:stCxn id="14" idx="2"/>
            </p:cNvCxnSpPr>
            <p:nvPr/>
          </p:nvCxnSpPr>
          <p:spPr>
            <a:xfrm>
              <a:off x="2068715" y="4941685"/>
              <a:ext cx="298764" cy="262171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919" name="Straight Connector 38918">
              <a:extLst>
                <a:ext uri="{FF2B5EF4-FFF2-40B4-BE49-F238E27FC236}">
                  <a16:creationId xmlns:a16="http://schemas.microsoft.com/office/drawing/2014/main" id="{59C23763-C401-8C55-1FD1-8952812349A8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050796" y="4941682"/>
              <a:ext cx="361551" cy="266324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920" name="Straight Connector 38919">
              <a:extLst>
                <a:ext uri="{FF2B5EF4-FFF2-40B4-BE49-F238E27FC236}">
                  <a16:creationId xmlns:a16="http://schemas.microsoft.com/office/drawing/2014/main" id="{6D52C756-6EFE-23D7-769F-CB1EF2B5652F}"/>
                </a:ext>
              </a:extLst>
            </p:cNvPr>
            <p:cNvCxnSpPr>
              <a:cxnSpLocks/>
            </p:cNvCxnSpPr>
            <p:nvPr/>
          </p:nvCxnSpPr>
          <p:spPr>
            <a:xfrm>
              <a:off x="4412347" y="4941682"/>
              <a:ext cx="298764" cy="262171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921" name="Straight Connector 38920">
              <a:extLst>
                <a:ext uri="{FF2B5EF4-FFF2-40B4-BE49-F238E27FC236}">
                  <a16:creationId xmlns:a16="http://schemas.microsoft.com/office/drawing/2014/main" id="{475F4AA8-6460-6C29-2971-44F8946DF7B2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280379" y="4941682"/>
              <a:ext cx="361551" cy="266324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922" name="Straight Connector 38921">
              <a:extLst>
                <a:ext uri="{FF2B5EF4-FFF2-40B4-BE49-F238E27FC236}">
                  <a16:creationId xmlns:a16="http://schemas.microsoft.com/office/drawing/2014/main" id="{214D8714-5AA0-AE81-953F-71B02E5E449D}"/>
                </a:ext>
              </a:extLst>
            </p:cNvPr>
            <p:cNvCxnSpPr>
              <a:cxnSpLocks/>
            </p:cNvCxnSpPr>
            <p:nvPr/>
          </p:nvCxnSpPr>
          <p:spPr>
            <a:xfrm>
              <a:off x="6641930" y="4941682"/>
              <a:ext cx="298764" cy="262171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923" name="Straight Connector 38922">
              <a:extLst>
                <a:ext uri="{FF2B5EF4-FFF2-40B4-BE49-F238E27FC236}">
                  <a16:creationId xmlns:a16="http://schemas.microsoft.com/office/drawing/2014/main" id="{E1273524-D4F7-2457-5BF2-44634DD2B660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8400533" y="4941682"/>
              <a:ext cx="361551" cy="266324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924" name="Straight Connector 38923">
              <a:extLst>
                <a:ext uri="{FF2B5EF4-FFF2-40B4-BE49-F238E27FC236}">
                  <a16:creationId xmlns:a16="http://schemas.microsoft.com/office/drawing/2014/main" id="{0E229BE2-0E7A-D28C-5BE4-060A8E212264}"/>
                </a:ext>
              </a:extLst>
            </p:cNvPr>
            <p:cNvCxnSpPr>
              <a:cxnSpLocks/>
            </p:cNvCxnSpPr>
            <p:nvPr/>
          </p:nvCxnSpPr>
          <p:spPr>
            <a:xfrm>
              <a:off x="8762084" y="4941682"/>
              <a:ext cx="298764" cy="262171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925" name="Straight Connector 38924">
              <a:extLst>
                <a:ext uri="{FF2B5EF4-FFF2-40B4-BE49-F238E27FC236}">
                  <a16:creationId xmlns:a16="http://schemas.microsoft.com/office/drawing/2014/main" id="{6E84C90F-2AEA-D959-BCCA-6511541CB0B1}"/>
                </a:ext>
              </a:extLst>
            </p:cNvPr>
            <p:cNvCxnSpPr>
              <a:cxnSpLocks/>
              <a:stCxn id="32" idx="0"/>
            </p:cNvCxnSpPr>
            <p:nvPr/>
          </p:nvCxnSpPr>
          <p:spPr>
            <a:xfrm flipV="1">
              <a:off x="4902449" y="5928507"/>
              <a:ext cx="315363" cy="222567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928" name="Straight Connector 38927">
              <a:extLst>
                <a:ext uri="{FF2B5EF4-FFF2-40B4-BE49-F238E27FC236}">
                  <a16:creationId xmlns:a16="http://schemas.microsoft.com/office/drawing/2014/main" id="{17A27D77-C2D3-D498-6844-96FE29719388}"/>
                </a:ext>
              </a:extLst>
            </p:cNvPr>
            <p:cNvCxnSpPr>
              <a:cxnSpLocks/>
              <a:stCxn id="35" idx="0"/>
            </p:cNvCxnSpPr>
            <p:nvPr/>
          </p:nvCxnSpPr>
          <p:spPr>
            <a:xfrm flipH="1" flipV="1">
              <a:off x="9018762" y="5884752"/>
              <a:ext cx="506994" cy="266321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8931" name="TextBox 38930">
              <a:extLst>
                <a:ext uri="{FF2B5EF4-FFF2-40B4-BE49-F238E27FC236}">
                  <a16:creationId xmlns:a16="http://schemas.microsoft.com/office/drawing/2014/main" id="{AB47559F-2CC9-A803-8ACD-4EA438838861}"/>
                </a:ext>
              </a:extLst>
            </p:cNvPr>
            <p:cNvSpPr txBox="1"/>
            <p:nvPr/>
          </p:nvSpPr>
          <p:spPr>
            <a:xfrm>
              <a:off x="6791312" y="6187287"/>
              <a:ext cx="133882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……………</a:t>
              </a:r>
            </a:p>
          </p:txBody>
        </p:sp>
      </p:grpSp>
      <p:sp>
        <p:nvSpPr>
          <p:cNvPr id="38933" name="TextBox 38932">
            <a:extLst>
              <a:ext uri="{FF2B5EF4-FFF2-40B4-BE49-F238E27FC236}">
                <a16:creationId xmlns:a16="http://schemas.microsoft.com/office/drawing/2014/main" id="{A4F8D2AD-056C-F8FC-D733-A7D4D542837A}"/>
              </a:ext>
            </a:extLst>
          </p:cNvPr>
          <p:cNvSpPr txBox="1"/>
          <p:nvPr/>
        </p:nvSpPr>
        <p:spPr>
          <a:xfrm>
            <a:off x="8869636" y="2176979"/>
            <a:ext cx="2119473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Count up the recursive work. </a:t>
            </a:r>
            <a:r>
              <a:rPr lang="en-US" dirty="0">
                <a:solidFill>
                  <a:schemeClr val="accent1"/>
                </a:solidFill>
              </a:rPr>
              <a:t>Parameter value is in green box</a:t>
            </a:r>
            <a:r>
              <a:rPr lang="en-US" dirty="0"/>
              <a:t>, </a:t>
            </a:r>
            <a:r>
              <a:rPr lang="en-US" dirty="0">
                <a:solidFill>
                  <a:schemeClr val="accent2"/>
                </a:solidFill>
              </a:rPr>
              <a:t>amount of work done is in blue box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E782B89-14E9-EB23-4273-13BDDFE3CA8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915" name="Rectangle 3">
            <a:extLst>
              <a:ext uri="{FF2B5EF4-FFF2-40B4-BE49-F238E27FC236}">
                <a16:creationId xmlns:a16="http://schemas.microsoft.com/office/drawing/2014/main" id="{AE14279C-423E-D0DE-279B-4AD65F558783}"/>
              </a:ext>
            </a:extLst>
          </p:cNvPr>
          <p:cNvSpPr>
            <a:spLocks noGrp="1" noChangeArrowheads="1"/>
          </p:cNvSpPr>
          <p:nvPr>
            <p:ph type="title"/>
            <p:custDataLst>
              <p:tags r:id="rId1"/>
            </p:custDataLst>
          </p:nvPr>
        </p:nvSpPr>
        <p:spPr>
          <a:xfrm>
            <a:off x="1979611" y="190877"/>
            <a:ext cx="8229600" cy="685800"/>
          </a:xfrm>
        </p:spPr>
        <p:txBody>
          <a:bodyPr>
            <a:normAutofit/>
          </a:bodyPr>
          <a:lstStyle/>
          <a:p>
            <a:pPr algn="ctr"/>
            <a:r>
              <a:rPr lang="en-US" dirty="0"/>
              <a:t>Recursion Tree Method</a:t>
            </a:r>
          </a:p>
        </p:txBody>
      </p:sp>
      <p:grpSp>
        <p:nvGrpSpPr>
          <p:cNvPr id="38932" name="Group 38931">
            <a:extLst>
              <a:ext uri="{FF2B5EF4-FFF2-40B4-BE49-F238E27FC236}">
                <a16:creationId xmlns:a16="http://schemas.microsoft.com/office/drawing/2014/main" id="{C6F25E17-5DC0-BEE9-273C-5B7B4BC70701}"/>
              </a:ext>
            </a:extLst>
          </p:cNvPr>
          <p:cNvGrpSpPr/>
          <p:nvPr/>
        </p:nvGrpSpPr>
        <p:grpSpPr>
          <a:xfrm>
            <a:off x="114677" y="1443648"/>
            <a:ext cx="10189421" cy="4490144"/>
            <a:chOff x="440858" y="2176979"/>
            <a:chExt cx="10189421" cy="4490144"/>
          </a:xfrm>
        </p:grpSpPr>
        <p:grpSp>
          <p:nvGrpSpPr>
            <p:cNvPr id="6" name="Group 5">
              <a:extLst>
                <a:ext uri="{FF2B5EF4-FFF2-40B4-BE49-F238E27FC236}">
                  <a16:creationId xmlns:a16="http://schemas.microsoft.com/office/drawing/2014/main" id="{0BD6EE49-0D20-877F-6D06-75A82E89DB4E}"/>
                </a:ext>
              </a:extLst>
            </p:cNvPr>
            <p:cNvGrpSpPr/>
            <p:nvPr/>
          </p:nvGrpSpPr>
          <p:grpSpPr>
            <a:xfrm>
              <a:off x="4710818" y="2176979"/>
              <a:ext cx="1611517" cy="516047"/>
              <a:chOff x="4906978" y="2236206"/>
              <a:chExt cx="1611517" cy="516047"/>
            </a:xfrm>
          </p:grpSpPr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3" name="Rectangle 2">
                    <a:extLst>
                      <a:ext uri="{FF2B5EF4-FFF2-40B4-BE49-F238E27FC236}">
                        <a16:creationId xmlns:a16="http://schemas.microsoft.com/office/drawing/2014/main" id="{DEA8334F-F409-2ABA-EFB6-DB8AB154E0B7}"/>
                      </a:ext>
                    </a:extLst>
                  </p:cNvPr>
                  <p:cNvSpPr/>
                  <p:nvPr/>
                </p:nvSpPr>
                <p:spPr>
                  <a:xfrm>
                    <a:off x="4906978" y="2236206"/>
                    <a:ext cx="1013988" cy="516047"/>
                  </a:xfrm>
                  <a:prstGeom prst="rect">
                    <a:avLst/>
                  </a:prstGeom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𝑇</m:t>
                          </m:r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)</m:t>
                          </m:r>
                        </m:oMath>
                      </m:oMathPara>
                    </a14:m>
                    <a:endParaRPr lang="en-US" dirty="0">
                      <a:solidFill>
                        <a:schemeClr val="bg1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3" name="Rectangle 2">
                    <a:extLst>
                      <a:ext uri="{FF2B5EF4-FFF2-40B4-BE49-F238E27FC236}">
                        <a16:creationId xmlns:a16="http://schemas.microsoft.com/office/drawing/2014/main" id="{DEA8334F-F409-2ABA-EFB6-DB8AB154E0B7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4906978" y="2236206"/>
                    <a:ext cx="1013988" cy="516047"/>
                  </a:xfrm>
                  <a:prstGeom prst="rect">
                    <a:avLst/>
                  </a:prstGeom>
                  <a:blipFill>
                    <a:blip r:embed="rId3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4" name="Rectangle 3">
                    <a:extLst>
                      <a:ext uri="{FF2B5EF4-FFF2-40B4-BE49-F238E27FC236}">
                        <a16:creationId xmlns:a16="http://schemas.microsoft.com/office/drawing/2014/main" id="{4EA12EC4-7971-60E2-80D6-7576FE13B50A}"/>
                      </a:ext>
                    </a:extLst>
                  </p:cNvPr>
                  <p:cNvSpPr/>
                  <p:nvPr/>
                </p:nvSpPr>
                <p:spPr>
                  <a:xfrm>
                    <a:off x="5920966" y="2236206"/>
                    <a:ext cx="597529" cy="516047"/>
                  </a:xfrm>
                  <a:prstGeom prst="rect">
                    <a:avLst/>
                  </a:prstGeom>
                  <a:solidFill>
                    <a:schemeClr val="accent2"/>
                  </a:solidFill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</m:oMath>
                      </m:oMathPara>
                    </a14:m>
                    <a:endParaRPr lang="en-US" dirty="0"/>
                  </a:p>
                </p:txBody>
              </p:sp>
            </mc:Choice>
            <mc:Fallback xmlns="">
              <p:sp>
                <p:nvSpPr>
                  <p:cNvPr id="4" name="Rectangle 3">
                    <a:extLst>
                      <a:ext uri="{FF2B5EF4-FFF2-40B4-BE49-F238E27FC236}">
                        <a16:creationId xmlns:a16="http://schemas.microsoft.com/office/drawing/2014/main" id="{4EA12EC4-7971-60E2-80D6-7576FE13B50A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5920966" y="2236206"/>
                    <a:ext cx="597529" cy="516047"/>
                  </a:xfrm>
                  <a:prstGeom prst="rect">
                    <a:avLst/>
                  </a:prstGeom>
                  <a:blipFill>
                    <a:blip r:embed="rId4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grpSp>
          <p:nvGrpSpPr>
            <p:cNvPr id="7" name="Group 6">
              <a:extLst>
                <a:ext uri="{FF2B5EF4-FFF2-40B4-BE49-F238E27FC236}">
                  <a16:creationId xmlns:a16="http://schemas.microsoft.com/office/drawing/2014/main" id="{059260A6-4BFF-0408-1F92-1598F577C8CA}"/>
                </a:ext>
              </a:extLst>
            </p:cNvPr>
            <p:cNvGrpSpPr/>
            <p:nvPr/>
          </p:nvGrpSpPr>
          <p:grpSpPr>
            <a:xfrm>
              <a:off x="6656897" y="3170976"/>
              <a:ext cx="1611517" cy="516047"/>
              <a:chOff x="4906978" y="2236206"/>
              <a:chExt cx="1611517" cy="516047"/>
            </a:xfrm>
          </p:grpSpPr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8" name="Rectangle 7">
                    <a:extLst>
                      <a:ext uri="{FF2B5EF4-FFF2-40B4-BE49-F238E27FC236}">
                        <a16:creationId xmlns:a16="http://schemas.microsoft.com/office/drawing/2014/main" id="{F7DF77C5-B582-3D56-B0B1-44C4C119C184}"/>
                      </a:ext>
                    </a:extLst>
                  </p:cNvPr>
                  <p:cNvSpPr/>
                  <p:nvPr/>
                </p:nvSpPr>
                <p:spPr>
                  <a:xfrm>
                    <a:off x="4906978" y="2236206"/>
                    <a:ext cx="1013988" cy="516047"/>
                  </a:xfrm>
                  <a:prstGeom prst="rect">
                    <a:avLst/>
                  </a:prstGeom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𝑇</m:t>
                          </m:r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(</m:t>
                          </m:r>
                          <m:f>
                            <m:fPr>
                              <m:ctrlP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num>
                            <m:den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den>
                          </m:f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)</m:t>
                          </m:r>
                        </m:oMath>
                      </m:oMathPara>
                    </a14:m>
                    <a:endParaRPr lang="en-US" dirty="0">
                      <a:solidFill>
                        <a:schemeClr val="bg1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8" name="Rectangle 7">
                    <a:extLst>
                      <a:ext uri="{FF2B5EF4-FFF2-40B4-BE49-F238E27FC236}">
                        <a16:creationId xmlns:a16="http://schemas.microsoft.com/office/drawing/2014/main" id="{F7DF77C5-B582-3D56-B0B1-44C4C119C184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4906978" y="2236206"/>
                    <a:ext cx="1013988" cy="516047"/>
                  </a:xfrm>
                  <a:prstGeom prst="rect">
                    <a:avLst/>
                  </a:prstGeom>
                  <a:blipFill>
                    <a:blip r:embed="rId5"/>
                    <a:stretch>
                      <a:fillRect b="-9302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9" name="Rectangle 8">
                    <a:extLst>
                      <a:ext uri="{FF2B5EF4-FFF2-40B4-BE49-F238E27FC236}">
                        <a16:creationId xmlns:a16="http://schemas.microsoft.com/office/drawing/2014/main" id="{E3EE939F-EF9A-336C-3DCE-0CE02C8025FD}"/>
                      </a:ext>
                    </a:extLst>
                  </p:cNvPr>
                  <p:cNvSpPr/>
                  <p:nvPr/>
                </p:nvSpPr>
                <p:spPr>
                  <a:xfrm>
                    <a:off x="5920966" y="2236206"/>
                    <a:ext cx="597529" cy="516047"/>
                  </a:xfrm>
                  <a:prstGeom prst="rect">
                    <a:avLst/>
                  </a:prstGeom>
                  <a:solidFill>
                    <a:schemeClr val="accent2"/>
                  </a:solidFill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f>
                            <m:fPr>
                              <m:ctrlP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num>
                            <m:den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den>
                          </m:f>
                        </m:oMath>
                      </m:oMathPara>
                    </a14:m>
                    <a:endParaRPr lang="en-US" dirty="0"/>
                  </a:p>
                </p:txBody>
              </p:sp>
            </mc:Choice>
            <mc:Fallback xmlns="">
              <p:sp>
                <p:nvSpPr>
                  <p:cNvPr id="9" name="Rectangle 8">
                    <a:extLst>
                      <a:ext uri="{FF2B5EF4-FFF2-40B4-BE49-F238E27FC236}">
                        <a16:creationId xmlns:a16="http://schemas.microsoft.com/office/drawing/2014/main" id="{E3EE939F-EF9A-336C-3DCE-0CE02C8025FD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5920966" y="2236206"/>
                    <a:ext cx="597529" cy="516047"/>
                  </a:xfrm>
                  <a:prstGeom prst="rect">
                    <a:avLst/>
                  </a:prstGeom>
                  <a:blipFill>
                    <a:blip r:embed="rId6"/>
                    <a:stretch>
                      <a:fillRect b="-9302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grpSp>
          <p:nvGrpSpPr>
            <p:cNvPr id="10" name="Group 9">
              <a:extLst>
                <a:ext uri="{FF2B5EF4-FFF2-40B4-BE49-F238E27FC236}">
                  <a16:creationId xmlns:a16="http://schemas.microsoft.com/office/drawing/2014/main" id="{29FEC157-82CD-9D2F-B2BE-85DDB0172B81}"/>
                </a:ext>
              </a:extLst>
            </p:cNvPr>
            <p:cNvGrpSpPr/>
            <p:nvPr/>
          </p:nvGrpSpPr>
          <p:grpSpPr>
            <a:xfrm>
              <a:off x="2874473" y="3170976"/>
              <a:ext cx="1611517" cy="516047"/>
              <a:chOff x="4906978" y="2236206"/>
              <a:chExt cx="1611517" cy="516047"/>
            </a:xfrm>
          </p:grpSpPr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1" name="Rectangle 10">
                    <a:extLst>
                      <a:ext uri="{FF2B5EF4-FFF2-40B4-BE49-F238E27FC236}">
                        <a16:creationId xmlns:a16="http://schemas.microsoft.com/office/drawing/2014/main" id="{12A7D8E5-29F2-BE76-A726-2F9DFBE2AB09}"/>
                      </a:ext>
                    </a:extLst>
                  </p:cNvPr>
                  <p:cNvSpPr/>
                  <p:nvPr/>
                </p:nvSpPr>
                <p:spPr>
                  <a:xfrm>
                    <a:off x="4906978" y="2236206"/>
                    <a:ext cx="1013988" cy="516047"/>
                  </a:xfrm>
                  <a:prstGeom prst="rect">
                    <a:avLst/>
                  </a:prstGeom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𝑇</m:t>
                          </m:r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(</m:t>
                          </m:r>
                          <m:f>
                            <m:fPr>
                              <m:ctrlP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num>
                            <m:den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den>
                          </m:f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)</m:t>
                          </m:r>
                        </m:oMath>
                      </m:oMathPara>
                    </a14:m>
                    <a:endParaRPr lang="en-US" dirty="0">
                      <a:solidFill>
                        <a:schemeClr val="bg1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11" name="Rectangle 10">
                    <a:extLst>
                      <a:ext uri="{FF2B5EF4-FFF2-40B4-BE49-F238E27FC236}">
                        <a16:creationId xmlns:a16="http://schemas.microsoft.com/office/drawing/2014/main" id="{12A7D8E5-29F2-BE76-A726-2F9DFBE2AB09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4906978" y="2236206"/>
                    <a:ext cx="1013988" cy="516047"/>
                  </a:xfrm>
                  <a:prstGeom prst="rect">
                    <a:avLst/>
                  </a:prstGeom>
                  <a:blipFill>
                    <a:blip r:embed="rId7"/>
                    <a:stretch>
                      <a:fillRect b="-9302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2" name="Rectangle 11">
                    <a:extLst>
                      <a:ext uri="{FF2B5EF4-FFF2-40B4-BE49-F238E27FC236}">
                        <a16:creationId xmlns:a16="http://schemas.microsoft.com/office/drawing/2014/main" id="{E4A8ED77-A2B3-B7F8-0184-3F0E54334FA7}"/>
                      </a:ext>
                    </a:extLst>
                  </p:cNvPr>
                  <p:cNvSpPr/>
                  <p:nvPr/>
                </p:nvSpPr>
                <p:spPr>
                  <a:xfrm>
                    <a:off x="5920966" y="2236206"/>
                    <a:ext cx="597529" cy="516047"/>
                  </a:xfrm>
                  <a:prstGeom prst="rect">
                    <a:avLst/>
                  </a:prstGeom>
                  <a:solidFill>
                    <a:schemeClr val="accent2"/>
                  </a:solidFill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f>
                            <m:fPr>
                              <m:ctrlP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num>
                            <m:den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den>
                          </m:f>
                        </m:oMath>
                      </m:oMathPara>
                    </a14:m>
                    <a:endParaRPr lang="en-US" dirty="0"/>
                  </a:p>
                </p:txBody>
              </p:sp>
            </mc:Choice>
            <mc:Fallback xmlns="">
              <p:sp>
                <p:nvSpPr>
                  <p:cNvPr id="12" name="Rectangle 11">
                    <a:extLst>
                      <a:ext uri="{FF2B5EF4-FFF2-40B4-BE49-F238E27FC236}">
                        <a16:creationId xmlns:a16="http://schemas.microsoft.com/office/drawing/2014/main" id="{E4A8ED77-A2B3-B7F8-0184-3F0E54334FA7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5920966" y="2236206"/>
                    <a:ext cx="597529" cy="516047"/>
                  </a:xfrm>
                  <a:prstGeom prst="rect">
                    <a:avLst/>
                  </a:prstGeom>
                  <a:blipFill>
                    <a:blip r:embed="rId8"/>
                    <a:stretch>
                      <a:fillRect b="-9302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grpSp>
          <p:nvGrpSpPr>
            <p:cNvPr id="13" name="Group 12">
              <a:extLst>
                <a:ext uri="{FF2B5EF4-FFF2-40B4-BE49-F238E27FC236}">
                  <a16:creationId xmlns:a16="http://schemas.microsoft.com/office/drawing/2014/main" id="{C936686F-B036-6F9A-B859-943C49FBE4AB}"/>
                </a:ext>
              </a:extLst>
            </p:cNvPr>
            <p:cNvGrpSpPr/>
            <p:nvPr/>
          </p:nvGrpSpPr>
          <p:grpSpPr>
            <a:xfrm>
              <a:off x="1561721" y="4425638"/>
              <a:ext cx="1611517" cy="516047"/>
              <a:chOff x="4906978" y="2236206"/>
              <a:chExt cx="1611517" cy="516047"/>
            </a:xfrm>
          </p:grpSpPr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4" name="Rectangle 13">
                    <a:extLst>
                      <a:ext uri="{FF2B5EF4-FFF2-40B4-BE49-F238E27FC236}">
                        <a16:creationId xmlns:a16="http://schemas.microsoft.com/office/drawing/2014/main" id="{5919E70E-C7AE-D47B-AF71-8F5ADBE2750C}"/>
                      </a:ext>
                    </a:extLst>
                  </p:cNvPr>
                  <p:cNvSpPr/>
                  <p:nvPr/>
                </p:nvSpPr>
                <p:spPr>
                  <a:xfrm>
                    <a:off x="4906978" y="2236206"/>
                    <a:ext cx="1013988" cy="516047"/>
                  </a:xfrm>
                  <a:prstGeom prst="rect">
                    <a:avLst/>
                  </a:prstGeom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𝑇</m:t>
                          </m:r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(</m:t>
                          </m:r>
                          <m:f>
                            <m:fPr>
                              <m:ctrlP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num>
                            <m:den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4</m:t>
                              </m:r>
                            </m:den>
                          </m:f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)</m:t>
                          </m:r>
                        </m:oMath>
                      </m:oMathPara>
                    </a14:m>
                    <a:endParaRPr lang="en-US" dirty="0">
                      <a:solidFill>
                        <a:schemeClr val="bg1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14" name="Rectangle 13">
                    <a:extLst>
                      <a:ext uri="{FF2B5EF4-FFF2-40B4-BE49-F238E27FC236}">
                        <a16:creationId xmlns:a16="http://schemas.microsoft.com/office/drawing/2014/main" id="{5919E70E-C7AE-D47B-AF71-8F5ADBE2750C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4906978" y="2236206"/>
                    <a:ext cx="1013988" cy="516047"/>
                  </a:xfrm>
                  <a:prstGeom prst="rect">
                    <a:avLst/>
                  </a:prstGeom>
                  <a:blipFill>
                    <a:blip r:embed="rId9"/>
                    <a:stretch>
                      <a:fillRect b="-6977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5" name="Rectangle 14">
                    <a:extLst>
                      <a:ext uri="{FF2B5EF4-FFF2-40B4-BE49-F238E27FC236}">
                        <a16:creationId xmlns:a16="http://schemas.microsoft.com/office/drawing/2014/main" id="{21C3CAD3-7707-4874-DC78-4C3275F7D8B5}"/>
                      </a:ext>
                    </a:extLst>
                  </p:cNvPr>
                  <p:cNvSpPr/>
                  <p:nvPr/>
                </p:nvSpPr>
                <p:spPr>
                  <a:xfrm>
                    <a:off x="5920966" y="2236206"/>
                    <a:ext cx="597529" cy="516047"/>
                  </a:xfrm>
                  <a:prstGeom prst="rect">
                    <a:avLst/>
                  </a:prstGeom>
                  <a:solidFill>
                    <a:schemeClr val="accent2"/>
                  </a:solidFill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f>
                            <m:fPr>
                              <m:ctrlP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num>
                            <m:den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4</m:t>
                              </m:r>
                            </m:den>
                          </m:f>
                        </m:oMath>
                      </m:oMathPara>
                    </a14:m>
                    <a:endParaRPr lang="en-US" dirty="0"/>
                  </a:p>
                </p:txBody>
              </p:sp>
            </mc:Choice>
            <mc:Fallback xmlns="">
              <p:sp>
                <p:nvSpPr>
                  <p:cNvPr id="15" name="Rectangle 14">
                    <a:extLst>
                      <a:ext uri="{FF2B5EF4-FFF2-40B4-BE49-F238E27FC236}">
                        <a16:creationId xmlns:a16="http://schemas.microsoft.com/office/drawing/2014/main" id="{21C3CAD3-7707-4874-DC78-4C3275F7D8B5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5920966" y="2236206"/>
                    <a:ext cx="597529" cy="516047"/>
                  </a:xfrm>
                  <a:prstGeom prst="rect">
                    <a:avLst/>
                  </a:prstGeom>
                  <a:blipFill>
                    <a:blip r:embed="rId10"/>
                    <a:stretch>
                      <a:fillRect b="-6977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grpSp>
          <p:nvGrpSpPr>
            <p:cNvPr id="16" name="Group 15">
              <a:extLst>
                <a:ext uri="{FF2B5EF4-FFF2-40B4-BE49-F238E27FC236}">
                  <a16:creationId xmlns:a16="http://schemas.microsoft.com/office/drawing/2014/main" id="{BA6F74C0-45CE-43E0-311C-6925147DCACF}"/>
                </a:ext>
              </a:extLst>
            </p:cNvPr>
            <p:cNvGrpSpPr/>
            <p:nvPr/>
          </p:nvGrpSpPr>
          <p:grpSpPr>
            <a:xfrm>
              <a:off x="3878992" y="4425635"/>
              <a:ext cx="1611517" cy="516047"/>
              <a:chOff x="4906978" y="2236206"/>
              <a:chExt cx="1611517" cy="516047"/>
            </a:xfrm>
          </p:grpSpPr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7" name="Rectangle 16">
                    <a:extLst>
                      <a:ext uri="{FF2B5EF4-FFF2-40B4-BE49-F238E27FC236}">
                        <a16:creationId xmlns:a16="http://schemas.microsoft.com/office/drawing/2014/main" id="{3AE3DBD8-C2C7-D88F-A9C4-3941709AE6FD}"/>
                      </a:ext>
                    </a:extLst>
                  </p:cNvPr>
                  <p:cNvSpPr/>
                  <p:nvPr/>
                </p:nvSpPr>
                <p:spPr>
                  <a:xfrm>
                    <a:off x="4906978" y="2236206"/>
                    <a:ext cx="1013988" cy="516047"/>
                  </a:xfrm>
                  <a:prstGeom prst="rect">
                    <a:avLst/>
                  </a:prstGeom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𝑇</m:t>
                          </m:r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(</m:t>
                          </m:r>
                          <m:f>
                            <m:fPr>
                              <m:ctrlP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num>
                            <m:den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4</m:t>
                              </m:r>
                            </m:den>
                          </m:f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)</m:t>
                          </m:r>
                        </m:oMath>
                      </m:oMathPara>
                    </a14:m>
                    <a:endParaRPr lang="en-US" dirty="0">
                      <a:solidFill>
                        <a:schemeClr val="bg1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17" name="Rectangle 16">
                    <a:extLst>
                      <a:ext uri="{FF2B5EF4-FFF2-40B4-BE49-F238E27FC236}">
                        <a16:creationId xmlns:a16="http://schemas.microsoft.com/office/drawing/2014/main" id="{3AE3DBD8-C2C7-D88F-A9C4-3941709AE6FD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4906978" y="2236206"/>
                    <a:ext cx="1013988" cy="516047"/>
                  </a:xfrm>
                  <a:prstGeom prst="rect">
                    <a:avLst/>
                  </a:prstGeom>
                  <a:blipFill>
                    <a:blip r:embed="rId11"/>
                    <a:stretch>
                      <a:fillRect b="-6977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8" name="Rectangle 17">
                    <a:extLst>
                      <a:ext uri="{FF2B5EF4-FFF2-40B4-BE49-F238E27FC236}">
                        <a16:creationId xmlns:a16="http://schemas.microsoft.com/office/drawing/2014/main" id="{B54DECBB-86A7-EB07-05D7-5824D4A2DDD9}"/>
                      </a:ext>
                    </a:extLst>
                  </p:cNvPr>
                  <p:cNvSpPr/>
                  <p:nvPr/>
                </p:nvSpPr>
                <p:spPr>
                  <a:xfrm>
                    <a:off x="5920966" y="2236206"/>
                    <a:ext cx="597529" cy="516047"/>
                  </a:xfrm>
                  <a:prstGeom prst="rect">
                    <a:avLst/>
                  </a:prstGeom>
                  <a:solidFill>
                    <a:schemeClr val="accent2"/>
                  </a:solidFill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f>
                            <m:fPr>
                              <m:ctrlP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num>
                            <m:den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4</m:t>
                              </m:r>
                            </m:den>
                          </m:f>
                        </m:oMath>
                      </m:oMathPara>
                    </a14:m>
                    <a:endParaRPr lang="en-US" dirty="0"/>
                  </a:p>
                </p:txBody>
              </p:sp>
            </mc:Choice>
            <mc:Fallback xmlns="">
              <p:sp>
                <p:nvSpPr>
                  <p:cNvPr id="18" name="Rectangle 17">
                    <a:extLst>
                      <a:ext uri="{FF2B5EF4-FFF2-40B4-BE49-F238E27FC236}">
                        <a16:creationId xmlns:a16="http://schemas.microsoft.com/office/drawing/2014/main" id="{B54DECBB-86A7-EB07-05D7-5824D4A2DDD9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5920966" y="2236206"/>
                    <a:ext cx="597529" cy="516047"/>
                  </a:xfrm>
                  <a:prstGeom prst="rect">
                    <a:avLst/>
                  </a:prstGeom>
                  <a:blipFill>
                    <a:blip r:embed="rId12"/>
                    <a:stretch>
                      <a:fillRect b="-6977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grpSp>
          <p:nvGrpSpPr>
            <p:cNvPr id="19" name="Group 18">
              <a:extLst>
                <a:ext uri="{FF2B5EF4-FFF2-40B4-BE49-F238E27FC236}">
                  <a16:creationId xmlns:a16="http://schemas.microsoft.com/office/drawing/2014/main" id="{4BB59884-15AC-BC01-483F-4C973BAEF4DF}"/>
                </a:ext>
              </a:extLst>
            </p:cNvPr>
            <p:cNvGrpSpPr/>
            <p:nvPr/>
          </p:nvGrpSpPr>
          <p:grpSpPr>
            <a:xfrm>
              <a:off x="6103543" y="4425635"/>
              <a:ext cx="1611517" cy="516047"/>
              <a:chOff x="4906978" y="2236206"/>
              <a:chExt cx="1611517" cy="516047"/>
            </a:xfrm>
          </p:grpSpPr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0" name="Rectangle 19">
                    <a:extLst>
                      <a:ext uri="{FF2B5EF4-FFF2-40B4-BE49-F238E27FC236}">
                        <a16:creationId xmlns:a16="http://schemas.microsoft.com/office/drawing/2014/main" id="{4DAAE605-D95E-2E08-AE5A-CA569E3442E4}"/>
                      </a:ext>
                    </a:extLst>
                  </p:cNvPr>
                  <p:cNvSpPr/>
                  <p:nvPr/>
                </p:nvSpPr>
                <p:spPr>
                  <a:xfrm>
                    <a:off x="4906978" y="2236206"/>
                    <a:ext cx="1013988" cy="516047"/>
                  </a:xfrm>
                  <a:prstGeom prst="rect">
                    <a:avLst/>
                  </a:prstGeom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𝑇</m:t>
                          </m:r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(</m:t>
                          </m:r>
                          <m:f>
                            <m:fPr>
                              <m:ctrlP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num>
                            <m:den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4</m:t>
                              </m:r>
                            </m:den>
                          </m:f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)</m:t>
                          </m:r>
                        </m:oMath>
                      </m:oMathPara>
                    </a14:m>
                    <a:endParaRPr lang="en-US" dirty="0">
                      <a:solidFill>
                        <a:schemeClr val="bg1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20" name="Rectangle 19">
                    <a:extLst>
                      <a:ext uri="{FF2B5EF4-FFF2-40B4-BE49-F238E27FC236}">
                        <a16:creationId xmlns:a16="http://schemas.microsoft.com/office/drawing/2014/main" id="{4DAAE605-D95E-2E08-AE5A-CA569E3442E4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4906978" y="2236206"/>
                    <a:ext cx="1013988" cy="516047"/>
                  </a:xfrm>
                  <a:prstGeom prst="rect">
                    <a:avLst/>
                  </a:prstGeom>
                  <a:blipFill>
                    <a:blip r:embed="rId13"/>
                    <a:stretch>
                      <a:fillRect b="-6977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1" name="Rectangle 20">
                    <a:extLst>
                      <a:ext uri="{FF2B5EF4-FFF2-40B4-BE49-F238E27FC236}">
                        <a16:creationId xmlns:a16="http://schemas.microsoft.com/office/drawing/2014/main" id="{6A2F7495-23E4-6ED3-0D51-CF9E51D6C20C}"/>
                      </a:ext>
                    </a:extLst>
                  </p:cNvPr>
                  <p:cNvSpPr/>
                  <p:nvPr/>
                </p:nvSpPr>
                <p:spPr>
                  <a:xfrm>
                    <a:off x="5920966" y="2236206"/>
                    <a:ext cx="597529" cy="516047"/>
                  </a:xfrm>
                  <a:prstGeom prst="rect">
                    <a:avLst/>
                  </a:prstGeom>
                  <a:solidFill>
                    <a:schemeClr val="accent2"/>
                  </a:solidFill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f>
                            <m:fPr>
                              <m:ctrlP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num>
                            <m:den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4</m:t>
                              </m:r>
                            </m:den>
                          </m:f>
                        </m:oMath>
                      </m:oMathPara>
                    </a14:m>
                    <a:endParaRPr lang="en-US" dirty="0"/>
                  </a:p>
                </p:txBody>
              </p:sp>
            </mc:Choice>
            <mc:Fallback xmlns="">
              <p:sp>
                <p:nvSpPr>
                  <p:cNvPr id="21" name="Rectangle 20">
                    <a:extLst>
                      <a:ext uri="{FF2B5EF4-FFF2-40B4-BE49-F238E27FC236}">
                        <a16:creationId xmlns:a16="http://schemas.microsoft.com/office/drawing/2014/main" id="{6A2F7495-23E4-6ED3-0D51-CF9E51D6C20C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5920966" y="2236206"/>
                    <a:ext cx="597529" cy="516047"/>
                  </a:xfrm>
                  <a:prstGeom prst="rect">
                    <a:avLst/>
                  </a:prstGeom>
                  <a:blipFill>
                    <a:blip r:embed="rId14"/>
                    <a:stretch>
                      <a:fillRect b="-6977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grpSp>
          <p:nvGrpSpPr>
            <p:cNvPr id="22" name="Group 21">
              <a:extLst>
                <a:ext uri="{FF2B5EF4-FFF2-40B4-BE49-F238E27FC236}">
                  <a16:creationId xmlns:a16="http://schemas.microsoft.com/office/drawing/2014/main" id="{39A07946-6E14-9E70-C915-24DF97C18AF6}"/>
                </a:ext>
              </a:extLst>
            </p:cNvPr>
            <p:cNvGrpSpPr/>
            <p:nvPr/>
          </p:nvGrpSpPr>
          <p:grpSpPr>
            <a:xfrm>
              <a:off x="8255090" y="4425635"/>
              <a:ext cx="1611517" cy="516047"/>
              <a:chOff x="4906978" y="2236206"/>
              <a:chExt cx="1611517" cy="516047"/>
            </a:xfrm>
          </p:grpSpPr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3" name="Rectangle 22">
                    <a:extLst>
                      <a:ext uri="{FF2B5EF4-FFF2-40B4-BE49-F238E27FC236}">
                        <a16:creationId xmlns:a16="http://schemas.microsoft.com/office/drawing/2014/main" id="{47BA9844-9226-8483-1750-714051E2E74B}"/>
                      </a:ext>
                    </a:extLst>
                  </p:cNvPr>
                  <p:cNvSpPr/>
                  <p:nvPr/>
                </p:nvSpPr>
                <p:spPr>
                  <a:xfrm>
                    <a:off x="4906978" y="2236206"/>
                    <a:ext cx="1013988" cy="516047"/>
                  </a:xfrm>
                  <a:prstGeom prst="rect">
                    <a:avLst/>
                  </a:prstGeom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𝑇</m:t>
                          </m:r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(</m:t>
                          </m:r>
                          <m:f>
                            <m:fPr>
                              <m:ctrlP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num>
                            <m:den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4</m:t>
                              </m:r>
                            </m:den>
                          </m:f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)</m:t>
                          </m:r>
                        </m:oMath>
                      </m:oMathPara>
                    </a14:m>
                    <a:endParaRPr lang="en-US" dirty="0">
                      <a:solidFill>
                        <a:schemeClr val="bg1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23" name="Rectangle 22">
                    <a:extLst>
                      <a:ext uri="{FF2B5EF4-FFF2-40B4-BE49-F238E27FC236}">
                        <a16:creationId xmlns:a16="http://schemas.microsoft.com/office/drawing/2014/main" id="{47BA9844-9226-8483-1750-714051E2E74B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4906978" y="2236206"/>
                    <a:ext cx="1013988" cy="516047"/>
                  </a:xfrm>
                  <a:prstGeom prst="rect">
                    <a:avLst/>
                  </a:prstGeom>
                  <a:blipFill>
                    <a:blip r:embed="rId15"/>
                    <a:stretch>
                      <a:fillRect b="-6977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4" name="Rectangle 23">
                    <a:extLst>
                      <a:ext uri="{FF2B5EF4-FFF2-40B4-BE49-F238E27FC236}">
                        <a16:creationId xmlns:a16="http://schemas.microsoft.com/office/drawing/2014/main" id="{D5415750-9BB6-9E49-40AC-53F9308387A5}"/>
                      </a:ext>
                    </a:extLst>
                  </p:cNvPr>
                  <p:cNvSpPr/>
                  <p:nvPr/>
                </p:nvSpPr>
                <p:spPr>
                  <a:xfrm>
                    <a:off x="5920966" y="2236206"/>
                    <a:ext cx="597529" cy="516047"/>
                  </a:xfrm>
                  <a:prstGeom prst="rect">
                    <a:avLst/>
                  </a:prstGeom>
                  <a:solidFill>
                    <a:schemeClr val="accent2"/>
                  </a:solidFill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f>
                            <m:fPr>
                              <m:ctrlP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num>
                            <m:den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4</m:t>
                              </m:r>
                            </m:den>
                          </m:f>
                        </m:oMath>
                      </m:oMathPara>
                    </a14:m>
                    <a:endParaRPr lang="en-US" dirty="0"/>
                  </a:p>
                </p:txBody>
              </p:sp>
            </mc:Choice>
            <mc:Fallback xmlns="">
              <p:sp>
                <p:nvSpPr>
                  <p:cNvPr id="24" name="Rectangle 23">
                    <a:extLst>
                      <a:ext uri="{FF2B5EF4-FFF2-40B4-BE49-F238E27FC236}">
                        <a16:creationId xmlns:a16="http://schemas.microsoft.com/office/drawing/2014/main" id="{D5415750-9BB6-9E49-40AC-53F9308387A5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5920966" y="2236206"/>
                    <a:ext cx="597529" cy="516047"/>
                  </a:xfrm>
                  <a:prstGeom prst="rect">
                    <a:avLst/>
                  </a:prstGeom>
                  <a:blipFill>
                    <a:blip r:embed="rId16"/>
                    <a:stretch>
                      <a:fillRect b="-6977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grpSp>
          <p:nvGrpSpPr>
            <p:cNvPr id="25" name="Group 24">
              <a:extLst>
                <a:ext uri="{FF2B5EF4-FFF2-40B4-BE49-F238E27FC236}">
                  <a16:creationId xmlns:a16="http://schemas.microsoft.com/office/drawing/2014/main" id="{0629B35A-9CE2-09B4-3606-D4590530A228}"/>
                </a:ext>
              </a:extLst>
            </p:cNvPr>
            <p:cNvGrpSpPr/>
            <p:nvPr/>
          </p:nvGrpSpPr>
          <p:grpSpPr>
            <a:xfrm>
              <a:off x="440858" y="6151076"/>
              <a:ext cx="1611517" cy="516047"/>
              <a:chOff x="4906978" y="2236206"/>
              <a:chExt cx="1611517" cy="516047"/>
            </a:xfrm>
          </p:grpSpPr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6" name="Rectangle 25">
                    <a:extLst>
                      <a:ext uri="{FF2B5EF4-FFF2-40B4-BE49-F238E27FC236}">
                        <a16:creationId xmlns:a16="http://schemas.microsoft.com/office/drawing/2014/main" id="{520E891D-25AB-C9EC-B576-3B2A55B51851}"/>
                      </a:ext>
                    </a:extLst>
                  </p:cNvPr>
                  <p:cNvSpPr/>
                  <p:nvPr/>
                </p:nvSpPr>
                <p:spPr>
                  <a:xfrm>
                    <a:off x="4906978" y="2236206"/>
                    <a:ext cx="1013988" cy="516047"/>
                  </a:xfrm>
                  <a:prstGeom prst="rect">
                    <a:avLst/>
                  </a:prstGeom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𝑇</m:t>
                          </m:r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(1)</m:t>
                          </m:r>
                        </m:oMath>
                      </m:oMathPara>
                    </a14:m>
                    <a:endParaRPr lang="en-US" dirty="0">
                      <a:solidFill>
                        <a:schemeClr val="bg1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26" name="Rectangle 25">
                    <a:extLst>
                      <a:ext uri="{FF2B5EF4-FFF2-40B4-BE49-F238E27FC236}">
                        <a16:creationId xmlns:a16="http://schemas.microsoft.com/office/drawing/2014/main" id="{520E891D-25AB-C9EC-B576-3B2A55B51851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4906978" y="2236206"/>
                    <a:ext cx="1013988" cy="516047"/>
                  </a:xfrm>
                  <a:prstGeom prst="rect">
                    <a:avLst/>
                  </a:prstGeom>
                  <a:blipFill>
                    <a:blip r:embed="rId17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7" name="Rectangle 26">
                    <a:extLst>
                      <a:ext uri="{FF2B5EF4-FFF2-40B4-BE49-F238E27FC236}">
                        <a16:creationId xmlns:a16="http://schemas.microsoft.com/office/drawing/2014/main" id="{3BCA4EA1-38DB-8420-C21C-81EBB7E7C699}"/>
                      </a:ext>
                    </a:extLst>
                  </p:cNvPr>
                  <p:cNvSpPr/>
                  <p:nvPr/>
                </p:nvSpPr>
                <p:spPr>
                  <a:xfrm>
                    <a:off x="5920966" y="2236206"/>
                    <a:ext cx="597529" cy="516047"/>
                  </a:xfrm>
                  <a:prstGeom prst="rect">
                    <a:avLst/>
                  </a:prstGeom>
                  <a:solidFill>
                    <a:schemeClr val="accent2"/>
                  </a:solidFill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oMath>
                      </m:oMathPara>
                    </a14:m>
                    <a:endParaRPr lang="en-US" dirty="0"/>
                  </a:p>
                </p:txBody>
              </p:sp>
            </mc:Choice>
            <mc:Fallback xmlns="">
              <p:sp>
                <p:nvSpPr>
                  <p:cNvPr id="27" name="Rectangle 26">
                    <a:extLst>
                      <a:ext uri="{FF2B5EF4-FFF2-40B4-BE49-F238E27FC236}">
                        <a16:creationId xmlns:a16="http://schemas.microsoft.com/office/drawing/2014/main" id="{3BCA4EA1-38DB-8420-C21C-81EBB7E7C699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5920966" y="2236206"/>
                    <a:ext cx="597529" cy="516047"/>
                  </a:xfrm>
                  <a:prstGeom prst="rect">
                    <a:avLst/>
                  </a:prstGeom>
                  <a:blipFill>
                    <a:blip r:embed="rId18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grpSp>
          <p:nvGrpSpPr>
            <p:cNvPr id="28" name="Group 27">
              <a:extLst>
                <a:ext uri="{FF2B5EF4-FFF2-40B4-BE49-F238E27FC236}">
                  <a16:creationId xmlns:a16="http://schemas.microsoft.com/office/drawing/2014/main" id="{AB670286-1C95-A916-6D1B-76629B29510A}"/>
                </a:ext>
              </a:extLst>
            </p:cNvPr>
            <p:cNvGrpSpPr/>
            <p:nvPr/>
          </p:nvGrpSpPr>
          <p:grpSpPr>
            <a:xfrm>
              <a:off x="2367479" y="6151075"/>
              <a:ext cx="1611517" cy="516047"/>
              <a:chOff x="4906978" y="2236206"/>
              <a:chExt cx="1611517" cy="516047"/>
            </a:xfrm>
          </p:grpSpPr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9" name="Rectangle 28">
                    <a:extLst>
                      <a:ext uri="{FF2B5EF4-FFF2-40B4-BE49-F238E27FC236}">
                        <a16:creationId xmlns:a16="http://schemas.microsoft.com/office/drawing/2014/main" id="{DDD6A628-100F-6F57-01B0-0A8370D9C64E}"/>
                      </a:ext>
                    </a:extLst>
                  </p:cNvPr>
                  <p:cNvSpPr/>
                  <p:nvPr/>
                </p:nvSpPr>
                <p:spPr>
                  <a:xfrm>
                    <a:off x="4906978" y="2236206"/>
                    <a:ext cx="1013988" cy="516047"/>
                  </a:xfrm>
                  <a:prstGeom prst="rect">
                    <a:avLst/>
                  </a:prstGeom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𝑇</m:t>
                          </m:r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(1)</m:t>
                          </m:r>
                        </m:oMath>
                      </m:oMathPara>
                    </a14:m>
                    <a:endParaRPr lang="en-US" dirty="0">
                      <a:solidFill>
                        <a:schemeClr val="bg1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29" name="Rectangle 28">
                    <a:extLst>
                      <a:ext uri="{FF2B5EF4-FFF2-40B4-BE49-F238E27FC236}">
                        <a16:creationId xmlns:a16="http://schemas.microsoft.com/office/drawing/2014/main" id="{DDD6A628-100F-6F57-01B0-0A8370D9C64E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4906978" y="2236206"/>
                    <a:ext cx="1013988" cy="516047"/>
                  </a:xfrm>
                  <a:prstGeom prst="rect">
                    <a:avLst/>
                  </a:prstGeom>
                  <a:blipFill>
                    <a:blip r:embed="rId19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30" name="Rectangle 29">
                    <a:extLst>
                      <a:ext uri="{FF2B5EF4-FFF2-40B4-BE49-F238E27FC236}">
                        <a16:creationId xmlns:a16="http://schemas.microsoft.com/office/drawing/2014/main" id="{9CF23FF0-0598-8723-3516-BD8CD4DDACB4}"/>
                      </a:ext>
                    </a:extLst>
                  </p:cNvPr>
                  <p:cNvSpPr/>
                  <p:nvPr/>
                </p:nvSpPr>
                <p:spPr>
                  <a:xfrm>
                    <a:off x="5920966" y="2236206"/>
                    <a:ext cx="597529" cy="516047"/>
                  </a:xfrm>
                  <a:prstGeom prst="rect">
                    <a:avLst/>
                  </a:prstGeom>
                  <a:solidFill>
                    <a:schemeClr val="accent2"/>
                  </a:solidFill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oMath>
                      </m:oMathPara>
                    </a14:m>
                    <a:endParaRPr lang="en-US" dirty="0"/>
                  </a:p>
                </p:txBody>
              </p:sp>
            </mc:Choice>
            <mc:Fallback xmlns="">
              <p:sp>
                <p:nvSpPr>
                  <p:cNvPr id="30" name="Rectangle 29">
                    <a:extLst>
                      <a:ext uri="{FF2B5EF4-FFF2-40B4-BE49-F238E27FC236}">
                        <a16:creationId xmlns:a16="http://schemas.microsoft.com/office/drawing/2014/main" id="{9CF23FF0-0598-8723-3516-BD8CD4DDACB4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5920966" y="2236206"/>
                    <a:ext cx="597529" cy="516047"/>
                  </a:xfrm>
                  <a:prstGeom prst="rect">
                    <a:avLst/>
                  </a:prstGeom>
                  <a:blipFill>
                    <a:blip r:embed="rId20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grpSp>
          <p:nvGrpSpPr>
            <p:cNvPr id="31" name="Group 30">
              <a:extLst>
                <a:ext uri="{FF2B5EF4-FFF2-40B4-BE49-F238E27FC236}">
                  <a16:creationId xmlns:a16="http://schemas.microsoft.com/office/drawing/2014/main" id="{E598CEB0-42E7-FE05-EFD1-93F3F19C002C}"/>
                </a:ext>
              </a:extLst>
            </p:cNvPr>
            <p:cNvGrpSpPr/>
            <p:nvPr/>
          </p:nvGrpSpPr>
          <p:grpSpPr>
            <a:xfrm>
              <a:off x="4395455" y="6151074"/>
              <a:ext cx="1611517" cy="516047"/>
              <a:chOff x="4906978" y="2236206"/>
              <a:chExt cx="1611517" cy="516047"/>
            </a:xfrm>
          </p:grpSpPr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32" name="Rectangle 31">
                    <a:extLst>
                      <a:ext uri="{FF2B5EF4-FFF2-40B4-BE49-F238E27FC236}">
                        <a16:creationId xmlns:a16="http://schemas.microsoft.com/office/drawing/2014/main" id="{00459762-8712-C53D-1A1D-9F6F14ACEBF2}"/>
                      </a:ext>
                    </a:extLst>
                  </p:cNvPr>
                  <p:cNvSpPr/>
                  <p:nvPr/>
                </p:nvSpPr>
                <p:spPr>
                  <a:xfrm>
                    <a:off x="4906978" y="2236206"/>
                    <a:ext cx="1013988" cy="516047"/>
                  </a:xfrm>
                  <a:prstGeom prst="rect">
                    <a:avLst/>
                  </a:prstGeom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𝑇</m:t>
                          </m:r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(1)</m:t>
                          </m:r>
                        </m:oMath>
                      </m:oMathPara>
                    </a14:m>
                    <a:endParaRPr lang="en-US" dirty="0">
                      <a:solidFill>
                        <a:schemeClr val="bg1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32" name="Rectangle 31">
                    <a:extLst>
                      <a:ext uri="{FF2B5EF4-FFF2-40B4-BE49-F238E27FC236}">
                        <a16:creationId xmlns:a16="http://schemas.microsoft.com/office/drawing/2014/main" id="{00459762-8712-C53D-1A1D-9F6F14ACEBF2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4906978" y="2236206"/>
                    <a:ext cx="1013988" cy="516047"/>
                  </a:xfrm>
                  <a:prstGeom prst="rect">
                    <a:avLst/>
                  </a:prstGeom>
                  <a:blipFill>
                    <a:blip r:embed="rId21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33" name="Rectangle 32">
                    <a:extLst>
                      <a:ext uri="{FF2B5EF4-FFF2-40B4-BE49-F238E27FC236}">
                        <a16:creationId xmlns:a16="http://schemas.microsoft.com/office/drawing/2014/main" id="{326153C5-B855-23F8-83A2-84996C3450BB}"/>
                      </a:ext>
                    </a:extLst>
                  </p:cNvPr>
                  <p:cNvSpPr/>
                  <p:nvPr/>
                </p:nvSpPr>
                <p:spPr>
                  <a:xfrm>
                    <a:off x="5920966" y="2236206"/>
                    <a:ext cx="597529" cy="516047"/>
                  </a:xfrm>
                  <a:prstGeom prst="rect">
                    <a:avLst/>
                  </a:prstGeom>
                  <a:solidFill>
                    <a:schemeClr val="accent2"/>
                  </a:solidFill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oMath>
                      </m:oMathPara>
                    </a14:m>
                    <a:endParaRPr lang="en-US" dirty="0"/>
                  </a:p>
                </p:txBody>
              </p:sp>
            </mc:Choice>
            <mc:Fallback xmlns="">
              <p:sp>
                <p:nvSpPr>
                  <p:cNvPr id="33" name="Rectangle 32">
                    <a:extLst>
                      <a:ext uri="{FF2B5EF4-FFF2-40B4-BE49-F238E27FC236}">
                        <a16:creationId xmlns:a16="http://schemas.microsoft.com/office/drawing/2014/main" id="{326153C5-B855-23F8-83A2-84996C3450BB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5920966" y="2236206"/>
                    <a:ext cx="597529" cy="516047"/>
                  </a:xfrm>
                  <a:prstGeom prst="rect">
                    <a:avLst/>
                  </a:prstGeom>
                  <a:blipFill>
                    <a:blip r:embed="rId22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grpSp>
          <p:nvGrpSpPr>
            <p:cNvPr id="34" name="Group 33">
              <a:extLst>
                <a:ext uri="{FF2B5EF4-FFF2-40B4-BE49-F238E27FC236}">
                  <a16:creationId xmlns:a16="http://schemas.microsoft.com/office/drawing/2014/main" id="{E80DE2B8-4BC4-4B7D-704E-2F359410B642}"/>
                </a:ext>
              </a:extLst>
            </p:cNvPr>
            <p:cNvGrpSpPr/>
            <p:nvPr/>
          </p:nvGrpSpPr>
          <p:grpSpPr>
            <a:xfrm>
              <a:off x="9018762" y="6151073"/>
              <a:ext cx="1611517" cy="516047"/>
              <a:chOff x="4906978" y="2236206"/>
              <a:chExt cx="1611517" cy="516047"/>
            </a:xfrm>
          </p:grpSpPr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35" name="Rectangle 34">
                    <a:extLst>
                      <a:ext uri="{FF2B5EF4-FFF2-40B4-BE49-F238E27FC236}">
                        <a16:creationId xmlns:a16="http://schemas.microsoft.com/office/drawing/2014/main" id="{BDF0FC44-ADA9-996F-5B48-C0AAD3F26E88}"/>
                      </a:ext>
                    </a:extLst>
                  </p:cNvPr>
                  <p:cNvSpPr/>
                  <p:nvPr/>
                </p:nvSpPr>
                <p:spPr>
                  <a:xfrm>
                    <a:off x="4906978" y="2236206"/>
                    <a:ext cx="1013988" cy="516047"/>
                  </a:xfrm>
                  <a:prstGeom prst="rect">
                    <a:avLst/>
                  </a:prstGeom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𝑇</m:t>
                          </m:r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(1)</m:t>
                          </m:r>
                        </m:oMath>
                      </m:oMathPara>
                    </a14:m>
                    <a:endParaRPr lang="en-US" dirty="0">
                      <a:solidFill>
                        <a:schemeClr val="bg1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35" name="Rectangle 34">
                    <a:extLst>
                      <a:ext uri="{FF2B5EF4-FFF2-40B4-BE49-F238E27FC236}">
                        <a16:creationId xmlns:a16="http://schemas.microsoft.com/office/drawing/2014/main" id="{BDF0FC44-ADA9-996F-5B48-C0AAD3F26E88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4906978" y="2236206"/>
                    <a:ext cx="1013988" cy="516047"/>
                  </a:xfrm>
                  <a:prstGeom prst="rect">
                    <a:avLst/>
                  </a:prstGeom>
                  <a:blipFill>
                    <a:blip r:embed="rId23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36" name="Rectangle 35">
                    <a:extLst>
                      <a:ext uri="{FF2B5EF4-FFF2-40B4-BE49-F238E27FC236}">
                        <a16:creationId xmlns:a16="http://schemas.microsoft.com/office/drawing/2014/main" id="{CE254F3B-B526-B23D-0CD9-29501733314E}"/>
                      </a:ext>
                    </a:extLst>
                  </p:cNvPr>
                  <p:cNvSpPr/>
                  <p:nvPr/>
                </p:nvSpPr>
                <p:spPr>
                  <a:xfrm>
                    <a:off x="5920966" y="2236206"/>
                    <a:ext cx="597529" cy="516047"/>
                  </a:xfrm>
                  <a:prstGeom prst="rect">
                    <a:avLst/>
                  </a:prstGeom>
                  <a:solidFill>
                    <a:schemeClr val="accent2"/>
                  </a:solidFill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oMath>
                      </m:oMathPara>
                    </a14:m>
                    <a:endParaRPr lang="en-US" dirty="0"/>
                  </a:p>
                </p:txBody>
              </p:sp>
            </mc:Choice>
            <mc:Fallback xmlns="">
              <p:sp>
                <p:nvSpPr>
                  <p:cNvPr id="36" name="Rectangle 35">
                    <a:extLst>
                      <a:ext uri="{FF2B5EF4-FFF2-40B4-BE49-F238E27FC236}">
                        <a16:creationId xmlns:a16="http://schemas.microsoft.com/office/drawing/2014/main" id="{CE254F3B-B526-B23D-0CD9-29501733314E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5920966" y="2236206"/>
                    <a:ext cx="597529" cy="516047"/>
                  </a:xfrm>
                  <a:prstGeom prst="rect">
                    <a:avLst/>
                  </a:prstGeom>
                  <a:blipFill>
                    <a:blip r:embed="rId24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cxnSp>
          <p:nvCxnSpPr>
            <p:cNvPr id="38" name="Straight Connector 37">
              <a:extLst>
                <a:ext uri="{FF2B5EF4-FFF2-40B4-BE49-F238E27FC236}">
                  <a16:creationId xmlns:a16="http://schemas.microsoft.com/office/drawing/2014/main" id="{076FB56E-0F39-9E30-B221-9CA68F15D41B}"/>
                </a:ext>
              </a:extLst>
            </p:cNvPr>
            <p:cNvCxnSpPr>
              <a:stCxn id="3" idx="2"/>
              <a:endCxn id="11" idx="0"/>
            </p:cNvCxnSpPr>
            <p:nvPr/>
          </p:nvCxnSpPr>
          <p:spPr>
            <a:xfrm flipH="1">
              <a:off x="3381467" y="2693026"/>
              <a:ext cx="1836345" cy="47795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" name="Straight Connector 38">
              <a:extLst>
                <a:ext uri="{FF2B5EF4-FFF2-40B4-BE49-F238E27FC236}">
                  <a16:creationId xmlns:a16="http://schemas.microsoft.com/office/drawing/2014/main" id="{4EDFCF79-FC1C-CB28-84CC-13F9D4E90064}"/>
                </a:ext>
              </a:extLst>
            </p:cNvPr>
            <p:cNvCxnSpPr>
              <a:cxnSpLocks/>
              <a:stCxn id="3" idx="2"/>
              <a:endCxn id="8" idx="0"/>
            </p:cNvCxnSpPr>
            <p:nvPr/>
          </p:nvCxnSpPr>
          <p:spPr>
            <a:xfrm>
              <a:off x="5217812" y="2693026"/>
              <a:ext cx="1946079" cy="47795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" name="Straight Connector 41">
              <a:extLst>
                <a:ext uri="{FF2B5EF4-FFF2-40B4-BE49-F238E27FC236}">
                  <a16:creationId xmlns:a16="http://schemas.microsoft.com/office/drawing/2014/main" id="{B7ABF9E5-C52A-354A-CA7D-9E7F63DAC2BE}"/>
                </a:ext>
              </a:extLst>
            </p:cNvPr>
            <p:cNvCxnSpPr>
              <a:cxnSpLocks/>
              <a:stCxn id="11" idx="2"/>
              <a:endCxn id="14" idx="0"/>
            </p:cNvCxnSpPr>
            <p:nvPr/>
          </p:nvCxnSpPr>
          <p:spPr>
            <a:xfrm flipH="1">
              <a:off x="2068715" y="3687023"/>
              <a:ext cx="1312752" cy="738615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5" name="Straight Connector 44">
              <a:extLst>
                <a:ext uri="{FF2B5EF4-FFF2-40B4-BE49-F238E27FC236}">
                  <a16:creationId xmlns:a16="http://schemas.microsoft.com/office/drawing/2014/main" id="{F200E0F9-16F6-6BD3-CFCF-86C1A657B722}"/>
                </a:ext>
              </a:extLst>
            </p:cNvPr>
            <p:cNvCxnSpPr>
              <a:cxnSpLocks/>
              <a:stCxn id="11" idx="2"/>
              <a:endCxn id="17" idx="0"/>
            </p:cNvCxnSpPr>
            <p:nvPr/>
          </p:nvCxnSpPr>
          <p:spPr>
            <a:xfrm>
              <a:off x="3381467" y="3687023"/>
              <a:ext cx="1004519" cy="738612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8" name="Straight Connector 47">
              <a:extLst>
                <a:ext uri="{FF2B5EF4-FFF2-40B4-BE49-F238E27FC236}">
                  <a16:creationId xmlns:a16="http://schemas.microsoft.com/office/drawing/2014/main" id="{9F241825-0494-65C9-4AA9-46645E04CAED}"/>
                </a:ext>
              </a:extLst>
            </p:cNvPr>
            <p:cNvCxnSpPr>
              <a:cxnSpLocks/>
              <a:stCxn id="8" idx="2"/>
              <a:endCxn id="20" idx="0"/>
            </p:cNvCxnSpPr>
            <p:nvPr/>
          </p:nvCxnSpPr>
          <p:spPr>
            <a:xfrm flipH="1">
              <a:off x="6610537" y="3687023"/>
              <a:ext cx="553354" cy="738612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1" name="Straight Connector 50">
              <a:extLst>
                <a:ext uri="{FF2B5EF4-FFF2-40B4-BE49-F238E27FC236}">
                  <a16:creationId xmlns:a16="http://schemas.microsoft.com/office/drawing/2014/main" id="{3E6930B9-B6C7-4F8F-44A9-05BCA13A959F}"/>
                </a:ext>
              </a:extLst>
            </p:cNvPr>
            <p:cNvCxnSpPr>
              <a:cxnSpLocks/>
              <a:stCxn id="8" idx="2"/>
              <a:endCxn id="23" idx="0"/>
            </p:cNvCxnSpPr>
            <p:nvPr/>
          </p:nvCxnSpPr>
          <p:spPr>
            <a:xfrm>
              <a:off x="7163891" y="3687023"/>
              <a:ext cx="1598193" cy="738612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54" name="TextBox 53">
              <a:extLst>
                <a:ext uri="{FF2B5EF4-FFF2-40B4-BE49-F238E27FC236}">
                  <a16:creationId xmlns:a16="http://schemas.microsoft.com/office/drawing/2014/main" id="{2C293044-CEFD-0F69-7986-0C7F88CA93AC}"/>
                </a:ext>
              </a:extLst>
            </p:cNvPr>
            <p:cNvSpPr txBox="1"/>
            <p:nvPr/>
          </p:nvSpPr>
          <p:spPr>
            <a:xfrm>
              <a:off x="2640168" y="5412460"/>
              <a:ext cx="133882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……………</a:t>
              </a:r>
            </a:p>
          </p:txBody>
        </p:sp>
        <p:sp>
          <p:nvSpPr>
            <p:cNvPr id="55" name="TextBox 54">
              <a:extLst>
                <a:ext uri="{FF2B5EF4-FFF2-40B4-BE49-F238E27FC236}">
                  <a16:creationId xmlns:a16="http://schemas.microsoft.com/office/drawing/2014/main" id="{FBA6651B-C917-8D30-1D04-795E3DC79427}"/>
                </a:ext>
              </a:extLst>
            </p:cNvPr>
            <p:cNvSpPr txBox="1"/>
            <p:nvPr/>
          </p:nvSpPr>
          <p:spPr>
            <a:xfrm>
              <a:off x="7293573" y="5369633"/>
              <a:ext cx="133882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……………</a:t>
              </a:r>
            </a:p>
          </p:txBody>
        </p:sp>
        <p:cxnSp>
          <p:nvCxnSpPr>
            <p:cNvPr id="56" name="Straight Connector 55">
              <a:extLst>
                <a:ext uri="{FF2B5EF4-FFF2-40B4-BE49-F238E27FC236}">
                  <a16:creationId xmlns:a16="http://schemas.microsoft.com/office/drawing/2014/main" id="{61155DAE-F183-2C62-6A47-7F29396D89F6}"/>
                </a:ext>
              </a:extLst>
            </p:cNvPr>
            <p:cNvCxnSpPr>
              <a:cxnSpLocks/>
              <a:endCxn id="26" idx="0"/>
            </p:cNvCxnSpPr>
            <p:nvPr/>
          </p:nvCxnSpPr>
          <p:spPr>
            <a:xfrm flipH="1">
              <a:off x="947852" y="5884752"/>
              <a:ext cx="805758" cy="266324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9" name="Straight Connector 58">
              <a:extLst>
                <a:ext uri="{FF2B5EF4-FFF2-40B4-BE49-F238E27FC236}">
                  <a16:creationId xmlns:a16="http://schemas.microsoft.com/office/drawing/2014/main" id="{1D11F390-38B1-87A4-29B1-C35227174820}"/>
                </a:ext>
              </a:extLst>
            </p:cNvPr>
            <p:cNvCxnSpPr>
              <a:cxnSpLocks/>
              <a:stCxn id="29" idx="0"/>
            </p:cNvCxnSpPr>
            <p:nvPr/>
          </p:nvCxnSpPr>
          <p:spPr>
            <a:xfrm flipH="1" flipV="1">
              <a:off x="2640168" y="5928507"/>
              <a:ext cx="234305" cy="222568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2" name="Straight Connector 61">
              <a:extLst>
                <a:ext uri="{FF2B5EF4-FFF2-40B4-BE49-F238E27FC236}">
                  <a16:creationId xmlns:a16="http://schemas.microsoft.com/office/drawing/2014/main" id="{71C26827-44EA-06DC-D408-6EC4DF306CE5}"/>
                </a:ext>
              </a:extLst>
            </p:cNvPr>
            <p:cNvCxnSpPr>
              <a:cxnSpLocks/>
              <a:stCxn id="14" idx="2"/>
            </p:cNvCxnSpPr>
            <p:nvPr/>
          </p:nvCxnSpPr>
          <p:spPr>
            <a:xfrm flipH="1">
              <a:off x="1707164" y="4941685"/>
              <a:ext cx="361551" cy="266324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913" name="Straight Connector 38912">
              <a:extLst>
                <a:ext uri="{FF2B5EF4-FFF2-40B4-BE49-F238E27FC236}">
                  <a16:creationId xmlns:a16="http://schemas.microsoft.com/office/drawing/2014/main" id="{D8D39835-00F7-69C6-A866-21795D5AAEDA}"/>
                </a:ext>
              </a:extLst>
            </p:cNvPr>
            <p:cNvCxnSpPr>
              <a:cxnSpLocks/>
              <a:stCxn id="14" idx="2"/>
            </p:cNvCxnSpPr>
            <p:nvPr/>
          </p:nvCxnSpPr>
          <p:spPr>
            <a:xfrm>
              <a:off x="2068715" y="4941685"/>
              <a:ext cx="298764" cy="262171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919" name="Straight Connector 38918">
              <a:extLst>
                <a:ext uri="{FF2B5EF4-FFF2-40B4-BE49-F238E27FC236}">
                  <a16:creationId xmlns:a16="http://schemas.microsoft.com/office/drawing/2014/main" id="{B461AD29-4341-3B85-3B92-090669403D48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050796" y="4941682"/>
              <a:ext cx="361551" cy="266324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920" name="Straight Connector 38919">
              <a:extLst>
                <a:ext uri="{FF2B5EF4-FFF2-40B4-BE49-F238E27FC236}">
                  <a16:creationId xmlns:a16="http://schemas.microsoft.com/office/drawing/2014/main" id="{46DBFED1-A16A-F3EC-4EA9-705BF31E60DF}"/>
                </a:ext>
              </a:extLst>
            </p:cNvPr>
            <p:cNvCxnSpPr>
              <a:cxnSpLocks/>
            </p:cNvCxnSpPr>
            <p:nvPr/>
          </p:nvCxnSpPr>
          <p:spPr>
            <a:xfrm>
              <a:off x="4412347" y="4941682"/>
              <a:ext cx="298764" cy="262171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921" name="Straight Connector 38920">
              <a:extLst>
                <a:ext uri="{FF2B5EF4-FFF2-40B4-BE49-F238E27FC236}">
                  <a16:creationId xmlns:a16="http://schemas.microsoft.com/office/drawing/2014/main" id="{3C1B51A7-A1CF-E021-7691-F4388C4D315E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280379" y="4941682"/>
              <a:ext cx="361551" cy="266324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922" name="Straight Connector 38921">
              <a:extLst>
                <a:ext uri="{FF2B5EF4-FFF2-40B4-BE49-F238E27FC236}">
                  <a16:creationId xmlns:a16="http://schemas.microsoft.com/office/drawing/2014/main" id="{9C7A5C9B-A6C7-BF70-CE3A-EBE514CC029B}"/>
                </a:ext>
              </a:extLst>
            </p:cNvPr>
            <p:cNvCxnSpPr>
              <a:cxnSpLocks/>
            </p:cNvCxnSpPr>
            <p:nvPr/>
          </p:nvCxnSpPr>
          <p:spPr>
            <a:xfrm>
              <a:off x="6641930" y="4941682"/>
              <a:ext cx="298764" cy="262171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923" name="Straight Connector 38922">
              <a:extLst>
                <a:ext uri="{FF2B5EF4-FFF2-40B4-BE49-F238E27FC236}">
                  <a16:creationId xmlns:a16="http://schemas.microsoft.com/office/drawing/2014/main" id="{363D09CC-E6D0-520E-A1A1-F5119FA27DC0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8400533" y="4941682"/>
              <a:ext cx="361551" cy="266324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924" name="Straight Connector 38923">
              <a:extLst>
                <a:ext uri="{FF2B5EF4-FFF2-40B4-BE49-F238E27FC236}">
                  <a16:creationId xmlns:a16="http://schemas.microsoft.com/office/drawing/2014/main" id="{4991CAD9-9ECF-D052-244D-01074920D1B9}"/>
                </a:ext>
              </a:extLst>
            </p:cNvPr>
            <p:cNvCxnSpPr>
              <a:cxnSpLocks/>
            </p:cNvCxnSpPr>
            <p:nvPr/>
          </p:nvCxnSpPr>
          <p:spPr>
            <a:xfrm>
              <a:off x="8762084" y="4941682"/>
              <a:ext cx="298764" cy="262171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925" name="Straight Connector 38924">
              <a:extLst>
                <a:ext uri="{FF2B5EF4-FFF2-40B4-BE49-F238E27FC236}">
                  <a16:creationId xmlns:a16="http://schemas.microsoft.com/office/drawing/2014/main" id="{E1F4E3A6-FB2A-E4F3-9D6A-BF08C92E278E}"/>
                </a:ext>
              </a:extLst>
            </p:cNvPr>
            <p:cNvCxnSpPr>
              <a:cxnSpLocks/>
              <a:stCxn id="32" idx="0"/>
            </p:cNvCxnSpPr>
            <p:nvPr/>
          </p:nvCxnSpPr>
          <p:spPr>
            <a:xfrm flipV="1">
              <a:off x="4902449" y="5928507"/>
              <a:ext cx="315363" cy="222567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928" name="Straight Connector 38927">
              <a:extLst>
                <a:ext uri="{FF2B5EF4-FFF2-40B4-BE49-F238E27FC236}">
                  <a16:creationId xmlns:a16="http://schemas.microsoft.com/office/drawing/2014/main" id="{E4D16D28-2BE8-3C6B-9E0B-758AC6620F70}"/>
                </a:ext>
              </a:extLst>
            </p:cNvPr>
            <p:cNvCxnSpPr>
              <a:cxnSpLocks/>
              <a:stCxn id="35" idx="0"/>
            </p:cNvCxnSpPr>
            <p:nvPr/>
          </p:nvCxnSpPr>
          <p:spPr>
            <a:xfrm flipH="1" flipV="1">
              <a:off x="9018762" y="5884752"/>
              <a:ext cx="506994" cy="266321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8931" name="TextBox 38930">
              <a:extLst>
                <a:ext uri="{FF2B5EF4-FFF2-40B4-BE49-F238E27FC236}">
                  <a16:creationId xmlns:a16="http://schemas.microsoft.com/office/drawing/2014/main" id="{D71718AC-BB71-0C65-6BF3-0ECE68A361B2}"/>
                </a:ext>
              </a:extLst>
            </p:cNvPr>
            <p:cNvSpPr txBox="1"/>
            <p:nvPr/>
          </p:nvSpPr>
          <p:spPr>
            <a:xfrm>
              <a:off x="6791312" y="6187287"/>
              <a:ext cx="133882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……………</a:t>
              </a:r>
            </a:p>
          </p:txBody>
        </p:sp>
      </p:grpSp>
      <p:sp>
        <p:nvSpPr>
          <p:cNvPr id="38933" name="TextBox 38932">
            <a:extLst>
              <a:ext uri="{FF2B5EF4-FFF2-40B4-BE49-F238E27FC236}">
                <a16:creationId xmlns:a16="http://schemas.microsoft.com/office/drawing/2014/main" id="{04C11D26-42CF-FB20-C713-504269D11E48}"/>
              </a:ext>
            </a:extLst>
          </p:cNvPr>
          <p:cNvSpPr txBox="1"/>
          <p:nvPr/>
        </p:nvSpPr>
        <p:spPr>
          <a:xfrm>
            <a:off x="1205428" y="660575"/>
            <a:ext cx="2119473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Count up the recursive work. </a:t>
            </a:r>
            <a:r>
              <a:rPr lang="en-US" dirty="0">
                <a:solidFill>
                  <a:schemeClr val="accent1"/>
                </a:solidFill>
              </a:rPr>
              <a:t>Parameter value is in green box</a:t>
            </a:r>
            <a:r>
              <a:rPr lang="en-US" dirty="0"/>
              <a:t>, </a:t>
            </a:r>
            <a:r>
              <a:rPr lang="en-US" dirty="0">
                <a:solidFill>
                  <a:schemeClr val="accent2"/>
                </a:solidFill>
              </a:rPr>
              <a:t>amount of work done is in blue box</a:t>
            </a:r>
          </a:p>
        </p:txBody>
      </p:sp>
      <p:cxnSp>
        <p:nvCxnSpPr>
          <p:cNvPr id="40" name="Straight Connector 39">
            <a:extLst>
              <a:ext uri="{FF2B5EF4-FFF2-40B4-BE49-F238E27FC236}">
                <a16:creationId xmlns:a16="http://schemas.microsoft.com/office/drawing/2014/main" id="{CDF33DA3-9F23-30A0-22A5-1A5ACB7D8893}"/>
              </a:ext>
            </a:extLst>
          </p:cNvPr>
          <p:cNvCxnSpPr>
            <a:cxnSpLocks/>
          </p:cNvCxnSpPr>
          <p:nvPr/>
        </p:nvCxnSpPr>
        <p:spPr>
          <a:xfrm>
            <a:off x="6195848" y="1701671"/>
            <a:ext cx="2893831" cy="0"/>
          </a:xfrm>
          <a:prstGeom prst="line">
            <a:avLst/>
          </a:prstGeom>
          <a:ln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43" name="TextBox 42">
                <a:extLst>
                  <a:ext uri="{FF2B5EF4-FFF2-40B4-BE49-F238E27FC236}">
                    <a16:creationId xmlns:a16="http://schemas.microsoft.com/office/drawing/2014/main" id="{F682853D-11EE-0C2B-B9E7-728688756CFE}"/>
                  </a:ext>
                </a:extLst>
              </p:cNvPr>
              <p:cNvSpPr txBox="1"/>
              <p:nvPr/>
            </p:nvSpPr>
            <p:spPr>
              <a:xfrm>
                <a:off x="9340085" y="1537738"/>
                <a:ext cx="597529" cy="369332"/>
              </a:xfrm>
              <a:prstGeom prst="rect">
                <a:avLst/>
              </a:prstGeom>
              <a:noFill/>
              <a:ln>
                <a:solidFill>
                  <a:schemeClr val="accent2"/>
                </a:solidFill>
              </a:ln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accent2"/>
                          </a:solidFill>
                          <a:latin typeface="Cambria Math" panose="02040503050406030204" pitchFamily="18" charset="0"/>
                        </a:rPr>
                        <m:t>𝑛</m:t>
                      </m:r>
                    </m:oMath>
                  </m:oMathPara>
                </a14:m>
                <a:endParaRPr lang="en-US" dirty="0">
                  <a:solidFill>
                    <a:schemeClr val="accent2"/>
                  </a:solidFill>
                </a:endParaRPr>
              </a:p>
            </p:txBody>
          </p:sp>
        </mc:Choice>
        <mc:Fallback xmlns="">
          <p:sp>
            <p:nvSpPr>
              <p:cNvPr id="43" name="TextBox 42">
                <a:extLst>
                  <a:ext uri="{FF2B5EF4-FFF2-40B4-BE49-F238E27FC236}">
                    <a16:creationId xmlns:a16="http://schemas.microsoft.com/office/drawing/2014/main" id="{F682853D-11EE-0C2B-B9E7-728688756CF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340085" y="1537738"/>
                <a:ext cx="597529" cy="369332"/>
              </a:xfrm>
              <a:prstGeom prst="rect">
                <a:avLst/>
              </a:prstGeom>
              <a:blipFill>
                <a:blip r:embed="rId25"/>
                <a:stretch>
                  <a:fillRect/>
                </a:stretch>
              </a:blipFill>
              <a:ln>
                <a:solidFill>
                  <a:schemeClr val="accent2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44" name="Straight Connector 43">
            <a:extLst>
              <a:ext uri="{FF2B5EF4-FFF2-40B4-BE49-F238E27FC236}">
                <a16:creationId xmlns:a16="http://schemas.microsoft.com/office/drawing/2014/main" id="{690CCBDD-BAB5-4EC2-4D5C-D970C74002D9}"/>
              </a:ext>
            </a:extLst>
          </p:cNvPr>
          <p:cNvCxnSpPr>
            <a:cxnSpLocks/>
          </p:cNvCxnSpPr>
          <p:nvPr/>
        </p:nvCxnSpPr>
        <p:spPr>
          <a:xfrm>
            <a:off x="8074352" y="2625527"/>
            <a:ext cx="1125223" cy="0"/>
          </a:xfrm>
          <a:prstGeom prst="line">
            <a:avLst/>
          </a:prstGeom>
          <a:ln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46" name="TextBox 45">
                <a:extLst>
                  <a:ext uri="{FF2B5EF4-FFF2-40B4-BE49-F238E27FC236}">
                    <a16:creationId xmlns:a16="http://schemas.microsoft.com/office/drawing/2014/main" id="{9B194EB5-3033-E8F2-2684-698EE48AA682}"/>
                  </a:ext>
                </a:extLst>
              </p:cNvPr>
              <p:cNvSpPr txBox="1"/>
              <p:nvPr/>
            </p:nvSpPr>
            <p:spPr>
              <a:xfrm>
                <a:off x="9340085" y="2343901"/>
                <a:ext cx="1352064" cy="564898"/>
              </a:xfrm>
              <a:prstGeom prst="rect">
                <a:avLst/>
              </a:prstGeom>
              <a:noFill/>
              <a:ln>
                <a:solidFill>
                  <a:schemeClr val="accent2"/>
                </a:solidFill>
              </a:ln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b="0" i="1" smtClean="0">
                              <a:solidFill>
                                <a:schemeClr val="accent2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solidFill>
                                <a:schemeClr val="accent2"/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</m:num>
                        <m:den>
                          <m:r>
                            <a:rPr lang="en-US" b="0" i="1" smtClean="0">
                              <a:solidFill>
                                <a:schemeClr val="accent2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  <m:r>
                        <a:rPr lang="en-US" b="0" i="1" smtClean="0">
                          <a:solidFill>
                            <a:schemeClr val="accent2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f>
                        <m:fPr>
                          <m:ctrlPr>
                            <a:rPr lang="en-US" b="0" i="1" smtClean="0">
                              <a:solidFill>
                                <a:schemeClr val="accent2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solidFill>
                                <a:schemeClr val="accent2"/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</m:num>
                        <m:den>
                          <m:r>
                            <a:rPr lang="en-US" b="0" i="1" smtClean="0">
                              <a:solidFill>
                                <a:schemeClr val="accent2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  <m:r>
                        <a:rPr lang="en-US" b="0" i="1" smtClean="0">
                          <a:solidFill>
                            <a:schemeClr val="accent2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0" i="1" smtClean="0">
                          <a:solidFill>
                            <a:schemeClr val="accent2"/>
                          </a:solidFill>
                          <a:latin typeface="Cambria Math" panose="02040503050406030204" pitchFamily="18" charset="0"/>
                        </a:rPr>
                        <m:t>𝑛</m:t>
                      </m:r>
                    </m:oMath>
                  </m:oMathPara>
                </a14:m>
                <a:endParaRPr lang="en-US" dirty="0">
                  <a:solidFill>
                    <a:schemeClr val="accent2"/>
                  </a:solidFill>
                </a:endParaRPr>
              </a:p>
            </p:txBody>
          </p:sp>
        </mc:Choice>
        <mc:Fallback xmlns="">
          <p:sp>
            <p:nvSpPr>
              <p:cNvPr id="46" name="TextBox 45">
                <a:extLst>
                  <a:ext uri="{FF2B5EF4-FFF2-40B4-BE49-F238E27FC236}">
                    <a16:creationId xmlns:a16="http://schemas.microsoft.com/office/drawing/2014/main" id="{9B194EB5-3033-E8F2-2684-698EE48AA68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340085" y="2343901"/>
                <a:ext cx="1352064" cy="564898"/>
              </a:xfrm>
              <a:prstGeom prst="rect">
                <a:avLst/>
              </a:prstGeom>
              <a:blipFill>
                <a:blip r:embed="rId26"/>
                <a:stretch>
                  <a:fillRect b="-4255"/>
                </a:stretch>
              </a:blipFill>
              <a:ln>
                <a:solidFill>
                  <a:schemeClr val="accent2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49" name="Straight Connector 48">
            <a:extLst>
              <a:ext uri="{FF2B5EF4-FFF2-40B4-BE49-F238E27FC236}">
                <a16:creationId xmlns:a16="http://schemas.microsoft.com/office/drawing/2014/main" id="{7C96105F-EDE9-D4AE-89E2-9D47A67952DD}"/>
              </a:ext>
            </a:extLst>
          </p:cNvPr>
          <p:cNvCxnSpPr>
            <a:cxnSpLocks/>
          </p:cNvCxnSpPr>
          <p:nvPr/>
        </p:nvCxnSpPr>
        <p:spPr>
          <a:xfrm>
            <a:off x="9641941" y="3940149"/>
            <a:ext cx="199176" cy="0"/>
          </a:xfrm>
          <a:prstGeom prst="line">
            <a:avLst/>
          </a:prstGeom>
          <a:ln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50" name="TextBox 49">
                <a:extLst>
                  <a:ext uri="{FF2B5EF4-FFF2-40B4-BE49-F238E27FC236}">
                    <a16:creationId xmlns:a16="http://schemas.microsoft.com/office/drawing/2014/main" id="{2C88C32F-79F3-7850-D598-2E61E09857C9}"/>
                  </a:ext>
                </a:extLst>
              </p:cNvPr>
              <p:cNvSpPr txBox="1"/>
              <p:nvPr/>
            </p:nvSpPr>
            <p:spPr>
              <a:xfrm>
                <a:off x="9951283" y="3667576"/>
                <a:ext cx="1352064" cy="564898"/>
              </a:xfrm>
              <a:prstGeom prst="rect">
                <a:avLst/>
              </a:prstGeom>
              <a:noFill/>
              <a:ln>
                <a:solidFill>
                  <a:schemeClr val="accent2"/>
                </a:solidFill>
              </a:ln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accent2"/>
                          </a:solidFill>
                          <a:latin typeface="Cambria Math" panose="02040503050406030204" pitchFamily="18" charset="0"/>
                        </a:rPr>
                        <m:t>4</m:t>
                      </m:r>
                      <m:f>
                        <m:fPr>
                          <m:ctrlPr>
                            <a:rPr lang="en-US" b="0" i="1" smtClean="0">
                              <a:solidFill>
                                <a:schemeClr val="accent2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solidFill>
                                <a:schemeClr val="accent2"/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</m:num>
                        <m:den>
                          <m:r>
                            <a:rPr lang="en-US" b="0" i="1" smtClean="0">
                              <a:solidFill>
                                <a:schemeClr val="accent2"/>
                              </a:solidFill>
                              <a:latin typeface="Cambria Math" panose="02040503050406030204" pitchFamily="18" charset="0"/>
                            </a:rPr>
                            <m:t>4</m:t>
                          </m:r>
                        </m:den>
                      </m:f>
                      <m:r>
                        <a:rPr lang="en-US" b="0" i="1" smtClean="0">
                          <a:solidFill>
                            <a:schemeClr val="accent2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0" i="1" smtClean="0">
                          <a:solidFill>
                            <a:schemeClr val="accent2"/>
                          </a:solidFill>
                          <a:latin typeface="Cambria Math" panose="02040503050406030204" pitchFamily="18" charset="0"/>
                        </a:rPr>
                        <m:t>𝑛</m:t>
                      </m:r>
                    </m:oMath>
                  </m:oMathPara>
                </a14:m>
                <a:endParaRPr lang="en-US" dirty="0">
                  <a:solidFill>
                    <a:schemeClr val="accent2"/>
                  </a:solidFill>
                </a:endParaRPr>
              </a:p>
            </p:txBody>
          </p:sp>
        </mc:Choice>
        <mc:Fallback xmlns="">
          <p:sp>
            <p:nvSpPr>
              <p:cNvPr id="50" name="TextBox 49">
                <a:extLst>
                  <a:ext uri="{FF2B5EF4-FFF2-40B4-BE49-F238E27FC236}">
                    <a16:creationId xmlns:a16="http://schemas.microsoft.com/office/drawing/2014/main" id="{2C88C32F-79F3-7850-D598-2E61E09857C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951283" y="3667576"/>
                <a:ext cx="1352064" cy="564898"/>
              </a:xfrm>
              <a:prstGeom prst="rect">
                <a:avLst/>
              </a:prstGeom>
              <a:blipFill>
                <a:blip r:embed="rId27"/>
                <a:stretch>
                  <a:fillRect b="-4348"/>
                </a:stretch>
              </a:blipFill>
              <a:ln>
                <a:solidFill>
                  <a:schemeClr val="accent2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53" name="Straight Connector 52">
            <a:extLst>
              <a:ext uri="{FF2B5EF4-FFF2-40B4-BE49-F238E27FC236}">
                <a16:creationId xmlns:a16="http://schemas.microsoft.com/office/drawing/2014/main" id="{648A423E-A88C-2E1D-92D0-7EFC539CB9E0}"/>
              </a:ext>
            </a:extLst>
          </p:cNvPr>
          <p:cNvCxnSpPr>
            <a:cxnSpLocks/>
          </p:cNvCxnSpPr>
          <p:nvPr/>
        </p:nvCxnSpPr>
        <p:spPr>
          <a:xfrm>
            <a:off x="10415759" y="5657871"/>
            <a:ext cx="285437" cy="398897"/>
          </a:xfrm>
          <a:prstGeom prst="line">
            <a:avLst/>
          </a:prstGeom>
          <a:ln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57" name="TextBox 56">
                <a:extLst>
                  <a:ext uri="{FF2B5EF4-FFF2-40B4-BE49-F238E27FC236}">
                    <a16:creationId xmlns:a16="http://schemas.microsoft.com/office/drawing/2014/main" id="{0AC29D40-CA0C-FDDA-42CF-34AF1A04397F}"/>
                  </a:ext>
                </a:extLst>
              </p:cNvPr>
              <p:cNvSpPr txBox="1"/>
              <p:nvPr/>
            </p:nvSpPr>
            <p:spPr>
              <a:xfrm>
                <a:off x="9344431" y="6200110"/>
                <a:ext cx="1352064" cy="369332"/>
              </a:xfrm>
              <a:prstGeom prst="rect">
                <a:avLst/>
              </a:prstGeom>
              <a:noFill/>
              <a:ln>
                <a:solidFill>
                  <a:schemeClr val="accent2"/>
                </a:solidFill>
              </a:ln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i="1">
                          <a:solidFill>
                            <a:schemeClr val="accent2"/>
                          </a:solidFill>
                          <a:latin typeface="Cambria Math" panose="02040503050406030204" pitchFamily="18" charset="0"/>
                        </a:rPr>
                        <m:t>n</m:t>
                      </m:r>
                      <m:r>
                        <a:rPr lang="en-US" b="0" i="1" smtClean="0">
                          <a:solidFill>
                            <a:schemeClr val="accent2"/>
                          </a:solidFill>
                          <a:latin typeface="Cambria Math" panose="02040503050406030204" pitchFamily="18" charset="0"/>
                        </a:rPr>
                        <m:t>(1)=</m:t>
                      </m:r>
                      <m:r>
                        <a:rPr lang="en-US" b="0" i="1" smtClean="0">
                          <a:solidFill>
                            <a:schemeClr val="accent2"/>
                          </a:solidFill>
                          <a:latin typeface="Cambria Math" panose="02040503050406030204" pitchFamily="18" charset="0"/>
                        </a:rPr>
                        <m:t>𝑛</m:t>
                      </m:r>
                    </m:oMath>
                  </m:oMathPara>
                </a14:m>
                <a:endParaRPr lang="en-US" dirty="0">
                  <a:solidFill>
                    <a:schemeClr val="accent2"/>
                  </a:solidFill>
                </a:endParaRPr>
              </a:p>
            </p:txBody>
          </p:sp>
        </mc:Choice>
        <mc:Fallback xmlns="">
          <p:sp>
            <p:nvSpPr>
              <p:cNvPr id="57" name="TextBox 56">
                <a:extLst>
                  <a:ext uri="{FF2B5EF4-FFF2-40B4-BE49-F238E27FC236}">
                    <a16:creationId xmlns:a16="http://schemas.microsoft.com/office/drawing/2014/main" id="{0AC29D40-CA0C-FDDA-42CF-34AF1A04397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344431" y="6200110"/>
                <a:ext cx="1352064" cy="369332"/>
              </a:xfrm>
              <a:prstGeom prst="rect">
                <a:avLst/>
              </a:prstGeom>
              <a:blipFill>
                <a:blip r:embed="rId28"/>
                <a:stretch>
                  <a:fillRect b="-12903"/>
                </a:stretch>
              </a:blipFill>
              <a:ln>
                <a:solidFill>
                  <a:schemeClr val="accent2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793732826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86D7086-99D9-9DC1-107D-9AD0876D33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915" name="Rectangle 3">
            <a:extLst>
              <a:ext uri="{FF2B5EF4-FFF2-40B4-BE49-F238E27FC236}">
                <a16:creationId xmlns:a16="http://schemas.microsoft.com/office/drawing/2014/main" id="{C30B340A-B03C-D888-4C81-F38C634AA26D}"/>
              </a:ext>
            </a:extLst>
          </p:cNvPr>
          <p:cNvSpPr>
            <a:spLocks noGrp="1" noChangeArrowheads="1"/>
          </p:cNvSpPr>
          <p:nvPr>
            <p:ph type="title"/>
            <p:custDataLst>
              <p:tags r:id="rId1"/>
            </p:custDataLst>
          </p:nvPr>
        </p:nvSpPr>
        <p:spPr>
          <a:xfrm>
            <a:off x="1979611" y="190877"/>
            <a:ext cx="8229600" cy="685800"/>
          </a:xfrm>
        </p:spPr>
        <p:txBody>
          <a:bodyPr>
            <a:normAutofit/>
          </a:bodyPr>
          <a:lstStyle/>
          <a:p>
            <a:pPr algn="ctr"/>
            <a:r>
              <a:rPr lang="en-US" dirty="0"/>
              <a:t>Recursion Tree Method</a:t>
            </a:r>
          </a:p>
        </p:txBody>
      </p:sp>
      <p:grpSp>
        <p:nvGrpSpPr>
          <p:cNvPr id="38932" name="Group 38931">
            <a:extLst>
              <a:ext uri="{FF2B5EF4-FFF2-40B4-BE49-F238E27FC236}">
                <a16:creationId xmlns:a16="http://schemas.microsoft.com/office/drawing/2014/main" id="{3D597649-0D3C-AEC4-FC81-451ED318B7B3}"/>
              </a:ext>
            </a:extLst>
          </p:cNvPr>
          <p:cNvGrpSpPr/>
          <p:nvPr/>
        </p:nvGrpSpPr>
        <p:grpSpPr>
          <a:xfrm>
            <a:off x="114677" y="1443648"/>
            <a:ext cx="7959675" cy="4490144"/>
            <a:chOff x="440858" y="2176979"/>
            <a:chExt cx="10189421" cy="4490144"/>
          </a:xfrm>
        </p:grpSpPr>
        <p:grpSp>
          <p:nvGrpSpPr>
            <p:cNvPr id="6" name="Group 5">
              <a:extLst>
                <a:ext uri="{FF2B5EF4-FFF2-40B4-BE49-F238E27FC236}">
                  <a16:creationId xmlns:a16="http://schemas.microsoft.com/office/drawing/2014/main" id="{667666F5-CCE8-0BD3-419A-8566D9ABAA5D}"/>
                </a:ext>
              </a:extLst>
            </p:cNvPr>
            <p:cNvGrpSpPr/>
            <p:nvPr/>
          </p:nvGrpSpPr>
          <p:grpSpPr>
            <a:xfrm>
              <a:off x="4710818" y="2176979"/>
              <a:ext cx="1611517" cy="516047"/>
              <a:chOff x="4906978" y="2236206"/>
              <a:chExt cx="1611517" cy="516047"/>
            </a:xfrm>
          </p:grpSpPr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3" name="Rectangle 2">
                    <a:extLst>
                      <a:ext uri="{FF2B5EF4-FFF2-40B4-BE49-F238E27FC236}">
                        <a16:creationId xmlns:a16="http://schemas.microsoft.com/office/drawing/2014/main" id="{F09DF26E-C8AE-5815-6E4A-822B4D0364F0}"/>
                      </a:ext>
                    </a:extLst>
                  </p:cNvPr>
                  <p:cNvSpPr/>
                  <p:nvPr/>
                </p:nvSpPr>
                <p:spPr>
                  <a:xfrm>
                    <a:off x="4906978" y="2236206"/>
                    <a:ext cx="1013988" cy="516047"/>
                  </a:xfrm>
                  <a:prstGeom prst="rect">
                    <a:avLst/>
                  </a:prstGeom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𝑇</m:t>
                          </m:r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)</m:t>
                          </m:r>
                        </m:oMath>
                      </m:oMathPara>
                    </a14:m>
                    <a:endParaRPr lang="en-US" dirty="0">
                      <a:solidFill>
                        <a:schemeClr val="bg1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3" name="Rectangle 2">
                    <a:extLst>
                      <a:ext uri="{FF2B5EF4-FFF2-40B4-BE49-F238E27FC236}">
                        <a16:creationId xmlns:a16="http://schemas.microsoft.com/office/drawing/2014/main" id="{F09DF26E-C8AE-5815-6E4A-822B4D0364F0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4906978" y="2236206"/>
                    <a:ext cx="1013988" cy="516047"/>
                  </a:xfrm>
                  <a:prstGeom prst="rect">
                    <a:avLst/>
                  </a:prstGeom>
                  <a:blipFill>
                    <a:blip r:embed="rId3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4" name="Rectangle 3">
                    <a:extLst>
                      <a:ext uri="{FF2B5EF4-FFF2-40B4-BE49-F238E27FC236}">
                        <a16:creationId xmlns:a16="http://schemas.microsoft.com/office/drawing/2014/main" id="{D1A39643-E54F-E87B-2BE2-7A72CD4906E6}"/>
                      </a:ext>
                    </a:extLst>
                  </p:cNvPr>
                  <p:cNvSpPr/>
                  <p:nvPr/>
                </p:nvSpPr>
                <p:spPr>
                  <a:xfrm>
                    <a:off x="5920966" y="2236206"/>
                    <a:ext cx="597529" cy="516047"/>
                  </a:xfrm>
                  <a:prstGeom prst="rect">
                    <a:avLst/>
                  </a:prstGeom>
                  <a:solidFill>
                    <a:schemeClr val="accent2"/>
                  </a:solidFill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</m:oMath>
                      </m:oMathPara>
                    </a14:m>
                    <a:endParaRPr lang="en-US" dirty="0"/>
                  </a:p>
                </p:txBody>
              </p:sp>
            </mc:Choice>
            <mc:Fallback xmlns="">
              <p:sp>
                <p:nvSpPr>
                  <p:cNvPr id="4" name="Rectangle 3">
                    <a:extLst>
                      <a:ext uri="{FF2B5EF4-FFF2-40B4-BE49-F238E27FC236}">
                        <a16:creationId xmlns:a16="http://schemas.microsoft.com/office/drawing/2014/main" id="{D1A39643-E54F-E87B-2BE2-7A72CD4906E6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5920966" y="2236206"/>
                    <a:ext cx="597529" cy="516047"/>
                  </a:xfrm>
                  <a:prstGeom prst="rect">
                    <a:avLst/>
                  </a:prstGeom>
                  <a:blipFill>
                    <a:blip r:embed="rId4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grpSp>
          <p:nvGrpSpPr>
            <p:cNvPr id="7" name="Group 6">
              <a:extLst>
                <a:ext uri="{FF2B5EF4-FFF2-40B4-BE49-F238E27FC236}">
                  <a16:creationId xmlns:a16="http://schemas.microsoft.com/office/drawing/2014/main" id="{74732BBC-65E4-4251-A602-0F7FCC0D3AE5}"/>
                </a:ext>
              </a:extLst>
            </p:cNvPr>
            <p:cNvGrpSpPr/>
            <p:nvPr/>
          </p:nvGrpSpPr>
          <p:grpSpPr>
            <a:xfrm>
              <a:off x="6656897" y="3170976"/>
              <a:ext cx="1611517" cy="516047"/>
              <a:chOff x="4906978" y="2236206"/>
              <a:chExt cx="1611517" cy="516047"/>
            </a:xfrm>
          </p:grpSpPr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8" name="Rectangle 7">
                    <a:extLst>
                      <a:ext uri="{FF2B5EF4-FFF2-40B4-BE49-F238E27FC236}">
                        <a16:creationId xmlns:a16="http://schemas.microsoft.com/office/drawing/2014/main" id="{98D55A1C-5211-1DE9-FE6A-9FBB73607765}"/>
                      </a:ext>
                    </a:extLst>
                  </p:cNvPr>
                  <p:cNvSpPr/>
                  <p:nvPr/>
                </p:nvSpPr>
                <p:spPr>
                  <a:xfrm>
                    <a:off x="4906978" y="2236206"/>
                    <a:ext cx="1013988" cy="516047"/>
                  </a:xfrm>
                  <a:prstGeom prst="rect">
                    <a:avLst/>
                  </a:prstGeom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𝑇</m:t>
                          </m:r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(</m:t>
                          </m:r>
                          <m:f>
                            <m:fPr>
                              <m:ctrlP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num>
                            <m:den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den>
                          </m:f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)</m:t>
                          </m:r>
                        </m:oMath>
                      </m:oMathPara>
                    </a14:m>
                    <a:endParaRPr lang="en-US" dirty="0">
                      <a:solidFill>
                        <a:schemeClr val="bg1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8" name="Rectangle 7">
                    <a:extLst>
                      <a:ext uri="{FF2B5EF4-FFF2-40B4-BE49-F238E27FC236}">
                        <a16:creationId xmlns:a16="http://schemas.microsoft.com/office/drawing/2014/main" id="{98D55A1C-5211-1DE9-FE6A-9FBB73607765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4906978" y="2236206"/>
                    <a:ext cx="1013988" cy="516047"/>
                  </a:xfrm>
                  <a:prstGeom prst="rect">
                    <a:avLst/>
                  </a:prstGeom>
                  <a:blipFill>
                    <a:blip r:embed="rId5"/>
                    <a:stretch>
                      <a:fillRect b="-9302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9" name="Rectangle 8">
                    <a:extLst>
                      <a:ext uri="{FF2B5EF4-FFF2-40B4-BE49-F238E27FC236}">
                        <a16:creationId xmlns:a16="http://schemas.microsoft.com/office/drawing/2014/main" id="{4A4678A9-9FE0-E5AD-81DC-73143318F68F}"/>
                      </a:ext>
                    </a:extLst>
                  </p:cNvPr>
                  <p:cNvSpPr/>
                  <p:nvPr/>
                </p:nvSpPr>
                <p:spPr>
                  <a:xfrm>
                    <a:off x="5920966" y="2236206"/>
                    <a:ext cx="597529" cy="516047"/>
                  </a:xfrm>
                  <a:prstGeom prst="rect">
                    <a:avLst/>
                  </a:prstGeom>
                  <a:solidFill>
                    <a:schemeClr val="accent2"/>
                  </a:solidFill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f>
                            <m:fPr>
                              <m:ctrlP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num>
                            <m:den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den>
                          </m:f>
                        </m:oMath>
                      </m:oMathPara>
                    </a14:m>
                    <a:endParaRPr lang="en-US" dirty="0"/>
                  </a:p>
                </p:txBody>
              </p:sp>
            </mc:Choice>
            <mc:Fallback xmlns="">
              <p:sp>
                <p:nvSpPr>
                  <p:cNvPr id="9" name="Rectangle 8">
                    <a:extLst>
                      <a:ext uri="{FF2B5EF4-FFF2-40B4-BE49-F238E27FC236}">
                        <a16:creationId xmlns:a16="http://schemas.microsoft.com/office/drawing/2014/main" id="{4A4678A9-9FE0-E5AD-81DC-73143318F68F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5920966" y="2236206"/>
                    <a:ext cx="597529" cy="516047"/>
                  </a:xfrm>
                  <a:prstGeom prst="rect">
                    <a:avLst/>
                  </a:prstGeom>
                  <a:blipFill>
                    <a:blip r:embed="rId6"/>
                    <a:stretch>
                      <a:fillRect b="-9302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grpSp>
          <p:nvGrpSpPr>
            <p:cNvPr id="10" name="Group 9">
              <a:extLst>
                <a:ext uri="{FF2B5EF4-FFF2-40B4-BE49-F238E27FC236}">
                  <a16:creationId xmlns:a16="http://schemas.microsoft.com/office/drawing/2014/main" id="{72480F28-D7F2-7695-63EF-17732F9D6B78}"/>
                </a:ext>
              </a:extLst>
            </p:cNvPr>
            <p:cNvGrpSpPr/>
            <p:nvPr/>
          </p:nvGrpSpPr>
          <p:grpSpPr>
            <a:xfrm>
              <a:off x="2874473" y="3170976"/>
              <a:ext cx="1611517" cy="516047"/>
              <a:chOff x="4906978" y="2236206"/>
              <a:chExt cx="1611517" cy="516047"/>
            </a:xfrm>
          </p:grpSpPr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1" name="Rectangle 10">
                    <a:extLst>
                      <a:ext uri="{FF2B5EF4-FFF2-40B4-BE49-F238E27FC236}">
                        <a16:creationId xmlns:a16="http://schemas.microsoft.com/office/drawing/2014/main" id="{B6854584-7EF8-794A-E4A1-5B81EFA16660}"/>
                      </a:ext>
                    </a:extLst>
                  </p:cNvPr>
                  <p:cNvSpPr/>
                  <p:nvPr/>
                </p:nvSpPr>
                <p:spPr>
                  <a:xfrm>
                    <a:off x="4906978" y="2236206"/>
                    <a:ext cx="1013988" cy="516047"/>
                  </a:xfrm>
                  <a:prstGeom prst="rect">
                    <a:avLst/>
                  </a:prstGeom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𝑇</m:t>
                          </m:r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(</m:t>
                          </m:r>
                          <m:f>
                            <m:fPr>
                              <m:ctrlP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num>
                            <m:den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den>
                          </m:f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)</m:t>
                          </m:r>
                        </m:oMath>
                      </m:oMathPara>
                    </a14:m>
                    <a:endParaRPr lang="en-US" dirty="0">
                      <a:solidFill>
                        <a:schemeClr val="bg1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11" name="Rectangle 10">
                    <a:extLst>
                      <a:ext uri="{FF2B5EF4-FFF2-40B4-BE49-F238E27FC236}">
                        <a16:creationId xmlns:a16="http://schemas.microsoft.com/office/drawing/2014/main" id="{B6854584-7EF8-794A-E4A1-5B81EFA16660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4906978" y="2236206"/>
                    <a:ext cx="1013988" cy="516047"/>
                  </a:xfrm>
                  <a:prstGeom prst="rect">
                    <a:avLst/>
                  </a:prstGeom>
                  <a:blipFill>
                    <a:blip r:embed="rId7"/>
                    <a:stretch>
                      <a:fillRect b="-9302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2" name="Rectangle 11">
                    <a:extLst>
                      <a:ext uri="{FF2B5EF4-FFF2-40B4-BE49-F238E27FC236}">
                        <a16:creationId xmlns:a16="http://schemas.microsoft.com/office/drawing/2014/main" id="{FDEE09D5-4A8D-98C2-DB31-12FB8D8F4713}"/>
                      </a:ext>
                    </a:extLst>
                  </p:cNvPr>
                  <p:cNvSpPr/>
                  <p:nvPr/>
                </p:nvSpPr>
                <p:spPr>
                  <a:xfrm>
                    <a:off x="5920966" y="2236206"/>
                    <a:ext cx="597529" cy="516047"/>
                  </a:xfrm>
                  <a:prstGeom prst="rect">
                    <a:avLst/>
                  </a:prstGeom>
                  <a:solidFill>
                    <a:schemeClr val="accent2"/>
                  </a:solidFill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f>
                            <m:fPr>
                              <m:ctrlP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num>
                            <m:den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den>
                          </m:f>
                        </m:oMath>
                      </m:oMathPara>
                    </a14:m>
                    <a:endParaRPr lang="en-US" dirty="0"/>
                  </a:p>
                </p:txBody>
              </p:sp>
            </mc:Choice>
            <mc:Fallback xmlns="">
              <p:sp>
                <p:nvSpPr>
                  <p:cNvPr id="12" name="Rectangle 11">
                    <a:extLst>
                      <a:ext uri="{FF2B5EF4-FFF2-40B4-BE49-F238E27FC236}">
                        <a16:creationId xmlns:a16="http://schemas.microsoft.com/office/drawing/2014/main" id="{FDEE09D5-4A8D-98C2-DB31-12FB8D8F4713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5920966" y="2236206"/>
                    <a:ext cx="597529" cy="516047"/>
                  </a:xfrm>
                  <a:prstGeom prst="rect">
                    <a:avLst/>
                  </a:prstGeom>
                  <a:blipFill>
                    <a:blip r:embed="rId8"/>
                    <a:stretch>
                      <a:fillRect b="-9302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grpSp>
          <p:nvGrpSpPr>
            <p:cNvPr id="13" name="Group 12">
              <a:extLst>
                <a:ext uri="{FF2B5EF4-FFF2-40B4-BE49-F238E27FC236}">
                  <a16:creationId xmlns:a16="http://schemas.microsoft.com/office/drawing/2014/main" id="{C06C4BBD-0C24-7819-5A2F-D5E5ED0014ED}"/>
                </a:ext>
              </a:extLst>
            </p:cNvPr>
            <p:cNvGrpSpPr/>
            <p:nvPr/>
          </p:nvGrpSpPr>
          <p:grpSpPr>
            <a:xfrm>
              <a:off x="1561721" y="4425638"/>
              <a:ext cx="1611517" cy="516047"/>
              <a:chOff x="4906978" y="2236206"/>
              <a:chExt cx="1611517" cy="516047"/>
            </a:xfrm>
          </p:grpSpPr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4" name="Rectangle 13">
                    <a:extLst>
                      <a:ext uri="{FF2B5EF4-FFF2-40B4-BE49-F238E27FC236}">
                        <a16:creationId xmlns:a16="http://schemas.microsoft.com/office/drawing/2014/main" id="{AE18D4BB-D7EA-8361-61AE-17587F17AFC0}"/>
                      </a:ext>
                    </a:extLst>
                  </p:cNvPr>
                  <p:cNvSpPr/>
                  <p:nvPr/>
                </p:nvSpPr>
                <p:spPr>
                  <a:xfrm>
                    <a:off x="4906978" y="2236206"/>
                    <a:ext cx="1013988" cy="516047"/>
                  </a:xfrm>
                  <a:prstGeom prst="rect">
                    <a:avLst/>
                  </a:prstGeom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𝑇</m:t>
                          </m:r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(</m:t>
                          </m:r>
                          <m:f>
                            <m:fPr>
                              <m:ctrlP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num>
                            <m:den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4</m:t>
                              </m:r>
                            </m:den>
                          </m:f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)</m:t>
                          </m:r>
                        </m:oMath>
                      </m:oMathPara>
                    </a14:m>
                    <a:endParaRPr lang="en-US" dirty="0">
                      <a:solidFill>
                        <a:schemeClr val="bg1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14" name="Rectangle 13">
                    <a:extLst>
                      <a:ext uri="{FF2B5EF4-FFF2-40B4-BE49-F238E27FC236}">
                        <a16:creationId xmlns:a16="http://schemas.microsoft.com/office/drawing/2014/main" id="{AE18D4BB-D7EA-8361-61AE-17587F17AFC0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4906978" y="2236206"/>
                    <a:ext cx="1013988" cy="516047"/>
                  </a:xfrm>
                  <a:prstGeom prst="rect">
                    <a:avLst/>
                  </a:prstGeom>
                  <a:blipFill>
                    <a:blip r:embed="rId9"/>
                    <a:stretch>
                      <a:fillRect b="-6977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5" name="Rectangle 14">
                    <a:extLst>
                      <a:ext uri="{FF2B5EF4-FFF2-40B4-BE49-F238E27FC236}">
                        <a16:creationId xmlns:a16="http://schemas.microsoft.com/office/drawing/2014/main" id="{FFF0FFD6-8A49-8531-0BCE-E59618186F0F}"/>
                      </a:ext>
                    </a:extLst>
                  </p:cNvPr>
                  <p:cNvSpPr/>
                  <p:nvPr/>
                </p:nvSpPr>
                <p:spPr>
                  <a:xfrm>
                    <a:off x="5920966" y="2236206"/>
                    <a:ext cx="597529" cy="516047"/>
                  </a:xfrm>
                  <a:prstGeom prst="rect">
                    <a:avLst/>
                  </a:prstGeom>
                  <a:solidFill>
                    <a:schemeClr val="accent2"/>
                  </a:solidFill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f>
                            <m:fPr>
                              <m:ctrlP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num>
                            <m:den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4</m:t>
                              </m:r>
                            </m:den>
                          </m:f>
                        </m:oMath>
                      </m:oMathPara>
                    </a14:m>
                    <a:endParaRPr lang="en-US" dirty="0"/>
                  </a:p>
                </p:txBody>
              </p:sp>
            </mc:Choice>
            <mc:Fallback xmlns="">
              <p:sp>
                <p:nvSpPr>
                  <p:cNvPr id="15" name="Rectangle 14">
                    <a:extLst>
                      <a:ext uri="{FF2B5EF4-FFF2-40B4-BE49-F238E27FC236}">
                        <a16:creationId xmlns:a16="http://schemas.microsoft.com/office/drawing/2014/main" id="{FFF0FFD6-8A49-8531-0BCE-E59618186F0F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5920966" y="2236206"/>
                    <a:ext cx="597529" cy="516047"/>
                  </a:xfrm>
                  <a:prstGeom prst="rect">
                    <a:avLst/>
                  </a:prstGeom>
                  <a:blipFill>
                    <a:blip r:embed="rId10"/>
                    <a:stretch>
                      <a:fillRect b="-6977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grpSp>
          <p:nvGrpSpPr>
            <p:cNvPr id="16" name="Group 15">
              <a:extLst>
                <a:ext uri="{FF2B5EF4-FFF2-40B4-BE49-F238E27FC236}">
                  <a16:creationId xmlns:a16="http://schemas.microsoft.com/office/drawing/2014/main" id="{4B7E9864-4F59-AE4A-2186-051717221B87}"/>
                </a:ext>
              </a:extLst>
            </p:cNvPr>
            <p:cNvGrpSpPr/>
            <p:nvPr/>
          </p:nvGrpSpPr>
          <p:grpSpPr>
            <a:xfrm>
              <a:off x="3878992" y="4425635"/>
              <a:ext cx="1611517" cy="516047"/>
              <a:chOff x="4906978" y="2236206"/>
              <a:chExt cx="1611517" cy="516047"/>
            </a:xfrm>
          </p:grpSpPr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7" name="Rectangle 16">
                    <a:extLst>
                      <a:ext uri="{FF2B5EF4-FFF2-40B4-BE49-F238E27FC236}">
                        <a16:creationId xmlns:a16="http://schemas.microsoft.com/office/drawing/2014/main" id="{6C7495DF-2C49-2933-7457-43645754BCD2}"/>
                      </a:ext>
                    </a:extLst>
                  </p:cNvPr>
                  <p:cNvSpPr/>
                  <p:nvPr/>
                </p:nvSpPr>
                <p:spPr>
                  <a:xfrm>
                    <a:off x="4906978" y="2236206"/>
                    <a:ext cx="1013988" cy="516047"/>
                  </a:xfrm>
                  <a:prstGeom prst="rect">
                    <a:avLst/>
                  </a:prstGeom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𝑇</m:t>
                          </m:r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(</m:t>
                          </m:r>
                          <m:f>
                            <m:fPr>
                              <m:ctrlP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num>
                            <m:den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4</m:t>
                              </m:r>
                            </m:den>
                          </m:f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)</m:t>
                          </m:r>
                        </m:oMath>
                      </m:oMathPara>
                    </a14:m>
                    <a:endParaRPr lang="en-US" dirty="0">
                      <a:solidFill>
                        <a:schemeClr val="bg1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17" name="Rectangle 16">
                    <a:extLst>
                      <a:ext uri="{FF2B5EF4-FFF2-40B4-BE49-F238E27FC236}">
                        <a16:creationId xmlns:a16="http://schemas.microsoft.com/office/drawing/2014/main" id="{6C7495DF-2C49-2933-7457-43645754BCD2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4906978" y="2236206"/>
                    <a:ext cx="1013988" cy="516047"/>
                  </a:xfrm>
                  <a:prstGeom prst="rect">
                    <a:avLst/>
                  </a:prstGeom>
                  <a:blipFill>
                    <a:blip r:embed="rId11"/>
                    <a:stretch>
                      <a:fillRect b="-6977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8" name="Rectangle 17">
                    <a:extLst>
                      <a:ext uri="{FF2B5EF4-FFF2-40B4-BE49-F238E27FC236}">
                        <a16:creationId xmlns:a16="http://schemas.microsoft.com/office/drawing/2014/main" id="{7FA3D4D1-9771-7CD9-3A2B-5719793F7791}"/>
                      </a:ext>
                    </a:extLst>
                  </p:cNvPr>
                  <p:cNvSpPr/>
                  <p:nvPr/>
                </p:nvSpPr>
                <p:spPr>
                  <a:xfrm>
                    <a:off x="5920966" y="2236206"/>
                    <a:ext cx="597529" cy="516047"/>
                  </a:xfrm>
                  <a:prstGeom prst="rect">
                    <a:avLst/>
                  </a:prstGeom>
                  <a:solidFill>
                    <a:schemeClr val="accent2"/>
                  </a:solidFill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f>
                            <m:fPr>
                              <m:ctrlP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num>
                            <m:den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4</m:t>
                              </m:r>
                            </m:den>
                          </m:f>
                        </m:oMath>
                      </m:oMathPara>
                    </a14:m>
                    <a:endParaRPr lang="en-US" dirty="0"/>
                  </a:p>
                </p:txBody>
              </p:sp>
            </mc:Choice>
            <mc:Fallback xmlns="">
              <p:sp>
                <p:nvSpPr>
                  <p:cNvPr id="18" name="Rectangle 17">
                    <a:extLst>
                      <a:ext uri="{FF2B5EF4-FFF2-40B4-BE49-F238E27FC236}">
                        <a16:creationId xmlns:a16="http://schemas.microsoft.com/office/drawing/2014/main" id="{7FA3D4D1-9771-7CD9-3A2B-5719793F7791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5920966" y="2236206"/>
                    <a:ext cx="597529" cy="516047"/>
                  </a:xfrm>
                  <a:prstGeom prst="rect">
                    <a:avLst/>
                  </a:prstGeom>
                  <a:blipFill>
                    <a:blip r:embed="rId12"/>
                    <a:stretch>
                      <a:fillRect b="-6977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grpSp>
          <p:nvGrpSpPr>
            <p:cNvPr id="19" name="Group 18">
              <a:extLst>
                <a:ext uri="{FF2B5EF4-FFF2-40B4-BE49-F238E27FC236}">
                  <a16:creationId xmlns:a16="http://schemas.microsoft.com/office/drawing/2014/main" id="{3F32C716-78EF-7BBB-C93D-EB46FF8F0398}"/>
                </a:ext>
              </a:extLst>
            </p:cNvPr>
            <p:cNvGrpSpPr/>
            <p:nvPr/>
          </p:nvGrpSpPr>
          <p:grpSpPr>
            <a:xfrm>
              <a:off x="6103543" y="4425635"/>
              <a:ext cx="1611517" cy="516047"/>
              <a:chOff x="4906978" y="2236206"/>
              <a:chExt cx="1611517" cy="516047"/>
            </a:xfrm>
          </p:grpSpPr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0" name="Rectangle 19">
                    <a:extLst>
                      <a:ext uri="{FF2B5EF4-FFF2-40B4-BE49-F238E27FC236}">
                        <a16:creationId xmlns:a16="http://schemas.microsoft.com/office/drawing/2014/main" id="{855D9F19-B4A8-7D3A-618D-DF029ADEE6C0}"/>
                      </a:ext>
                    </a:extLst>
                  </p:cNvPr>
                  <p:cNvSpPr/>
                  <p:nvPr/>
                </p:nvSpPr>
                <p:spPr>
                  <a:xfrm>
                    <a:off x="4906978" y="2236206"/>
                    <a:ext cx="1013988" cy="516047"/>
                  </a:xfrm>
                  <a:prstGeom prst="rect">
                    <a:avLst/>
                  </a:prstGeom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𝑇</m:t>
                          </m:r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(</m:t>
                          </m:r>
                          <m:f>
                            <m:fPr>
                              <m:ctrlP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num>
                            <m:den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4</m:t>
                              </m:r>
                            </m:den>
                          </m:f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)</m:t>
                          </m:r>
                        </m:oMath>
                      </m:oMathPara>
                    </a14:m>
                    <a:endParaRPr lang="en-US" dirty="0">
                      <a:solidFill>
                        <a:schemeClr val="bg1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20" name="Rectangle 19">
                    <a:extLst>
                      <a:ext uri="{FF2B5EF4-FFF2-40B4-BE49-F238E27FC236}">
                        <a16:creationId xmlns:a16="http://schemas.microsoft.com/office/drawing/2014/main" id="{855D9F19-B4A8-7D3A-618D-DF029ADEE6C0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4906978" y="2236206"/>
                    <a:ext cx="1013988" cy="516047"/>
                  </a:xfrm>
                  <a:prstGeom prst="rect">
                    <a:avLst/>
                  </a:prstGeom>
                  <a:blipFill>
                    <a:blip r:embed="rId13"/>
                    <a:stretch>
                      <a:fillRect b="-6977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1" name="Rectangle 20">
                    <a:extLst>
                      <a:ext uri="{FF2B5EF4-FFF2-40B4-BE49-F238E27FC236}">
                        <a16:creationId xmlns:a16="http://schemas.microsoft.com/office/drawing/2014/main" id="{E1957DF1-45EF-48F5-010B-4E1761664569}"/>
                      </a:ext>
                    </a:extLst>
                  </p:cNvPr>
                  <p:cNvSpPr/>
                  <p:nvPr/>
                </p:nvSpPr>
                <p:spPr>
                  <a:xfrm>
                    <a:off x="5920966" y="2236206"/>
                    <a:ext cx="597529" cy="516047"/>
                  </a:xfrm>
                  <a:prstGeom prst="rect">
                    <a:avLst/>
                  </a:prstGeom>
                  <a:solidFill>
                    <a:schemeClr val="accent2"/>
                  </a:solidFill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f>
                            <m:fPr>
                              <m:ctrlP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num>
                            <m:den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4</m:t>
                              </m:r>
                            </m:den>
                          </m:f>
                        </m:oMath>
                      </m:oMathPara>
                    </a14:m>
                    <a:endParaRPr lang="en-US" dirty="0"/>
                  </a:p>
                </p:txBody>
              </p:sp>
            </mc:Choice>
            <mc:Fallback xmlns="">
              <p:sp>
                <p:nvSpPr>
                  <p:cNvPr id="21" name="Rectangle 20">
                    <a:extLst>
                      <a:ext uri="{FF2B5EF4-FFF2-40B4-BE49-F238E27FC236}">
                        <a16:creationId xmlns:a16="http://schemas.microsoft.com/office/drawing/2014/main" id="{E1957DF1-45EF-48F5-010B-4E1761664569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5920966" y="2236206"/>
                    <a:ext cx="597529" cy="516047"/>
                  </a:xfrm>
                  <a:prstGeom prst="rect">
                    <a:avLst/>
                  </a:prstGeom>
                  <a:blipFill>
                    <a:blip r:embed="rId14"/>
                    <a:stretch>
                      <a:fillRect b="-6977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grpSp>
          <p:nvGrpSpPr>
            <p:cNvPr id="22" name="Group 21">
              <a:extLst>
                <a:ext uri="{FF2B5EF4-FFF2-40B4-BE49-F238E27FC236}">
                  <a16:creationId xmlns:a16="http://schemas.microsoft.com/office/drawing/2014/main" id="{8331D6D5-6945-98FF-3B6D-79F3A27AB1F7}"/>
                </a:ext>
              </a:extLst>
            </p:cNvPr>
            <p:cNvGrpSpPr/>
            <p:nvPr/>
          </p:nvGrpSpPr>
          <p:grpSpPr>
            <a:xfrm>
              <a:off x="8255090" y="4425635"/>
              <a:ext cx="1611517" cy="516047"/>
              <a:chOff x="4906978" y="2236206"/>
              <a:chExt cx="1611517" cy="516047"/>
            </a:xfrm>
          </p:grpSpPr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3" name="Rectangle 22">
                    <a:extLst>
                      <a:ext uri="{FF2B5EF4-FFF2-40B4-BE49-F238E27FC236}">
                        <a16:creationId xmlns:a16="http://schemas.microsoft.com/office/drawing/2014/main" id="{ED565033-E323-D723-0E1C-04845FA6EC2D}"/>
                      </a:ext>
                    </a:extLst>
                  </p:cNvPr>
                  <p:cNvSpPr/>
                  <p:nvPr/>
                </p:nvSpPr>
                <p:spPr>
                  <a:xfrm>
                    <a:off x="4906978" y="2236206"/>
                    <a:ext cx="1013988" cy="516047"/>
                  </a:xfrm>
                  <a:prstGeom prst="rect">
                    <a:avLst/>
                  </a:prstGeom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𝑇</m:t>
                          </m:r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(</m:t>
                          </m:r>
                          <m:f>
                            <m:fPr>
                              <m:ctrlP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num>
                            <m:den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4</m:t>
                              </m:r>
                            </m:den>
                          </m:f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)</m:t>
                          </m:r>
                        </m:oMath>
                      </m:oMathPara>
                    </a14:m>
                    <a:endParaRPr lang="en-US" dirty="0">
                      <a:solidFill>
                        <a:schemeClr val="bg1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23" name="Rectangle 22">
                    <a:extLst>
                      <a:ext uri="{FF2B5EF4-FFF2-40B4-BE49-F238E27FC236}">
                        <a16:creationId xmlns:a16="http://schemas.microsoft.com/office/drawing/2014/main" id="{ED565033-E323-D723-0E1C-04845FA6EC2D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4906978" y="2236206"/>
                    <a:ext cx="1013988" cy="516047"/>
                  </a:xfrm>
                  <a:prstGeom prst="rect">
                    <a:avLst/>
                  </a:prstGeom>
                  <a:blipFill>
                    <a:blip r:embed="rId15"/>
                    <a:stretch>
                      <a:fillRect b="-6977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4" name="Rectangle 23">
                    <a:extLst>
                      <a:ext uri="{FF2B5EF4-FFF2-40B4-BE49-F238E27FC236}">
                        <a16:creationId xmlns:a16="http://schemas.microsoft.com/office/drawing/2014/main" id="{FCEAB724-457D-4F9B-E8F4-BE86D5A5AE97}"/>
                      </a:ext>
                    </a:extLst>
                  </p:cNvPr>
                  <p:cNvSpPr/>
                  <p:nvPr/>
                </p:nvSpPr>
                <p:spPr>
                  <a:xfrm>
                    <a:off x="5920966" y="2236206"/>
                    <a:ext cx="597529" cy="516047"/>
                  </a:xfrm>
                  <a:prstGeom prst="rect">
                    <a:avLst/>
                  </a:prstGeom>
                  <a:solidFill>
                    <a:schemeClr val="accent2"/>
                  </a:solidFill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f>
                            <m:fPr>
                              <m:ctrlP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num>
                            <m:den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4</m:t>
                              </m:r>
                            </m:den>
                          </m:f>
                        </m:oMath>
                      </m:oMathPara>
                    </a14:m>
                    <a:endParaRPr lang="en-US" dirty="0"/>
                  </a:p>
                </p:txBody>
              </p:sp>
            </mc:Choice>
            <mc:Fallback xmlns="">
              <p:sp>
                <p:nvSpPr>
                  <p:cNvPr id="24" name="Rectangle 23">
                    <a:extLst>
                      <a:ext uri="{FF2B5EF4-FFF2-40B4-BE49-F238E27FC236}">
                        <a16:creationId xmlns:a16="http://schemas.microsoft.com/office/drawing/2014/main" id="{FCEAB724-457D-4F9B-E8F4-BE86D5A5AE97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5920966" y="2236206"/>
                    <a:ext cx="597529" cy="516047"/>
                  </a:xfrm>
                  <a:prstGeom prst="rect">
                    <a:avLst/>
                  </a:prstGeom>
                  <a:blipFill>
                    <a:blip r:embed="rId16"/>
                    <a:stretch>
                      <a:fillRect b="-6977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grpSp>
          <p:nvGrpSpPr>
            <p:cNvPr id="25" name="Group 24">
              <a:extLst>
                <a:ext uri="{FF2B5EF4-FFF2-40B4-BE49-F238E27FC236}">
                  <a16:creationId xmlns:a16="http://schemas.microsoft.com/office/drawing/2014/main" id="{AD8228ED-E7ED-90B6-2D02-32D4217E5A54}"/>
                </a:ext>
              </a:extLst>
            </p:cNvPr>
            <p:cNvGrpSpPr/>
            <p:nvPr/>
          </p:nvGrpSpPr>
          <p:grpSpPr>
            <a:xfrm>
              <a:off x="440858" y="6151076"/>
              <a:ext cx="1611517" cy="516047"/>
              <a:chOff x="4906978" y="2236206"/>
              <a:chExt cx="1611517" cy="516047"/>
            </a:xfrm>
          </p:grpSpPr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6" name="Rectangle 25">
                    <a:extLst>
                      <a:ext uri="{FF2B5EF4-FFF2-40B4-BE49-F238E27FC236}">
                        <a16:creationId xmlns:a16="http://schemas.microsoft.com/office/drawing/2014/main" id="{2190E51E-BDBF-4B4D-8490-6721AF7F7966}"/>
                      </a:ext>
                    </a:extLst>
                  </p:cNvPr>
                  <p:cNvSpPr/>
                  <p:nvPr/>
                </p:nvSpPr>
                <p:spPr>
                  <a:xfrm>
                    <a:off x="4906978" y="2236206"/>
                    <a:ext cx="1013988" cy="516047"/>
                  </a:xfrm>
                  <a:prstGeom prst="rect">
                    <a:avLst/>
                  </a:prstGeom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𝑇</m:t>
                          </m:r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(1)</m:t>
                          </m:r>
                        </m:oMath>
                      </m:oMathPara>
                    </a14:m>
                    <a:endParaRPr lang="en-US" dirty="0">
                      <a:solidFill>
                        <a:schemeClr val="bg1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26" name="Rectangle 25">
                    <a:extLst>
                      <a:ext uri="{FF2B5EF4-FFF2-40B4-BE49-F238E27FC236}">
                        <a16:creationId xmlns:a16="http://schemas.microsoft.com/office/drawing/2014/main" id="{2190E51E-BDBF-4B4D-8490-6721AF7F7966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4906978" y="2236206"/>
                    <a:ext cx="1013988" cy="516047"/>
                  </a:xfrm>
                  <a:prstGeom prst="rect">
                    <a:avLst/>
                  </a:prstGeom>
                  <a:blipFill>
                    <a:blip r:embed="rId17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7" name="Rectangle 26">
                    <a:extLst>
                      <a:ext uri="{FF2B5EF4-FFF2-40B4-BE49-F238E27FC236}">
                        <a16:creationId xmlns:a16="http://schemas.microsoft.com/office/drawing/2014/main" id="{BE5BAF23-DED6-C1A0-F4C3-C14810A30100}"/>
                      </a:ext>
                    </a:extLst>
                  </p:cNvPr>
                  <p:cNvSpPr/>
                  <p:nvPr/>
                </p:nvSpPr>
                <p:spPr>
                  <a:xfrm>
                    <a:off x="5920966" y="2236206"/>
                    <a:ext cx="597529" cy="516047"/>
                  </a:xfrm>
                  <a:prstGeom prst="rect">
                    <a:avLst/>
                  </a:prstGeom>
                  <a:solidFill>
                    <a:schemeClr val="accent2"/>
                  </a:solidFill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oMath>
                      </m:oMathPara>
                    </a14:m>
                    <a:endParaRPr lang="en-US" dirty="0"/>
                  </a:p>
                </p:txBody>
              </p:sp>
            </mc:Choice>
            <mc:Fallback xmlns="">
              <p:sp>
                <p:nvSpPr>
                  <p:cNvPr id="27" name="Rectangle 26">
                    <a:extLst>
                      <a:ext uri="{FF2B5EF4-FFF2-40B4-BE49-F238E27FC236}">
                        <a16:creationId xmlns:a16="http://schemas.microsoft.com/office/drawing/2014/main" id="{BE5BAF23-DED6-C1A0-F4C3-C14810A30100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5920966" y="2236206"/>
                    <a:ext cx="597529" cy="516047"/>
                  </a:xfrm>
                  <a:prstGeom prst="rect">
                    <a:avLst/>
                  </a:prstGeom>
                  <a:blipFill>
                    <a:blip r:embed="rId18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grpSp>
          <p:nvGrpSpPr>
            <p:cNvPr id="28" name="Group 27">
              <a:extLst>
                <a:ext uri="{FF2B5EF4-FFF2-40B4-BE49-F238E27FC236}">
                  <a16:creationId xmlns:a16="http://schemas.microsoft.com/office/drawing/2014/main" id="{B53FDEE3-9C4C-57AE-59E4-4F9CDD1D6412}"/>
                </a:ext>
              </a:extLst>
            </p:cNvPr>
            <p:cNvGrpSpPr/>
            <p:nvPr/>
          </p:nvGrpSpPr>
          <p:grpSpPr>
            <a:xfrm>
              <a:off x="2367479" y="6151075"/>
              <a:ext cx="1611517" cy="516047"/>
              <a:chOff x="4906978" y="2236206"/>
              <a:chExt cx="1611517" cy="516047"/>
            </a:xfrm>
          </p:grpSpPr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9" name="Rectangle 28">
                    <a:extLst>
                      <a:ext uri="{FF2B5EF4-FFF2-40B4-BE49-F238E27FC236}">
                        <a16:creationId xmlns:a16="http://schemas.microsoft.com/office/drawing/2014/main" id="{08ABD111-9C5F-B812-8A63-C76151FEC6A5}"/>
                      </a:ext>
                    </a:extLst>
                  </p:cNvPr>
                  <p:cNvSpPr/>
                  <p:nvPr/>
                </p:nvSpPr>
                <p:spPr>
                  <a:xfrm>
                    <a:off x="4906978" y="2236206"/>
                    <a:ext cx="1013988" cy="516047"/>
                  </a:xfrm>
                  <a:prstGeom prst="rect">
                    <a:avLst/>
                  </a:prstGeom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𝑇</m:t>
                          </m:r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(1)</m:t>
                          </m:r>
                        </m:oMath>
                      </m:oMathPara>
                    </a14:m>
                    <a:endParaRPr lang="en-US" dirty="0">
                      <a:solidFill>
                        <a:schemeClr val="bg1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29" name="Rectangle 28">
                    <a:extLst>
                      <a:ext uri="{FF2B5EF4-FFF2-40B4-BE49-F238E27FC236}">
                        <a16:creationId xmlns:a16="http://schemas.microsoft.com/office/drawing/2014/main" id="{08ABD111-9C5F-B812-8A63-C76151FEC6A5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4906978" y="2236206"/>
                    <a:ext cx="1013988" cy="516047"/>
                  </a:xfrm>
                  <a:prstGeom prst="rect">
                    <a:avLst/>
                  </a:prstGeom>
                  <a:blipFill>
                    <a:blip r:embed="rId19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30" name="Rectangle 29">
                    <a:extLst>
                      <a:ext uri="{FF2B5EF4-FFF2-40B4-BE49-F238E27FC236}">
                        <a16:creationId xmlns:a16="http://schemas.microsoft.com/office/drawing/2014/main" id="{7B31E3D2-9ED4-19BC-AF2D-5825B4E1FFDA}"/>
                      </a:ext>
                    </a:extLst>
                  </p:cNvPr>
                  <p:cNvSpPr/>
                  <p:nvPr/>
                </p:nvSpPr>
                <p:spPr>
                  <a:xfrm>
                    <a:off x="5920966" y="2236206"/>
                    <a:ext cx="597529" cy="516047"/>
                  </a:xfrm>
                  <a:prstGeom prst="rect">
                    <a:avLst/>
                  </a:prstGeom>
                  <a:solidFill>
                    <a:schemeClr val="accent2"/>
                  </a:solidFill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oMath>
                      </m:oMathPara>
                    </a14:m>
                    <a:endParaRPr lang="en-US" dirty="0"/>
                  </a:p>
                </p:txBody>
              </p:sp>
            </mc:Choice>
            <mc:Fallback xmlns="">
              <p:sp>
                <p:nvSpPr>
                  <p:cNvPr id="30" name="Rectangle 29">
                    <a:extLst>
                      <a:ext uri="{FF2B5EF4-FFF2-40B4-BE49-F238E27FC236}">
                        <a16:creationId xmlns:a16="http://schemas.microsoft.com/office/drawing/2014/main" id="{7B31E3D2-9ED4-19BC-AF2D-5825B4E1FFDA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5920966" y="2236206"/>
                    <a:ext cx="597529" cy="516047"/>
                  </a:xfrm>
                  <a:prstGeom prst="rect">
                    <a:avLst/>
                  </a:prstGeom>
                  <a:blipFill>
                    <a:blip r:embed="rId20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grpSp>
          <p:nvGrpSpPr>
            <p:cNvPr id="31" name="Group 30">
              <a:extLst>
                <a:ext uri="{FF2B5EF4-FFF2-40B4-BE49-F238E27FC236}">
                  <a16:creationId xmlns:a16="http://schemas.microsoft.com/office/drawing/2014/main" id="{B1F82D08-7F62-00AC-8E12-265DC1A82590}"/>
                </a:ext>
              </a:extLst>
            </p:cNvPr>
            <p:cNvGrpSpPr/>
            <p:nvPr/>
          </p:nvGrpSpPr>
          <p:grpSpPr>
            <a:xfrm>
              <a:off x="4395455" y="6151074"/>
              <a:ext cx="1611517" cy="516047"/>
              <a:chOff x="4906978" y="2236206"/>
              <a:chExt cx="1611517" cy="516047"/>
            </a:xfrm>
          </p:grpSpPr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32" name="Rectangle 31">
                    <a:extLst>
                      <a:ext uri="{FF2B5EF4-FFF2-40B4-BE49-F238E27FC236}">
                        <a16:creationId xmlns:a16="http://schemas.microsoft.com/office/drawing/2014/main" id="{C7BE5CFE-C8A6-2430-5DFA-D5780382C153}"/>
                      </a:ext>
                    </a:extLst>
                  </p:cNvPr>
                  <p:cNvSpPr/>
                  <p:nvPr/>
                </p:nvSpPr>
                <p:spPr>
                  <a:xfrm>
                    <a:off x="4906978" y="2236206"/>
                    <a:ext cx="1013988" cy="516047"/>
                  </a:xfrm>
                  <a:prstGeom prst="rect">
                    <a:avLst/>
                  </a:prstGeom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𝑇</m:t>
                          </m:r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(1)</m:t>
                          </m:r>
                        </m:oMath>
                      </m:oMathPara>
                    </a14:m>
                    <a:endParaRPr lang="en-US" dirty="0">
                      <a:solidFill>
                        <a:schemeClr val="bg1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32" name="Rectangle 31">
                    <a:extLst>
                      <a:ext uri="{FF2B5EF4-FFF2-40B4-BE49-F238E27FC236}">
                        <a16:creationId xmlns:a16="http://schemas.microsoft.com/office/drawing/2014/main" id="{C7BE5CFE-C8A6-2430-5DFA-D5780382C153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4906978" y="2236206"/>
                    <a:ext cx="1013988" cy="516047"/>
                  </a:xfrm>
                  <a:prstGeom prst="rect">
                    <a:avLst/>
                  </a:prstGeom>
                  <a:blipFill>
                    <a:blip r:embed="rId21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33" name="Rectangle 32">
                    <a:extLst>
                      <a:ext uri="{FF2B5EF4-FFF2-40B4-BE49-F238E27FC236}">
                        <a16:creationId xmlns:a16="http://schemas.microsoft.com/office/drawing/2014/main" id="{B226E173-457F-842E-EDA0-4B6C1B853CC9}"/>
                      </a:ext>
                    </a:extLst>
                  </p:cNvPr>
                  <p:cNvSpPr/>
                  <p:nvPr/>
                </p:nvSpPr>
                <p:spPr>
                  <a:xfrm>
                    <a:off x="5920966" y="2236206"/>
                    <a:ext cx="597529" cy="516047"/>
                  </a:xfrm>
                  <a:prstGeom prst="rect">
                    <a:avLst/>
                  </a:prstGeom>
                  <a:solidFill>
                    <a:schemeClr val="accent2"/>
                  </a:solidFill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oMath>
                      </m:oMathPara>
                    </a14:m>
                    <a:endParaRPr lang="en-US" dirty="0"/>
                  </a:p>
                </p:txBody>
              </p:sp>
            </mc:Choice>
            <mc:Fallback xmlns="">
              <p:sp>
                <p:nvSpPr>
                  <p:cNvPr id="33" name="Rectangle 32">
                    <a:extLst>
                      <a:ext uri="{FF2B5EF4-FFF2-40B4-BE49-F238E27FC236}">
                        <a16:creationId xmlns:a16="http://schemas.microsoft.com/office/drawing/2014/main" id="{B226E173-457F-842E-EDA0-4B6C1B853CC9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5920966" y="2236206"/>
                    <a:ext cx="597529" cy="516047"/>
                  </a:xfrm>
                  <a:prstGeom prst="rect">
                    <a:avLst/>
                  </a:prstGeom>
                  <a:blipFill>
                    <a:blip r:embed="rId22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grpSp>
          <p:nvGrpSpPr>
            <p:cNvPr id="34" name="Group 33">
              <a:extLst>
                <a:ext uri="{FF2B5EF4-FFF2-40B4-BE49-F238E27FC236}">
                  <a16:creationId xmlns:a16="http://schemas.microsoft.com/office/drawing/2014/main" id="{8CBCE186-927F-5F42-2BB8-AD2B5F87C75E}"/>
                </a:ext>
              </a:extLst>
            </p:cNvPr>
            <p:cNvGrpSpPr/>
            <p:nvPr/>
          </p:nvGrpSpPr>
          <p:grpSpPr>
            <a:xfrm>
              <a:off x="9018762" y="6151073"/>
              <a:ext cx="1611517" cy="516047"/>
              <a:chOff x="4906978" y="2236206"/>
              <a:chExt cx="1611517" cy="516047"/>
            </a:xfrm>
          </p:grpSpPr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35" name="Rectangle 34">
                    <a:extLst>
                      <a:ext uri="{FF2B5EF4-FFF2-40B4-BE49-F238E27FC236}">
                        <a16:creationId xmlns:a16="http://schemas.microsoft.com/office/drawing/2014/main" id="{6D55552F-BF28-D25C-3CD5-34EC4AD82CEB}"/>
                      </a:ext>
                    </a:extLst>
                  </p:cNvPr>
                  <p:cNvSpPr/>
                  <p:nvPr/>
                </p:nvSpPr>
                <p:spPr>
                  <a:xfrm>
                    <a:off x="4906978" y="2236206"/>
                    <a:ext cx="1013988" cy="516047"/>
                  </a:xfrm>
                  <a:prstGeom prst="rect">
                    <a:avLst/>
                  </a:prstGeom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𝑇</m:t>
                          </m:r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(1)</m:t>
                          </m:r>
                        </m:oMath>
                      </m:oMathPara>
                    </a14:m>
                    <a:endParaRPr lang="en-US" dirty="0">
                      <a:solidFill>
                        <a:schemeClr val="bg1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35" name="Rectangle 34">
                    <a:extLst>
                      <a:ext uri="{FF2B5EF4-FFF2-40B4-BE49-F238E27FC236}">
                        <a16:creationId xmlns:a16="http://schemas.microsoft.com/office/drawing/2014/main" id="{6D55552F-BF28-D25C-3CD5-34EC4AD82CEB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4906978" y="2236206"/>
                    <a:ext cx="1013988" cy="516047"/>
                  </a:xfrm>
                  <a:prstGeom prst="rect">
                    <a:avLst/>
                  </a:prstGeom>
                  <a:blipFill>
                    <a:blip r:embed="rId23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36" name="Rectangle 35">
                    <a:extLst>
                      <a:ext uri="{FF2B5EF4-FFF2-40B4-BE49-F238E27FC236}">
                        <a16:creationId xmlns:a16="http://schemas.microsoft.com/office/drawing/2014/main" id="{2E1CDB2F-D063-0563-8AB9-CC0D317221F4}"/>
                      </a:ext>
                    </a:extLst>
                  </p:cNvPr>
                  <p:cNvSpPr/>
                  <p:nvPr/>
                </p:nvSpPr>
                <p:spPr>
                  <a:xfrm>
                    <a:off x="5920966" y="2236206"/>
                    <a:ext cx="597529" cy="516047"/>
                  </a:xfrm>
                  <a:prstGeom prst="rect">
                    <a:avLst/>
                  </a:prstGeom>
                  <a:solidFill>
                    <a:schemeClr val="accent2"/>
                  </a:solidFill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oMath>
                      </m:oMathPara>
                    </a14:m>
                    <a:endParaRPr lang="en-US" dirty="0"/>
                  </a:p>
                </p:txBody>
              </p:sp>
            </mc:Choice>
            <mc:Fallback xmlns="">
              <p:sp>
                <p:nvSpPr>
                  <p:cNvPr id="36" name="Rectangle 35">
                    <a:extLst>
                      <a:ext uri="{FF2B5EF4-FFF2-40B4-BE49-F238E27FC236}">
                        <a16:creationId xmlns:a16="http://schemas.microsoft.com/office/drawing/2014/main" id="{2E1CDB2F-D063-0563-8AB9-CC0D317221F4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5920966" y="2236206"/>
                    <a:ext cx="597529" cy="516047"/>
                  </a:xfrm>
                  <a:prstGeom prst="rect">
                    <a:avLst/>
                  </a:prstGeom>
                  <a:blipFill>
                    <a:blip r:embed="rId24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cxnSp>
          <p:nvCxnSpPr>
            <p:cNvPr id="38" name="Straight Connector 37">
              <a:extLst>
                <a:ext uri="{FF2B5EF4-FFF2-40B4-BE49-F238E27FC236}">
                  <a16:creationId xmlns:a16="http://schemas.microsoft.com/office/drawing/2014/main" id="{F3C2804B-16B2-5AB0-3206-4547A692B90A}"/>
                </a:ext>
              </a:extLst>
            </p:cNvPr>
            <p:cNvCxnSpPr>
              <a:stCxn id="3" idx="2"/>
              <a:endCxn id="11" idx="0"/>
            </p:cNvCxnSpPr>
            <p:nvPr/>
          </p:nvCxnSpPr>
          <p:spPr>
            <a:xfrm flipH="1">
              <a:off x="3381467" y="2693026"/>
              <a:ext cx="1836345" cy="47795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" name="Straight Connector 38">
              <a:extLst>
                <a:ext uri="{FF2B5EF4-FFF2-40B4-BE49-F238E27FC236}">
                  <a16:creationId xmlns:a16="http://schemas.microsoft.com/office/drawing/2014/main" id="{D3A9685B-5696-E175-AAA9-150C39184C36}"/>
                </a:ext>
              </a:extLst>
            </p:cNvPr>
            <p:cNvCxnSpPr>
              <a:cxnSpLocks/>
              <a:stCxn id="3" idx="2"/>
              <a:endCxn id="8" idx="0"/>
            </p:cNvCxnSpPr>
            <p:nvPr/>
          </p:nvCxnSpPr>
          <p:spPr>
            <a:xfrm>
              <a:off x="5217812" y="2693026"/>
              <a:ext cx="1946079" cy="47795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" name="Straight Connector 41">
              <a:extLst>
                <a:ext uri="{FF2B5EF4-FFF2-40B4-BE49-F238E27FC236}">
                  <a16:creationId xmlns:a16="http://schemas.microsoft.com/office/drawing/2014/main" id="{B106FC71-4E9E-0B17-D5C7-27D9D962371B}"/>
                </a:ext>
              </a:extLst>
            </p:cNvPr>
            <p:cNvCxnSpPr>
              <a:cxnSpLocks/>
              <a:stCxn id="11" idx="2"/>
              <a:endCxn id="14" idx="0"/>
            </p:cNvCxnSpPr>
            <p:nvPr/>
          </p:nvCxnSpPr>
          <p:spPr>
            <a:xfrm flipH="1">
              <a:off x="2068715" y="3687023"/>
              <a:ext cx="1312752" cy="738615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5" name="Straight Connector 44">
              <a:extLst>
                <a:ext uri="{FF2B5EF4-FFF2-40B4-BE49-F238E27FC236}">
                  <a16:creationId xmlns:a16="http://schemas.microsoft.com/office/drawing/2014/main" id="{21F20875-80E6-D398-7645-C244CBBA66C9}"/>
                </a:ext>
              </a:extLst>
            </p:cNvPr>
            <p:cNvCxnSpPr>
              <a:cxnSpLocks/>
              <a:stCxn id="11" idx="2"/>
              <a:endCxn id="17" idx="0"/>
            </p:cNvCxnSpPr>
            <p:nvPr/>
          </p:nvCxnSpPr>
          <p:spPr>
            <a:xfrm>
              <a:off x="3381467" y="3687023"/>
              <a:ext cx="1004519" cy="738612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8" name="Straight Connector 47">
              <a:extLst>
                <a:ext uri="{FF2B5EF4-FFF2-40B4-BE49-F238E27FC236}">
                  <a16:creationId xmlns:a16="http://schemas.microsoft.com/office/drawing/2014/main" id="{AB102DC3-8C8F-51A7-775F-FAEF1171AE95}"/>
                </a:ext>
              </a:extLst>
            </p:cNvPr>
            <p:cNvCxnSpPr>
              <a:cxnSpLocks/>
              <a:stCxn id="8" idx="2"/>
              <a:endCxn id="20" idx="0"/>
            </p:cNvCxnSpPr>
            <p:nvPr/>
          </p:nvCxnSpPr>
          <p:spPr>
            <a:xfrm flipH="1">
              <a:off x="6610537" y="3687023"/>
              <a:ext cx="553354" cy="738612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1" name="Straight Connector 50">
              <a:extLst>
                <a:ext uri="{FF2B5EF4-FFF2-40B4-BE49-F238E27FC236}">
                  <a16:creationId xmlns:a16="http://schemas.microsoft.com/office/drawing/2014/main" id="{A6E2A88B-6FF9-9602-0F0A-7CBB16F06A25}"/>
                </a:ext>
              </a:extLst>
            </p:cNvPr>
            <p:cNvCxnSpPr>
              <a:cxnSpLocks/>
              <a:stCxn id="8" idx="2"/>
              <a:endCxn id="23" idx="0"/>
            </p:cNvCxnSpPr>
            <p:nvPr/>
          </p:nvCxnSpPr>
          <p:spPr>
            <a:xfrm>
              <a:off x="7163891" y="3687023"/>
              <a:ext cx="1598193" cy="738612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54" name="TextBox 53">
              <a:extLst>
                <a:ext uri="{FF2B5EF4-FFF2-40B4-BE49-F238E27FC236}">
                  <a16:creationId xmlns:a16="http://schemas.microsoft.com/office/drawing/2014/main" id="{EB5899FB-64C4-2282-BB80-ACC7784A5A22}"/>
                </a:ext>
              </a:extLst>
            </p:cNvPr>
            <p:cNvSpPr txBox="1"/>
            <p:nvPr/>
          </p:nvSpPr>
          <p:spPr>
            <a:xfrm>
              <a:off x="2640168" y="5412460"/>
              <a:ext cx="133882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……………</a:t>
              </a:r>
            </a:p>
          </p:txBody>
        </p:sp>
        <p:sp>
          <p:nvSpPr>
            <p:cNvPr id="55" name="TextBox 54">
              <a:extLst>
                <a:ext uri="{FF2B5EF4-FFF2-40B4-BE49-F238E27FC236}">
                  <a16:creationId xmlns:a16="http://schemas.microsoft.com/office/drawing/2014/main" id="{4A459BF3-D3B8-AD91-4312-2EB439F6ED2C}"/>
                </a:ext>
              </a:extLst>
            </p:cNvPr>
            <p:cNvSpPr txBox="1"/>
            <p:nvPr/>
          </p:nvSpPr>
          <p:spPr>
            <a:xfrm>
              <a:off x="7293573" y="5369633"/>
              <a:ext cx="133882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……………</a:t>
              </a:r>
            </a:p>
          </p:txBody>
        </p:sp>
        <p:cxnSp>
          <p:nvCxnSpPr>
            <p:cNvPr id="56" name="Straight Connector 55">
              <a:extLst>
                <a:ext uri="{FF2B5EF4-FFF2-40B4-BE49-F238E27FC236}">
                  <a16:creationId xmlns:a16="http://schemas.microsoft.com/office/drawing/2014/main" id="{E72386F0-7E70-8118-030B-F75CBF0344FE}"/>
                </a:ext>
              </a:extLst>
            </p:cNvPr>
            <p:cNvCxnSpPr>
              <a:cxnSpLocks/>
              <a:endCxn id="26" idx="0"/>
            </p:cNvCxnSpPr>
            <p:nvPr/>
          </p:nvCxnSpPr>
          <p:spPr>
            <a:xfrm flipH="1">
              <a:off x="947852" y="5884752"/>
              <a:ext cx="805758" cy="266324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9" name="Straight Connector 58">
              <a:extLst>
                <a:ext uri="{FF2B5EF4-FFF2-40B4-BE49-F238E27FC236}">
                  <a16:creationId xmlns:a16="http://schemas.microsoft.com/office/drawing/2014/main" id="{959C41A6-FFF5-712C-2EF3-1BF8E26F33A0}"/>
                </a:ext>
              </a:extLst>
            </p:cNvPr>
            <p:cNvCxnSpPr>
              <a:cxnSpLocks/>
              <a:stCxn id="29" idx="0"/>
            </p:cNvCxnSpPr>
            <p:nvPr/>
          </p:nvCxnSpPr>
          <p:spPr>
            <a:xfrm flipH="1" flipV="1">
              <a:off x="2640168" y="5928507"/>
              <a:ext cx="234305" cy="222568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2" name="Straight Connector 61">
              <a:extLst>
                <a:ext uri="{FF2B5EF4-FFF2-40B4-BE49-F238E27FC236}">
                  <a16:creationId xmlns:a16="http://schemas.microsoft.com/office/drawing/2014/main" id="{A649BD9F-397E-614B-2457-FC35706FEEBD}"/>
                </a:ext>
              </a:extLst>
            </p:cNvPr>
            <p:cNvCxnSpPr>
              <a:cxnSpLocks/>
              <a:stCxn id="14" idx="2"/>
            </p:cNvCxnSpPr>
            <p:nvPr/>
          </p:nvCxnSpPr>
          <p:spPr>
            <a:xfrm flipH="1">
              <a:off x="1707164" y="4941685"/>
              <a:ext cx="361551" cy="266324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913" name="Straight Connector 38912">
              <a:extLst>
                <a:ext uri="{FF2B5EF4-FFF2-40B4-BE49-F238E27FC236}">
                  <a16:creationId xmlns:a16="http://schemas.microsoft.com/office/drawing/2014/main" id="{4337BD3D-74ED-8450-A9F2-FEBC742885C3}"/>
                </a:ext>
              </a:extLst>
            </p:cNvPr>
            <p:cNvCxnSpPr>
              <a:cxnSpLocks/>
              <a:stCxn id="14" idx="2"/>
            </p:cNvCxnSpPr>
            <p:nvPr/>
          </p:nvCxnSpPr>
          <p:spPr>
            <a:xfrm>
              <a:off x="2068715" y="4941685"/>
              <a:ext cx="298764" cy="262171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919" name="Straight Connector 38918">
              <a:extLst>
                <a:ext uri="{FF2B5EF4-FFF2-40B4-BE49-F238E27FC236}">
                  <a16:creationId xmlns:a16="http://schemas.microsoft.com/office/drawing/2014/main" id="{E7EBB6DF-739F-AEAF-41CF-D38B3FA2D2B4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050796" y="4941682"/>
              <a:ext cx="361551" cy="266324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920" name="Straight Connector 38919">
              <a:extLst>
                <a:ext uri="{FF2B5EF4-FFF2-40B4-BE49-F238E27FC236}">
                  <a16:creationId xmlns:a16="http://schemas.microsoft.com/office/drawing/2014/main" id="{FA3B53A5-56E2-A79E-C6E7-F95C71DA8E30}"/>
                </a:ext>
              </a:extLst>
            </p:cNvPr>
            <p:cNvCxnSpPr>
              <a:cxnSpLocks/>
            </p:cNvCxnSpPr>
            <p:nvPr/>
          </p:nvCxnSpPr>
          <p:spPr>
            <a:xfrm>
              <a:off x="4412347" y="4941682"/>
              <a:ext cx="298764" cy="262171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921" name="Straight Connector 38920">
              <a:extLst>
                <a:ext uri="{FF2B5EF4-FFF2-40B4-BE49-F238E27FC236}">
                  <a16:creationId xmlns:a16="http://schemas.microsoft.com/office/drawing/2014/main" id="{C28F4239-6C73-373E-2985-EA06874A275C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280379" y="4941682"/>
              <a:ext cx="361551" cy="266324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922" name="Straight Connector 38921">
              <a:extLst>
                <a:ext uri="{FF2B5EF4-FFF2-40B4-BE49-F238E27FC236}">
                  <a16:creationId xmlns:a16="http://schemas.microsoft.com/office/drawing/2014/main" id="{89EF912F-37C0-06E1-8B65-2C1AC13AA3CC}"/>
                </a:ext>
              </a:extLst>
            </p:cNvPr>
            <p:cNvCxnSpPr>
              <a:cxnSpLocks/>
            </p:cNvCxnSpPr>
            <p:nvPr/>
          </p:nvCxnSpPr>
          <p:spPr>
            <a:xfrm>
              <a:off x="6641930" y="4941682"/>
              <a:ext cx="298764" cy="262171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923" name="Straight Connector 38922">
              <a:extLst>
                <a:ext uri="{FF2B5EF4-FFF2-40B4-BE49-F238E27FC236}">
                  <a16:creationId xmlns:a16="http://schemas.microsoft.com/office/drawing/2014/main" id="{9F8B19F7-4FCA-5540-527B-D75A993B2108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8400533" y="4941682"/>
              <a:ext cx="361551" cy="266324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924" name="Straight Connector 38923">
              <a:extLst>
                <a:ext uri="{FF2B5EF4-FFF2-40B4-BE49-F238E27FC236}">
                  <a16:creationId xmlns:a16="http://schemas.microsoft.com/office/drawing/2014/main" id="{281B5FC5-1BFE-8D39-7F60-01CBCA1334BD}"/>
                </a:ext>
              </a:extLst>
            </p:cNvPr>
            <p:cNvCxnSpPr>
              <a:cxnSpLocks/>
            </p:cNvCxnSpPr>
            <p:nvPr/>
          </p:nvCxnSpPr>
          <p:spPr>
            <a:xfrm>
              <a:off x="8762084" y="4941682"/>
              <a:ext cx="298764" cy="262171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925" name="Straight Connector 38924">
              <a:extLst>
                <a:ext uri="{FF2B5EF4-FFF2-40B4-BE49-F238E27FC236}">
                  <a16:creationId xmlns:a16="http://schemas.microsoft.com/office/drawing/2014/main" id="{BD9FF1D0-76AD-0DFF-4378-09A82B9A58E9}"/>
                </a:ext>
              </a:extLst>
            </p:cNvPr>
            <p:cNvCxnSpPr>
              <a:cxnSpLocks/>
              <a:stCxn id="32" idx="0"/>
            </p:cNvCxnSpPr>
            <p:nvPr/>
          </p:nvCxnSpPr>
          <p:spPr>
            <a:xfrm flipV="1">
              <a:off x="4902449" y="5928507"/>
              <a:ext cx="315363" cy="222567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928" name="Straight Connector 38927">
              <a:extLst>
                <a:ext uri="{FF2B5EF4-FFF2-40B4-BE49-F238E27FC236}">
                  <a16:creationId xmlns:a16="http://schemas.microsoft.com/office/drawing/2014/main" id="{4B0FBB0B-A619-CA2E-0D4A-03C90C814EBD}"/>
                </a:ext>
              </a:extLst>
            </p:cNvPr>
            <p:cNvCxnSpPr>
              <a:cxnSpLocks/>
              <a:stCxn id="35" idx="0"/>
            </p:cNvCxnSpPr>
            <p:nvPr/>
          </p:nvCxnSpPr>
          <p:spPr>
            <a:xfrm flipH="1" flipV="1">
              <a:off x="9018762" y="5884752"/>
              <a:ext cx="506994" cy="266321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8931" name="TextBox 38930">
              <a:extLst>
                <a:ext uri="{FF2B5EF4-FFF2-40B4-BE49-F238E27FC236}">
                  <a16:creationId xmlns:a16="http://schemas.microsoft.com/office/drawing/2014/main" id="{FF72EBE2-8E2F-B145-A8A3-639080DA3319}"/>
                </a:ext>
              </a:extLst>
            </p:cNvPr>
            <p:cNvSpPr txBox="1"/>
            <p:nvPr/>
          </p:nvSpPr>
          <p:spPr>
            <a:xfrm>
              <a:off x="6791312" y="6187287"/>
              <a:ext cx="133882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……………</a:t>
              </a:r>
            </a:p>
          </p:txBody>
        </p:sp>
      </p:grpSp>
      <p:sp>
        <p:nvSpPr>
          <p:cNvPr id="38933" name="TextBox 38932">
            <a:extLst>
              <a:ext uri="{FF2B5EF4-FFF2-40B4-BE49-F238E27FC236}">
                <a16:creationId xmlns:a16="http://schemas.microsoft.com/office/drawing/2014/main" id="{B3021B52-1BF1-867A-3F14-90DF567B4A1C}"/>
              </a:ext>
            </a:extLst>
          </p:cNvPr>
          <p:cNvSpPr txBox="1"/>
          <p:nvPr/>
        </p:nvSpPr>
        <p:spPr>
          <a:xfrm>
            <a:off x="1296519" y="515561"/>
            <a:ext cx="2119473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Count up the recursive work. </a:t>
            </a:r>
            <a:r>
              <a:rPr lang="en-US" dirty="0">
                <a:solidFill>
                  <a:schemeClr val="accent1"/>
                </a:solidFill>
              </a:rPr>
              <a:t>Parameter value is in green box</a:t>
            </a:r>
            <a:r>
              <a:rPr lang="en-US" dirty="0"/>
              <a:t>, </a:t>
            </a:r>
            <a:r>
              <a:rPr lang="en-US" dirty="0">
                <a:solidFill>
                  <a:schemeClr val="accent2"/>
                </a:solidFill>
              </a:rPr>
              <a:t>amount of work done is in blue box</a:t>
            </a:r>
          </a:p>
        </p:txBody>
      </p:sp>
      <p:cxnSp>
        <p:nvCxnSpPr>
          <p:cNvPr id="40" name="Straight Connector 39">
            <a:extLst>
              <a:ext uri="{FF2B5EF4-FFF2-40B4-BE49-F238E27FC236}">
                <a16:creationId xmlns:a16="http://schemas.microsoft.com/office/drawing/2014/main" id="{40406258-DAA0-673E-0554-0D27D629B0A5}"/>
              </a:ext>
            </a:extLst>
          </p:cNvPr>
          <p:cNvCxnSpPr>
            <a:cxnSpLocks/>
          </p:cNvCxnSpPr>
          <p:nvPr/>
        </p:nvCxnSpPr>
        <p:spPr>
          <a:xfrm>
            <a:off x="4817554" y="1701671"/>
            <a:ext cx="2198876" cy="0"/>
          </a:xfrm>
          <a:prstGeom prst="line">
            <a:avLst/>
          </a:prstGeom>
          <a:ln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43" name="TextBox 42">
                <a:extLst>
                  <a:ext uri="{FF2B5EF4-FFF2-40B4-BE49-F238E27FC236}">
                    <a16:creationId xmlns:a16="http://schemas.microsoft.com/office/drawing/2014/main" id="{8CFFE446-0A8E-E9F8-4E16-EB71BFB05583}"/>
                  </a:ext>
                </a:extLst>
              </p:cNvPr>
              <p:cNvSpPr txBox="1"/>
              <p:nvPr/>
            </p:nvSpPr>
            <p:spPr>
              <a:xfrm>
                <a:off x="7266836" y="1537738"/>
                <a:ext cx="597529" cy="369332"/>
              </a:xfrm>
              <a:prstGeom prst="rect">
                <a:avLst/>
              </a:prstGeom>
              <a:noFill/>
              <a:ln>
                <a:solidFill>
                  <a:schemeClr val="accent2"/>
                </a:solidFill>
              </a:ln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accent2"/>
                          </a:solidFill>
                          <a:latin typeface="Cambria Math" panose="02040503050406030204" pitchFamily="18" charset="0"/>
                        </a:rPr>
                        <m:t>𝑛</m:t>
                      </m:r>
                    </m:oMath>
                  </m:oMathPara>
                </a14:m>
                <a:endParaRPr lang="en-US" dirty="0">
                  <a:solidFill>
                    <a:schemeClr val="accent2"/>
                  </a:solidFill>
                </a:endParaRPr>
              </a:p>
            </p:txBody>
          </p:sp>
        </mc:Choice>
        <mc:Fallback xmlns="">
          <p:sp>
            <p:nvSpPr>
              <p:cNvPr id="43" name="TextBox 42">
                <a:extLst>
                  <a:ext uri="{FF2B5EF4-FFF2-40B4-BE49-F238E27FC236}">
                    <a16:creationId xmlns:a16="http://schemas.microsoft.com/office/drawing/2014/main" id="{8CFFE446-0A8E-E9F8-4E16-EB71BFB0558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266836" y="1537738"/>
                <a:ext cx="597529" cy="369332"/>
              </a:xfrm>
              <a:prstGeom prst="rect">
                <a:avLst/>
              </a:prstGeom>
              <a:blipFill>
                <a:blip r:embed="rId25"/>
                <a:stretch>
                  <a:fillRect/>
                </a:stretch>
              </a:blipFill>
              <a:ln>
                <a:solidFill>
                  <a:schemeClr val="accent2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44" name="Straight Connector 43">
            <a:extLst>
              <a:ext uri="{FF2B5EF4-FFF2-40B4-BE49-F238E27FC236}">
                <a16:creationId xmlns:a16="http://schemas.microsoft.com/office/drawing/2014/main" id="{1081D368-3426-D849-D504-AB5B25048C73}"/>
              </a:ext>
            </a:extLst>
          </p:cNvPr>
          <p:cNvCxnSpPr>
            <a:cxnSpLocks/>
          </p:cNvCxnSpPr>
          <p:nvPr/>
        </p:nvCxnSpPr>
        <p:spPr>
          <a:xfrm>
            <a:off x="6473756" y="2625527"/>
            <a:ext cx="652570" cy="0"/>
          </a:xfrm>
          <a:prstGeom prst="line">
            <a:avLst/>
          </a:prstGeom>
          <a:ln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46" name="TextBox 45">
                <a:extLst>
                  <a:ext uri="{FF2B5EF4-FFF2-40B4-BE49-F238E27FC236}">
                    <a16:creationId xmlns:a16="http://schemas.microsoft.com/office/drawing/2014/main" id="{AB315C76-68D6-91AD-2DC0-0F73BEB452A1}"/>
                  </a:ext>
                </a:extLst>
              </p:cNvPr>
              <p:cNvSpPr txBox="1"/>
              <p:nvPr/>
            </p:nvSpPr>
            <p:spPr>
              <a:xfrm>
                <a:off x="7266836" y="2343901"/>
                <a:ext cx="1352064" cy="564898"/>
              </a:xfrm>
              <a:prstGeom prst="rect">
                <a:avLst/>
              </a:prstGeom>
              <a:noFill/>
              <a:ln>
                <a:solidFill>
                  <a:schemeClr val="accent2"/>
                </a:solidFill>
              </a:ln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b="0" i="1" smtClean="0">
                              <a:solidFill>
                                <a:schemeClr val="accent2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solidFill>
                                <a:schemeClr val="accent2"/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</m:num>
                        <m:den>
                          <m:r>
                            <a:rPr lang="en-US" b="0" i="1" smtClean="0">
                              <a:solidFill>
                                <a:schemeClr val="accent2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  <m:r>
                        <a:rPr lang="en-US" b="0" i="1" smtClean="0">
                          <a:solidFill>
                            <a:schemeClr val="accent2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f>
                        <m:fPr>
                          <m:ctrlPr>
                            <a:rPr lang="en-US" b="0" i="1" smtClean="0">
                              <a:solidFill>
                                <a:schemeClr val="accent2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solidFill>
                                <a:schemeClr val="accent2"/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</m:num>
                        <m:den>
                          <m:r>
                            <a:rPr lang="en-US" b="0" i="1" smtClean="0">
                              <a:solidFill>
                                <a:schemeClr val="accent2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  <m:r>
                        <a:rPr lang="en-US" b="0" i="1" smtClean="0">
                          <a:solidFill>
                            <a:schemeClr val="accent2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0" i="1" smtClean="0">
                          <a:solidFill>
                            <a:schemeClr val="accent2"/>
                          </a:solidFill>
                          <a:latin typeface="Cambria Math" panose="02040503050406030204" pitchFamily="18" charset="0"/>
                        </a:rPr>
                        <m:t>𝑛</m:t>
                      </m:r>
                    </m:oMath>
                  </m:oMathPara>
                </a14:m>
                <a:endParaRPr lang="en-US" dirty="0">
                  <a:solidFill>
                    <a:schemeClr val="accent2"/>
                  </a:solidFill>
                </a:endParaRPr>
              </a:p>
            </p:txBody>
          </p:sp>
        </mc:Choice>
        <mc:Fallback xmlns="">
          <p:sp>
            <p:nvSpPr>
              <p:cNvPr id="46" name="TextBox 45">
                <a:extLst>
                  <a:ext uri="{FF2B5EF4-FFF2-40B4-BE49-F238E27FC236}">
                    <a16:creationId xmlns:a16="http://schemas.microsoft.com/office/drawing/2014/main" id="{AB315C76-68D6-91AD-2DC0-0F73BEB452A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266836" y="2343901"/>
                <a:ext cx="1352064" cy="564898"/>
              </a:xfrm>
              <a:prstGeom prst="rect">
                <a:avLst/>
              </a:prstGeom>
              <a:blipFill>
                <a:blip r:embed="rId26"/>
                <a:stretch>
                  <a:fillRect b="-4255"/>
                </a:stretch>
              </a:blipFill>
              <a:ln>
                <a:solidFill>
                  <a:schemeClr val="accent2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49" name="Straight Connector 48">
            <a:extLst>
              <a:ext uri="{FF2B5EF4-FFF2-40B4-BE49-F238E27FC236}">
                <a16:creationId xmlns:a16="http://schemas.microsoft.com/office/drawing/2014/main" id="{EF3C0C9F-C3DB-CB23-3BAD-44B0C7680F56}"/>
              </a:ext>
            </a:extLst>
          </p:cNvPr>
          <p:cNvCxnSpPr>
            <a:cxnSpLocks/>
          </p:cNvCxnSpPr>
          <p:nvPr/>
        </p:nvCxnSpPr>
        <p:spPr>
          <a:xfrm>
            <a:off x="7568692" y="3940149"/>
            <a:ext cx="199176" cy="0"/>
          </a:xfrm>
          <a:prstGeom prst="line">
            <a:avLst/>
          </a:prstGeom>
          <a:ln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50" name="TextBox 49">
                <a:extLst>
                  <a:ext uri="{FF2B5EF4-FFF2-40B4-BE49-F238E27FC236}">
                    <a16:creationId xmlns:a16="http://schemas.microsoft.com/office/drawing/2014/main" id="{C8A5799A-A699-6EE6-1CD2-5C1B6B8DAF73}"/>
                  </a:ext>
                </a:extLst>
              </p:cNvPr>
              <p:cNvSpPr txBox="1"/>
              <p:nvPr/>
            </p:nvSpPr>
            <p:spPr>
              <a:xfrm>
                <a:off x="7878034" y="3667576"/>
                <a:ext cx="1352064" cy="564898"/>
              </a:xfrm>
              <a:prstGeom prst="rect">
                <a:avLst/>
              </a:prstGeom>
              <a:noFill/>
              <a:ln>
                <a:solidFill>
                  <a:schemeClr val="accent2"/>
                </a:solidFill>
              </a:ln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accent2"/>
                          </a:solidFill>
                          <a:latin typeface="Cambria Math" panose="02040503050406030204" pitchFamily="18" charset="0"/>
                        </a:rPr>
                        <m:t>4</m:t>
                      </m:r>
                      <m:f>
                        <m:fPr>
                          <m:ctrlPr>
                            <a:rPr lang="en-US" b="0" i="1" smtClean="0">
                              <a:solidFill>
                                <a:schemeClr val="accent2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solidFill>
                                <a:schemeClr val="accent2"/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</m:num>
                        <m:den>
                          <m:r>
                            <a:rPr lang="en-US" b="0" i="1" smtClean="0">
                              <a:solidFill>
                                <a:schemeClr val="accent2"/>
                              </a:solidFill>
                              <a:latin typeface="Cambria Math" panose="02040503050406030204" pitchFamily="18" charset="0"/>
                            </a:rPr>
                            <m:t>4</m:t>
                          </m:r>
                        </m:den>
                      </m:f>
                      <m:r>
                        <a:rPr lang="en-US" b="0" i="1" smtClean="0">
                          <a:solidFill>
                            <a:schemeClr val="accent2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0" i="1" smtClean="0">
                          <a:solidFill>
                            <a:schemeClr val="accent2"/>
                          </a:solidFill>
                          <a:latin typeface="Cambria Math" panose="02040503050406030204" pitchFamily="18" charset="0"/>
                        </a:rPr>
                        <m:t>𝑛</m:t>
                      </m:r>
                    </m:oMath>
                  </m:oMathPara>
                </a14:m>
                <a:endParaRPr lang="en-US" dirty="0">
                  <a:solidFill>
                    <a:schemeClr val="accent2"/>
                  </a:solidFill>
                </a:endParaRPr>
              </a:p>
            </p:txBody>
          </p:sp>
        </mc:Choice>
        <mc:Fallback xmlns="">
          <p:sp>
            <p:nvSpPr>
              <p:cNvPr id="50" name="TextBox 49">
                <a:extLst>
                  <a:ext uri="{FF2B5EF4-FFF2-40B4-BE49-F238E27FC236}">
                    <a16:creationId xmlns:a16="http://schemas.microsoft.com/office/drawing/2014/main" id="{C8A5799A-A699-6EE6-1CD2-5C1B6B8DAF7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878034" y="3667576"/>
                <a:ext cx="1352064" cy="564898"/>
              </a:xfrm>
              <a:prstGeom prst="rect">
                <a:avLst/>
              </a:prstGeom>
              <a:blipFill>
                <a:blip r:embed="rId27"/>
                <a:stretch>
                  <a:fillRect b="-4348"/>
                </a:stretch>
              </a:blipFill>
              <a:ln>
                <a:solidFill>
                  <a:schemeClr val="accent2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53" name="Straight Connector 52">
            <a:extLst>
              <a:ext uri="{FF2B5EF4-FFF2-40B4-BE49-F238E27FC236}">
                <a16:creationId xmlns:a16="http://schemas.microsoft.com/office/drawing/2014/main" id="{01908BEB-1484-CF12-2F35-BF3ACDC1787F}"/>
              </a:ext>
            </a:extLst>
          </p:cNvPr>
          <p:cNvCxnSpPr>
            <a:cxnSpLocks/>
          </p:cNvCxnSpPr>
          <p:nvPr/>
        </p:nvCxnSpPr>
        <p:spPr>
          <a:xfrm>
            <a:off x="8159026" y="5699698"/>
            <a:ext cx="285437" cy="398897"/>
          </a:xfrm>
          <a:prstGeom prst="line">
            <a:avLst/>
          </a:prstGeom>
          <a:ln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57" name="TextBox 56">
                <a:extLst>
                  <a:ext uri="{FF2B5EF4-FFF2-40B4-BE49-F238E27FC236}">
                    <a16:creationId xmlns:a16="http://schemas.microsoft.com/office/drawing/2014/main" id="{A5AC68EB-8DCD-3528-B443-CD83C9D650B3}"/>
                  </a:ext>
                </a:extLst>
              </p:cNvPr>
              <p:cNvSpPr txBox="1"/>
              <p:nvPr/>
            </p:nvSpPr>
            <p:spPr>
              <a:xfrm>
                <a:off x="7271182" y="6200110"/>
                <a:ext cx="1352064" cy="369332"/>
              </a:xfrm>
              <a:prstGeom prst="rect">
                <a:avLst/>
              </a:prstGeom>
              <a:noFill/>
              <a:ln>
                <a:solidFill>
                  <a:schemeClr val="accent2"/>
                </a:solidFill>
              </a:ln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i="1">
                          <a:solidFill>
                            <a:schemeClr val="accent2"/>
                          </a:solidFill>
                          <a:latin typeface="Cambria Math" panose="02040503050406030204" pitchFamily="18" charset="0"/>
                        </a:rPr>
                        <m:t>n</m:t>
                      </m:r>
                      <m:r>
                        <a:rPr lang="en-US" b="0" i="1" smtClean="0">
                          <a:solidFill>
                            <a:schemeClr val="accent2"/>
                          </a:solidFill>
                          <a:latin typeface="Cambria Math" panose="02040503050406030204" pitchFamily="18" charset="0"/>
                        </a:rPr>
                        <m:t>(1)=</m:t>
                      </m:r>
                      <m:r>
                        <a:rPr lang="en-US" b="0" i="1" smtClean="0">
                          <a:solidFill>
                            <a:schemeClr val="accent2"/>
                          </a:solidFill>
                          <a:latin typeface="Cambria Math" panose="02040503050406030204" pitchFamily="18" charset="0"/>
                        </a:rPr>
                        <m:t>𝑛</m:t>
                      </m:r>
                    </m:oMath>
                  </m:oMathPara>
                </a14:m>
                <a:endParaRPr lang="en-US" dirty="0">
                  <a:solidFill>
                    <a:schemeClr val="accent2"/>
                  </a:solidFill>
                </a:endParaRPr>
              </a:p>
            </p:txBody>
          </p:sp>
        </mc:Choice>
        <mc:Fallback xmlns="">
          <p:sp>
            <p:nvSpPr>
              <p:cNvPr id="57" name="TextBox 56">
                <a:extLst>
                  <a:ext uri="{FF2B5EF4-FFF2-40B4-BE49-F238E27FC236}">
                    <a16:creationId xmlns:a16="http://schemas.microsoft.com/office/drawing/2014/main" id="{A5AC68EB-8DCD-3528-B443-CD83C9D650B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271182" y="6200110"/>
                <a:ext cx="1352064" cy="369332"/>
              </a:xfrm>
              <a:prstGeom prst="rect">
                <a:avLst/>
              </a:prstGeom>
              <a:blipFill>
                <a:blip r:embed="rId28"/>
                <a:stretch>
                  <a:fillRect b="-12903"/>
                </a:stretch>
              </a:blipFill>
              <a:ln>
                <a:solidFill>
                  <a:schemeClr val="accent2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7" name="Straight Connector 36">
            <a:extLst>
              <a:ext uri="{FF2B5EF4-FFF2-40B4-BE49-F238E27FC236}">
                <a16:creationId xmlns:a16="http://schemas.microsoft.com/office/drawing/2014/main" id="{92739E38-BBC4-DDE4-BE67-4C933E051EA6}"/>
              </a:ext>
            </a:extLst>
          </p:cNvPr>
          <p:cNvCxnSpPr>
            <a:cxnSpLocks/>
          </p:cNvCxnSpPr>
          <p:nvPr/>
        </p:nvCxnSpPr>
        <p:spPr>
          <a:xfrm flipV="1">
            <a:off x="9492872" y="1248308"/>
            <a:ext cx="0" cy="5403434"/>
          </a:xfrm>
          <a:prstGeom prst="line">
            <a:avLst/>
          </a:prstGeom>
          <a:ln>
            <a:solidFill>
              <a:schemeClr val="accent5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47" name="TextBox 46">
                <a:extLst>
                  <a:ext uri="{FF2B5EF4-FFF2-40B4-BE49-F238E27FC236}">
                    <a16:creationId xmlns:a16="http://schemas.microsoft.com/office/drawing/2014/main" id="{DCFAFDED-288B-AAAF-410B-55CDAF737A66}"/>
                  </a:ext>
                </a:extLst>
              </p:cNvPr>
              <p:cNvSpPr txBox="1"/>
              <p:nvPr/>
            </p:nvSpPr>
            <p:spPr>
              <a:xfrm>
                <a:off x="9737095" y="1875504"/>
                <a:ext cx="1940518" cy="646331"/>
              </a:xfrm>
              <a:prstGeom prst="rect">
                <a:avLst/>
              </a:prstGeom>
              <a:noFill/>
              <a:ln>
                <a:solidFill>
                  <a:schemeClr val="accent5"/>
                </a:solidFill>
              </a:ln>
            </p:spPr>
            <p:txBody>
              <a:bodyPr wrap="square" rtlCol="0">
                <a:spAutoFit/>
              </a:bodyPr>
              <a:lstStyle/>
              <a:p>
                <a:r>
                  <a:rPr lang="en-US" b="0" i="1" dirty="0">
                    <a:solidFill>
                      <a:schemeClr val="accent5"/>
                    </a:solidFill>
                    <a:latin typeface="Cambria Math" panose="02040503050406030204" pitchFamily="18" charset="0"/>
                  </a:rPr>
                  <a:t>How many layers: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unc>
                        <m:funcPr>
                          <m:ctrlPr>
                            <a:rPr lang="en-US" b="0" i="1" smtClean="0">
                              <a:solidFill>
                                <a:schemeClr val="accent5"/>
                              </a:solidFill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sSub>
                            <m:sSubPr>
                              <m:ctrlPr>
                                <a:rPr lang="en-US" b="0" i="1" smtClean="0">
                                  <a:solidFill>
                                    <a:schemeClr val="accent5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b="0" i="0" smtClean="0">
                                  <a:solidFill>
                                    <a:schemeClr val="accent5"/>
                                  </a:solidFill>
                                  <a:latin typeface="Cambria Math" panose="02040503050406030204" pitchFamily="18" charset="0"/>
                                </a:rPr>
                                <m:t>log</m:t>
                              </m:r>
                            </m:e>
                            <m:sub>
                              <m:r>
                                <a:rPr lang="en-US" b="0" i="1" smtClean="0">
                                  <a:solidFill>
                                    <a:schemeClr val="accent5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fName>
                        <m:e>
                          <m:r>
                            <a:rPr lang="en-US" b="0" i="1" smtClean="0">
                              <a:solidFill>
                                <a:schemeClr val="accent5"/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</m:e>
                      </m:func>
                    </m:oMath>
                  </m:oMathPara>
                </a14:m>
                <a:endParaRPr lang="en-US" dirty="0">
                  <a:solidFill>
                    <a:schemeClr val="accent5"/>
                  </a:solidFill>
                </a:endParaRPr>
              </a:p>
            </p:txBody>
          </p:sp>
        </mc:Choice>
        <mc:Fallback xmlns="">
          <p:sp>
            <p:nvSpPr>
              <p:cNvPr id="47" name="TextBox 46">
                <a:extLst>
                  <a:ext uri="{FF2B5EF4-FFF2-40B4-BE49-F238E27FC236}">
                    <a16:creationId xmlns:a16="http://schemas.microsoft.com/office/drawing/2014/main" id="{DCFAFDED-288B-AAAF-410B-55CDAF737A6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737095" y="1875504"/>
                <a:ext cx="1940518" cy="646331"/>
              </a:xfrm>
              <a:prstGeom prst="rect">
                <a:avLst/>
              </a:prstGeom>
              <a:blipFill>
                <a:blip r:embed="rId29"/>
                <a:stretch>
                  <a:fillRect l="-2581" t="-3774" r="-1290" b="-7547"/>
                </a:stretch>
              </a:blipFill>
              <a:ln>
                <a:solidFill>
                  <a:schemeClr val="accent5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2" name="TextBox 51">
                <a:extLst>
                  <a:ext uri="{FF2B5EF4-FFF2-40B4-BE49-F238E27FC236}">
                    <a16:creationId xmlns:a16="http://schemas.microsoft.com/office/drawing/2014/main" id="{834CF821-0A9C-9C73-5F9C-4B9184336B97}"/>
                  </a:ext>
                </a:extLst>
              </p:cNvPr>
              <p:cNvSpPr txBox="1"/>
              <p:nvPr/>
            </p:nvSpPr>
            <p:spPr>
              <a:xfrm>
                <a:off x="9755647" y="3197496"/>
                <a:ext cx="1940518" cy="1754326"/>
              </a:xfrm>
              <a:prstGeom prst="rect">
                <a:avLst/>
              </a:prstGeom>
              <a:noFill/>
              <a:ln>
                <a:solidFill>
                  <a:schemeClr val="tx1">
                    <a:lumMod val="95000"/>
                  </a:schemeClr>
                </a:solidFill>
              </a:ln>
            </p:spPr>
            <p:txBody>
              <a:bodyPr wrap="square" rtlCol="0">
                <a:spAutoFit/>
              </a:bodyPr>
              <a:lstStyle/>
              <a:p>
                <a:r>
                  <a:rPr lang="en-US" b="0" i="1" dirty="0">
                    <a:solidFill>
                      <a:schemeClr val="tx1">
                        <a:lumMod val="95000"/>
                      </a:schemeClr>
                    </a:solidFill>
                    <a:latin typeface="Cambria Math" panose="02040503050406030204" pitchFamily="18" charset="0"/>
                  </a:rPr>
                  <a:t>Total Cost:</a:t>
                </a:r>
              </a:p>
              <a:p>
                <a:endParaRPr lang="en-US" i="1" dirty="0">
                  <a:solidFill>
                    <a:schemeClr val="tx1">
                      <a:lumMod val="95000"/>
                    </a:schemeClr>
                  </a:solidFill>
                  <a:latin typeface="Cambria Math" panose="02040503050406030204" pitchFamily="18" charset="0"/>
                </a:endParaRPr>
              </a:p>
              <a:p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tx1">
                            <a:lumMod val="95000"/>
                          </a:schemeClr>
                        </a:solidFill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i="1" dirty="0">
                    <a:solidFill>
                      <a:schemeClr val="tx1">
                        <a:lumMod val="95000"/>
                      </a:schemeClr>
                    </a:solidFill>
                    <a:latin typeface="Cambria Math" panose="02040503050406030204" pitchFamily="18" charset="0"/>
                  </a:rPr>
                  <a:t> work per layer</a:t>
                </a:r>
              </a:p>
              <a:p>
                <a14:m>
                  <m:oMath xmlns:m="http://schemas.openxmlformats.org/officeDocument/2006/math">
                    <m:func>
                      <m:funcPr>
                        <m:ctrlPr>
                          <a:rPr lang="en-US" b="0" i="1" smtClean="0">
                            <a:solidFill>
                              <a:schemeClr val="tx1">
                                <a:lumMod val="95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sSub>
                          <m:sSubPr>
                            <m:ctrlPr>
                              <a:rPr lang="en-US" b="0" i="1" smtClean="0">
                                <a:solidFill>
                                  <a:schemeClr val="tx1">
                                    <a:lumMod val="9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b="0" i="0" smtClean="0">
                                <a:solidFill>
                                  <a:schemeClr val="tx1">
                                    <a:lumMod val="9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log</m:t>
                            </m:r>
                          </m:e>
                          <m:sub>
                            <m:r>
                              <a:rPr lang="en-US" b="0" i="1" smtClean="0">
                                <a:solidFill>
                                  <a:schemeClr val="tx1">
                                    <a:lumMod val="9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fName>
                      <m:e>
                        <m:r>
                          <a:rPr lang="en-US" b="0" i="1" smtClean="0">
                            <a:solidFill>
                              <a:schemeClr val="tx1">
                                <a:lumMod val="9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</m:func>
                  </m:oMath>
                </a14:m>
                <a:r>
                  <a:rPr lang="en-US" i="1" dirty="0">
                    <a:solidFill>
                      <a:schemeClr val="tx1">
                        <a:lumMod val="95000"/>
                      </a:schemeClr>
                    </a:solidFill>
                    <a:latin typeface="Cambria Math" panose="02040503050406030204" pitchFamily="18" charset="0"/>
                  </a:rPr>
                  <a:t> layers</a:t>
                </a:r>
              </a:p>
              <a:p>
                <a:endParaRPr lang="en-US" i="1" dirty="0">
                  <a:solidFill>
                    <a:schemeClr val="tx1">
                      <a:lumMod val="95000"/>
                    </a:schemeClr>
                  </a:solidFill>
                  <a:latin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1" i="0" smtClean="0">
                          <a:solidFill>
                            <a:schemeClr val="tx1">
                              <a:lumMod val="95000"/>
                            </a:schemeClr>
                          </a:solidFill>
                          <a:latin typeface="Cambria Math" panose="02040503050406030204" pitchFamily="18" charset="0"/>
                        </a:rPr>
                        <m:t>𝚯</m:t>
                      </m:r>
                      <m:r>
                        <a:rPr lang="en-US" b="1" i="1" smtClean="0">
                          <a:solidFill>
                            <a:schemeClr val="tx1">
                              <a:lumMod val="95000"/>
                            </a:schemeClr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b="1" i="1" smtClean="0">
                          <a:solidFill>
                            <a:schemeClr val="tx1">
                              <a:lumMod val="95000"/>
                            </a:schemeClr>
                          </a:solidFill>
                          <a:latin typeface="Cambria Math" panose="02040503050406030204" pitchFamily="18" charset="0"/>
                        </a:rPr>
                        <m:t>𝒏𝒍𝒐𝒈𝒏</m:t>
                      </m:r>
                      <m:r>
                        <a:rPr lang="en-US" b="1" i="1" smtClean="0">
                          <a:solidFill>
                            <a:schemeClr val="tx1">
                              <a:lumMod val="95000"/>
                            </a:schemeClr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b="1" dirty="0">
                  <a:solidFill>
                    <a:schemeClr val="tx1">
                      <a:lumMod val="95000"/>
                    </a:schemeClr>
                  </a:solidFill>
                </a:endParaRPr>
              </a:p>
            </p:txBody>
          </p:sp>
        </mc:Choice>
        <mc:Fallback xmlns="">
          <p:sp>
            <p:nvSpPr>
              <p:cNvPr id="52" name="TextBox 51">
                <a:extLst>
                  <a:ext uri="{FF2B5EF4-FFF2-40B4-BE49-F238E27FC236}">
                    <a16:creationId xmlns:a16="http://schemas.microsoft.com/office/drawing/2014/main" id="{834CF821-0A9C-9C73-5F9C-4B9184336B9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755647" y="3197496"/>
                <a:ext cx="1940518" cy="1754326"/>
              </a:xfrm>
              <a:prstGeom prst="rect">
                <a:avLst/>
              </a:prstGeom>
              <a:blipFill>
                <a:blip r:embed="rId30"/>
                <a:stretch>
                  <a:fillRect l="-1935" t="-1429" b="-2143"/>
                </a:stretch>
              </a:blipFill>
              <a:ln>
                <a:solidFill>
                  <a:schemeClr val="tx1">
                    <a:lumMod val="95000"/>
                  </a:schemeClr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554054206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dirty="0"/>
              <a:t>The Master Theorem</a:t>
            </a:r>
          </a:p>
        </p:txBody>
      </p:sp>
    </p:spTree>
    <p:extLst>
      <p:ext uri="{BB962C8B-B14F-4D97-AF65-F5344CB8AC3E}">
        <p14:creationId xmlns:p14="http://schemas.microsoft.com/office/powerpoint/2010/main" val="3973199463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62" name="Rectangle 2"/>
          <p:cNvSpPr>
            <a:spLocks noGrp="1" noChangeArrowheads="1"/>
          </p:cNvSpPr>
          <p:nvPr>
            <p:ph type="title"/>
            <p:custDataLst>
              <p:tags r:id="rId1"/>
            </p:custDataLst>
          </p:nvPr>
        </p:nvSpPr>
        <p:spPr>
          <a:xfrm>
            <a:off x="1141413" y="410288"/>
            <a:ext cx="9905998" cy="721395"/>
          </a:xfrm>
        </p:spPr>
        <p:txBody>
          <a:bodyPr/>
          <a:lstStyle/>
          <a:p>
            <a:pPr algn="ctr"/>
            <a:r>
              <a:rPr lang="en-US" dirty="0"/>
              <a:t>The Master Theorem</a:t>
            </a:r>
          </a:p>
        </p:txBody>
      </p:sp>
      <p:sp>
        <p:nvSpPr>
          <p:cNvPr id="40963" name="Rectangle 3"/>
          <p:cNvSpPr>
            <a:spLocks noGrp="1" noChangeArrowheads="1"/>
          </p:cNvSpPr>
          <p:nvPr>
            <p:ph sz="quarter" idx="1"/>
            <p:custDataLst>
              <p:tags r:id="rId2"/>
            </p:custDataLst>
          </p:nvPr>
        </p:nvSpPr>
        <p:spPr>
          <a:xfrm>
            <a:off x="2538326" y="2134974"/>
            <a:ext cx="7115348" cy="2471596"/>
          </a:xfrm>
        </p:spPr>
        <p:txBody>
          <a:bodyPr>
            <a:normAutofit/>
          </a:bodyPr>
          <a:lstStyle/>
          <a:p>
            <a:r>
              <a:rPr lang="en-US" dirty="0"/>
              <a:t>Given: a </a:t>
            </a:r>
            <a:r>
              <a:rPr lang="en-US" i="1" dirty="0">
                <a:solidFill>
                  <a:schemeClr val="accent3"/>
                </a:solidFill>
              </a:rPr>
              <a:t>divide and conquer</a:t>
            </a:r>
            <a:r>
              <a:rPr lang="en-US" dirty="0"/>
              <a:t> algorithm</a:t>
            </a:r>
          </a:p>
          <a:p>
            <a:r>
              <a:rPr lang="en-US" dirty="0"/>
              <a:t>Then, the Master Theorem gives us a cookbook for the algorithm’s running time</a:t>
            </a:r>
          </a:p>
          <a:p>
            <a:pPr lvl="1"/>
            <a:r>
              <a:rPr lang="en-US" dirty="0"/>
              <a:t>Some textbooks have a simpler version they call the “Main Recurrence Theorem”</a:t>
            </a:r>
          </a:p>
        </p:txBody>
      </p:sp>
    </p:spTree>
    <p:extLst>
      <p:ext uri="{BB962C8B-B14F-4D97-AF65-F5344CB8AC3E}">
        <p14:creationId xmlns:p14="http://schemas.microsoft.com/office/powerpoint/2010/main" val="1372862260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986" name="Rectangle 2"/>
          <p:cNvSpPr>
            <a:spLocks noGrp="1" noChangeArrowheads="1"/>
          </p:cNvSpPr>
          <p:nvPr>
            <p:ph type="title"/>
            <p:custDataLst>
              <p:tags r:id="rId1"/>
            </p:custDataLst>
          </p:nvPr>
        </p:nvSpPr>
        <p:spPr>
          <a:xfrm>
            <a:off x="1143001" y="328803"/>
            <a:ext cx="9905998" cy="651482"/>
          </a:xfrm>
        </p:spPr>
        <p:txBody>
          <a:bodyPr/>
          <a:lstStyle/>
          <a:p>
            <a:pPr algn="ctr"/>
            <a:r>
              <a:rPr lang="en-US" dirty="0"/>
              <a:t>The Master Theorem (from </a:t>
            </a:r>
            <a:r>
              <a:rPr lang="en-US" dirty="0" err="1"/>
              <a:t>Cormen</a:t>
            </a:r>
            <a:r>
              <a:rPr lang="en-US" dirty="0"/>
              <a:t>)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1987" name="Rectangle 3"/>
              <p:cNvSpPr>
                <a:spLocks noGrp="1" noChangeArrowheads="1"/>
              </p:cNvSpPr>
              <p:nvPr>
                <p:ph sz="quarter" idx="1"/>
                <p:custDataLst>
                  <p:tags r:id="rId2"/>
                </p:custDataLst>
              </p:nvPr>
            </p:nvSpPr>
            <p:spPr>
              <a:xfrm>
                <a:off x="1637169" y="1987742"/>
                <a:ext cx="9017251" cy="3775294"/>
              </a:xfrm>
              <a:solidFill>
                <a:schemeClr val="tx1">
                  <a:lumMod val="65000"/>
                </a:schemeClr>
              </a:solidFill>
              <a:ln>
                <a:solidFill>
                  <a:schemeClr val="bg1"/>
                </a:solidFill>
              </a:ln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dirty="0">
                    <a:solidFill>
                      <a:schemeClr val="bg1"/>
                    </a:solidFill>
                  </a:rPr>
                  <a:t>Consider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𝑇</m:t>
                    </m:r>
                    <m:d>
                      <m:dPr>
                        <m:ctrlPr>
                          <a:rPr lang="en-US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</m:d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𝑇</m:t>
                    </m:r>
                    <m:d>
                      <m:dPr>
                        <m:ctrlPr>
                          <a:rPr lang="en-US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f>
                          <m:fPr>
                            <m:ctrlPr>
                              <a:rPr lang="en-US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𝑛</m:t>
                            </m:r>
                          </m:num>
                          <m:den>
                            <m:r>
                              <a:rPr lang="en-US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𝑏</m:t>
                            </m:r>
                          </m:den>
                        </m:f>
                      </m:e>
                    </m:d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b="0" i="1" smtClean="0">
                        <a:solidFill>
                          <a:schemeClr val="accent3"/>
                        </a:solidFill>
                        <a:latin typeface="Cambria Math" panose="02040503050406030204" pitchFamily="18" charset="0"/>
                      </a:rPr>
                      <m:t>𝑓</m:t>
                    </m:r>
                    <m:r>
                      <a:rPr lang="en-US" b="0" i="1" smtClean="0">
                        <a:solidFill>
                          <a:schemeClr val="accent3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0" i="1" smtClean="0">
                        <a:solidFill>
                          <a:schemeClr val="accent3"/>
                        </a:solidFill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b="0" i="1" smtClean="0">
                        <a:solidFill>
                          <a:schemeClr val="accent3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>
                    <a:solidFill>
                      <a:schemeClr val="accent3"/>
                    </a:solidFill>
                  </a:rPr>
                  <a:t> </a:t>
                </a:r>
                <a:r>
                  <a:rPr lang="en-US" dirty="0">
                    <a:solidFill>
                      <a:schemeClr val="bg1"/>
                    </a:solidFill>
                  </a:rPr>
                  <a:t>		Let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accent4"/>
                        </a:solidFill>
                        <a:latin typeface="Cambria Math" panose="02040503050406030204" pitchFamily="18" charset="0"/>
                      </a:rPr>
                      <m:t>𝑘</m:t>
                    </m:r>
                    <m:r>
                      <a:rPr lang="en-US" b="0" i="1" smtClean="0">
                        <a:solidFill>
                          <a:schemeClr val="accent4"/>
                        </a:solidFill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b="0" i="1" smtClean="0">
                            <a:solidFill>
                              <a:schemeClr val="accent4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func>
                          <m:funcPr>
                            <m:ctrlPr>
                              <a:rPr lang="en-US" b="0" i="1" smtClean="0">
                                <a:solidFill>
                                  <a:schemeClr val="accent4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funcPr>
                          <m:fName>
                            <m:r>
                              <m:rPr>
                                <m:sty m:val="p"/>
                              </m:rPr>
                              <a:rPr lang="en-US" b="0" i="0" smtClean="0">
                                <a:solidFill>
                                  <a:schemeClr val="accent4"/>
                                </a:solidFill>
                                <a:latin typeface="Cambria Math" panose="02040503050406030204" pitchFamily="18" charset="0"/>
                              </a:rPr>
                              <m:t>lg</m:t>
                            </m:r>
                          </m:fName>
                          <m:e>
                            <m:r>
                              <a:rPr lang="en-US" b="0" i="1" smtClean="0">
                                <a:solidFill>
                                  <a:schemeClr val="accent4"/>
                                </a:solidFill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</m:func>
                      </m:num>
                      <m:den>
                        <m:func>
                          <m:funcPr>
                            <m:ctrlPr>
                              <a:rPr lang="en-US" b="0" i="1" smtClean="0">
                                <a:solidFill>
                                  <a:schemeClr val="accent4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funcPr>
                          <m:fName>
                            <m:r>
                              <m:rPr>
                                <m:sty m:val="p"/>
                              </m:rPr>
                              <a:rPr lang="en-US" b="0" i="0" smtClean="0">
                                <a:solidFill>
                                  <a:schemeClr val="accent4"/>
                                </a:solidFill>
                                <a:latin typeface="Cambria Math" panose="02040503050406030204" pitchFamily="18" charset="0"/>
                              </a:rPr>
                              <m:t>lg</m:t>
                            </m:r>
                          </m:fName>
                          <m:e>
                            <m:r>
                              <a:rPr lang="en-US" b="0" i="1" smtClean="0">
                                <a:solidFill>
                                  <a:schemeClr val="accent4"/>
                                </a:solidFill>
                                <a:latin typeface="Cambria Math" panose="02040503050406030204" pitchFamily="18" charset="0"/>
                              </a:rPr>
                              <m:t>𝑏</m:t>
                            </m:r>
                          </m:e>
                        </m:func>
                      </m:den>
                    </m:f>
                    <m:r>
                      <a:rPr lang="en-US" b="0" i="1" smtClean="0">
                        <a:solidFill>
                          <a:schemeClr val="accent4"/>
                        </a:solidFill>
                        <a:latin typeface="Cambria Math" panose="02040503050406030204" pitchFamily="18" charset="0"/>
                      </a:rPr>
                      <m:t>=</m:t>
                    </m:r>
                    <m:func>
                      <m:funcPr>
                        <m:ctrlPr>
                          <a:rPr lang="en-US" b="0" i="1" smtClean="0">
                            <a:solidFill>
                              <a:schemeClr val="accent4"/>
                            </a:solidFill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sSub>
                          <m:sSubPr>
                            <m:ctrlPr>
                              <a:rPr lang="en-US" b="0" i="1" smtClean="0">
                                <a:solidFill>
                                  <a:schemeClr val="accent4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b="0" i="0" smtClean="0">
                                <a:solidFill>
                                  <a:schemeClr val="accent4"/>
                                </a:solidFill>
                                <a:latin typeface="Cambria Math" panose="02040503050406030204" pitchFamily="18" charset="0"/>
                              </a:rPr>
                              <m:t>log</m:t>
                            </m:r>
                          </m:e>
                          <m:sub>
                            <m:r>
                              <a:rPr lang="en-US" b="0" i="1" smtClean="0">
                                <a:solidFill>
                                  <a:schemeClr val="accent4"/>
                                </a:solidFill>
                                <a:latin typeface="Cambria Math" panose="02040503050406030204" pitchFamily="18" charset="0"/>
                              </a:rPr>
                              <m:t>𝑏</m:t>
                            </m:r>
                          </m:sub>
                        </m:sSub>
                      </m:fName>
                      <m:e>
                        <m:r>
                          <a:rPr lang="en-US" b="0" i="1" smtClean="0">
                            <a:solidFill>
                              <a:schemeClr val="accent4"/>
                            </a:solidFill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</m:func>
                  </m:oMath>
                </a14:m>
                <a:endParaRPr lang="en-US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41987" name="Rectangle 3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"/>
                <p:custDataLst>
                  <p:tags r:id="rId11"/>
                </p:custDataLst>
              </p:nvPr>
            </p:nvSpPr>
            <p:spPr>
              <a:xfrm>
                <a:off x="1637169" y="1987742"/>
                <a:ext cx="9017251" cy="3775294"/>
              </a:xfrm>
              <a:blipFill>
                <a:blip r:embed="rId12"/>
                <a:stretch>
                  <a:fillRect l="-983"/>
                </a:stretch>
              </a:blipFill>
              <a:ln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" name="Rectangle 3">
            <a:extLst>
              <a:ext uri="{FF2B5EF4-FFF2-40B4-BE49-F238E27FC236}">
                <a16:creationId xmlns:a16="http://schemas.microsoft.com/office/drawing/2014/main" id="{D4F4DCB3-BF39-C248-809A-39448E9F4723}"/>
              </a:ext>
            </a:extLst>
          </p:cNvPr>
          <p:cNvSpPr txBox="1">
            <a:spLocks noChangeArrowheads="1"/>
          </p:cNvSpPr>
          <p:nvPr>
            <p:custDataLst>
              <p:tags r:id="rId3"/>
            </p:custDataLst>
          </p:nvPr>
        </p:nvSpPr>
        <p:spPr>
          <a:xfrm>
            <a:off x="1637169" y="1510001"/>
            <a:ext cx="9017250" cy="5356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dirty="0"/>
              <a:t>The Master Theorem: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Rectangle 3">
                <a:extLst>
                  <a:ext uri="{FF2B5EF4-FFF2-40B4-BE49-F238E27FC236}">
                    <a16:creationId xmlns:a16="http://schemas.microsoft.com/office/drawing/2014/main" id="{2F98951B-AC06-60B6-C68F-76C2012AC5AC}"/>
                  </a:ext>
                </a:extLst>
              </p:cNvPr>
              <p:cNvSpPr txBox="1">
                <a:spLocks noChangeArrowheads="1"/>
              </p:cNvSpPr>
              <p:nvPr>
                <p:custDataLst>
                  <p:tags r:id="rId4"/>
                </p:custDataLst>
              </p:nvPr>
            </p:nvSpPr>
            <p:spPr>
              <a:xfrm>
                <a:off x="3087332" y="3019837"/>
                <a:ext cx="7462318" cy="651482"/>
              </a:xfrm>
              <a:prstGeom prst="rect">
                <a:avLst/>
              </a:prstGeo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txBody>
              <a:bodyPr vert="horz" lIns="91440" tIns="45720" rIns="91440" bIns="45720" rtlCol="0" anchor="ctr">
                <a:normAutofit/>
              </a:bodyPr>
              <a:lstStyle>
                <a:lvl1pPr marL="228600" indent="-228600" algn="l" defTabSz="914400" rtl="0" eaLnBrk="1" latinLnBrk="0" hangingPunct="1">
                  <a:lnSpc>
                    <a:spcPct val="120000"/>
                  </a:lnSpc>
                  <a:spcBef>
                    <a:spcPts val="1000"/>
                  </a:spcBef>
                  <a:buSzPct val="125000"/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 algn="ctr">
                  <a:buNone/>
                </a:pPr>
                <a:r>
                  <a:rPr lang="en-US" dirty="0">
                    <a:solidFill>
                      <a:schemeClr val="bg1"/>
                    </a:solidFill>
                  </a:rPr>
                  <a:t>If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accent3"/>
                        </a:solidFill>
                        <a:latin typeface="Cambria Math" panose="02040503050406030204" pitchFamily="18" charset="0"/>
                      </a:rPr>
                      <m:t>𝑓</m:t>
                    </m:r>
                    <m:d>
                      <m:dPr>
                        <m:ctrlPr>
                          <a:rPr lang="en-US" b="0" i="1" smtClean="0">
                            <a:solidFill>
                              <a:schemeClr val="accent3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solidFill>
                              <a:schemeClr val="accent3"/>
                            </a:solidFill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</m:d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∈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𝑂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(</m:t>
                    </m:r>
                    <m:sSup>
                      <m:sSupPr>
                        <m:ctrlPr>
                          <a:rPr lang="en-US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solidFill>
                              <a:schemeClr val="accent4"/>
                            </a:solidFill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  <m:sup>
                        <m:r>
                          <a:rPr lang="en-US" b="0" i="1" smtClean="0">
                            <a:solidFill>
                              <a:schemeClr val="accent4"/>
                            </a:solidFill>
                            <a:latin typeface="Cambria Math" panose="02040503050406030204" pitchFamily="18" charset="0"/>
                          </a:rPr>
                          <m:t>𝑘</m:t>
                        </m:r>
                        <m:r>
                          <a:rPr lang="en-US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US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𝜖</m:t>
                        </m:r>
                      </m:sup>
                    </m:sSup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>
                    <a:solidFill>
                      <a:schemeClr val="bg1"/>
                    </a:solidFill>
                  </a:rPr>
                  <a:t> for some positive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𝜖</m:t>
                    </m:r>
                  </m:oMath>
                </a14:m>
                <a:r>
                  <a:rPr lang="en-US" dirty="0">
                    <a:solidFill>
                      <a:schemeClr val="bg1"/>
                    </a:solidFill>
                  </a:rPr>
                  <a:t>, then </a:t>
                </a:r>
                <a14:m>
                  <m:oMath xmlns:m="http://schemas.openxmlformats.org/officeDocument/2006/math">
                    <m:r>
                      <a:rPr lang="en-US" b="1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𝑻</m:t>
                    </m:r>
                    <m:d>
                      <m:dPr>
                        <m:ctrlPr>
                          <a:rPr lang="en-US" b="1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1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𝒏</m:t>
                        </m:r>
                      </m:e>
                    </m:d>
                    <m:r>
                      <a:rPr lang="en-US" b="1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∈</m:t>
                    </m:r>
                    <m:r>
                      <a:rPr lang="en-US" b="1" i="0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𝚯</m:t>
                    </m:r>
                    <m:r>
                      <a:rPr lang="en-US" b="1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(</m:t>
                    </m:r>
                    <m:sSup>
                      <m:sSupPr>
                        <m:ctrlPr>
                          <a:rPr lang="en-US" b="1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1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𝒏</m:t>
                        </m:r>
                      </m:e>
                      <m:sup>
                        <m:r>
                          <a:rPr lang="en-US" b="1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𝒌</m:t>
                        </m:r>
                      </m:sup>
                    </m:sSup>
                    <m:r>
                      <a:rPr lang="en-US" b="1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b="1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3" name="Rectangle 3">
                <a:extLst>
                  <a:ext uri="{FF2B5EF4-FFF2-40B4-BE49-F238E27FC236}">
                    <a16:creationId xmlns:a16="http://schemas.microsoft.com/office/drawing/2014/main" id="{2F98951B-AC06-60B6-C68F-76C2012AC5A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>
                <p:custDataLst>
                  <p:tags r:id="rId13"/>
                </p:custDataLst>
              </p:nvPr>
            </p:nvSpPr>
            <p:spPr>
              <a:xfrm>
                <a:off x="3087332" y="3019837"/>
                <a:ext cx="7462318" cy="651482"/>
              </a:xfrm>
              <a:prstGeom prst="rect">
                <a:avLst/>
              </a:prstGeom>
              <a:blipFill>
                <a:blip r:embed="rId14"/>
                <a:stretch>
                  <a:fillRect l="-847" r="-339" b="-9434"/>
                </a:stretch>
              </a:blipFill>
              <a:ln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" name="Rectangle 3">
                <a:extLst>
                  <a:ext uri="{FF2B5EF4-FFF2-40B4-BE49-F238E27FC236}">
                    <a16:creationId xmlns:a16="http://schemas.microsoft.com/office/drawing/2014/main" id="{80AEA33D-59A4-2F9A-60B2-9A0304719959}"/>
                  </a:ext>
                </a:extLst>
              </p:cNvPr>
              <p:cNvSpPr txBox="1">
                <a:spLocks noChangeArrowheads="1"/>
              </p:cNvSpPr>
              <p:nvPr>
                <p:custDataLst>
                  <p:tags r:id="rId5"/>
                </p:custDataLst>
              </p:nvPr>
            </p:nvSpPr>
            <p:spPr>
              <a:xfrm>
                <a:off x="3087332" y="3794461"/>
                <a:ext cx="7462318" cy="651482"/>
              </a:xfrm>
              <a:prstGeom prst="rect">
                <a:avLst/>
              </a:prstGeo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txBody>
              <a:bodyPr vert="horz" lIns="91440" tIns="45720" rIns="91440" bIns="45720" rtlCol="0" anchor="ctr">
                <a:normAutofit fontScale="92500"/>
              </a:bodyPr>
              <a:lstStyle>
                <a:lvl1pPr marL="228600" indent="-228600" algn="l" defTabSz="914400" rtl="0" eaLnBrk="1" latinLnBrk="0" hangingPunct="1">
                  <a:lnSpc>
                    <a:spcPct val="120000"/>
                  </a:lnSpc>
                  <a:spcBef>
                    <a:spcPts val="1000"/>
                  </a:spcBef>
                  <a:buSzPct val="125000"/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 algn="ctr">
                  <a:buNone/>
                </a:pPr>
                <a:r>
                  <a:rPr lang="en-US" dirty="0">
                    <a:solidFill>
                      <a:schemeClr val="bg1"/>
                    </a:solidFill>
                  </a:rPr>
                  <a:t>If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accent3"/>
                        </a:solidFill>
                        <a:latin typeface="Cambria Math" panose="02040503050406030204" pitchFamily="18" charset="0"/>
                      </a:rPr>
                      <m:t>𝑓</m:t>
                    </m:r>
                    <m:d>
                      <m:dPr>
                        <m:ctrlPr>
                          <a:rPr lang="en-US" b="0" i="1" smtClean="0">
                            <a:solidFill>
                              <a:schemeClr val="accent3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solidFill>
                              <a:schemeClr val="accent3"/>
                            </a:solidFill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</m:d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∈</m:t>
                    </m:r>
                    <m:r>
                      <m:rPr>
                        <m:sty m:val="p"/>
                      </m:rPr>
                      <a:rPr lang="en-US" b="0" i="0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Θ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(</m:t>
                    </m:r>
                    <m:sSup>
                      <m:sSupPr>
                        <m:ctrlPr>
                          <a:rPr lang="en-US" b="0" i="1" smtClean="0">
                            <a:solidFill>
                              <a:schemeClr val="accent4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solidFill>
                              <a:schemeClr val="accent4"/>
                            </a:solidFill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  <m:sup>
                        <m:r>
                          <a:rPr lang="en-US" b="0" i="1" smtClean="0">
                            <a:solidFill>
                              <a:schemeClr val="accent4"/>
                            </a:solidFill>
                            <a:latin typeface="Cambria Math" panose="02040503050406030204" pitchFamily="18" charset="0"/>
                          </a:rPr>
                          <m:t>𝑘</m:t>
                        </m:r>
                      </m:sup>
                    </m:sSup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>
                    <a:solidFill>
                      <a:schemeClr val="bg1"/>
                    </a:solidFill>
                  </a:rPr>
                  <a:t> then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𝑇</m:t>
                    </m:r>
                    <m:d>
                      <m:dPr>
                        <m:ctrlPr>
                          <a:rPr lang="en-US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</m:d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∈</m:t>
                    </m:r>
                    <m:r>
                      <m:rPr>
                        <m:sty m:val="p"/>
                      </m:rPr>
                      <a:rPr lang="en-US" b="0" i="0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Θ</m:t>
                    </m:r>
                    <m:d>
                      <m:dPr>
                        <m:ctrlPr>
                          <a:rPr lang="en-US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𝑓</m:t>
                        </m:r>
                        <m:d>
                          <m:dPr>
                            <m:ctrlPr>
                              <a:rPr lang="en-US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𝑛</m:t>
                            </m:r>
                          </m:e>
                        </m:d>
                        <m:func>
                          <m:funcPr>
                            <m:ctrlPr>
                              <a:rPr lang="en-US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funcPr>
                          <m:fName>
                            <m:r>
                              <m:rPr>
                                <m:sty m:val="p"/>
                              </m:rPr>
                              <a:rPr lang="en-US" b="0" i="0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log</m:t>
                            </m:r>
                          </m:fName>
                          <m:e>
                            <m:r>
                              <a:rPr lang="en-US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𝑛</m:t>
                            </m:r>
                          </m:e>
                        </m:func>
                      </m:e>
                    </m:d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1" i="0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𝚯</m:t>
                    </m:r>
                    <m:r>
                      <a:rPr lang="en-US" b="1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(</m:t>
                    </m:r>
                    <m:sSup>
                      <m:sSupPr>
                        <m:ctrlPr>
                          <a:rPr lang="en-US" b="1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1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𝒏</m:t>
                        </m:r>
                      </m:e>
                      <m:sup>
                        <m:r>
                          <a:rPr lang="en-US" b="1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𝒌</m:t>
                        </m:r>
                      </m:sup>
                    </m:sSup>
                    <m:func>
                      <m:funcPr>
                        <m:ctrlPr>
                          <a:rPr lang="en-US" b="1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a:rPr lang="en-US" b="1" i="0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𝐥𝐨𝐠</m:t>
                        </m:r>
                      </m:fName>
                      <m:e>
                        <m:r>
                          <a:rPr lang="en-US" b="1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𝒏</m:t>
                        </m:r>
                      </m:e>
                    </m:func>
                    <m:r>
                      <a:rPr lang="en-US" b="1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b="1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4" name="Rectangle 3">
                <a:extLst>
                  <a:ext uri="{FF2B5EF4-FFF2-40B4-BE49-F238E27FC236}">
                    <a16:creationId xmlns:a16="http://schemas.microsoft.com/office/drawing/2014/main" id="{80AEA33D-59A4-2F9A-60B2-9A030471995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>
                <p:custDataLst>
                  <p:tags r:id="rId15"/>
                </p:custDataLst>
              </p:nvPr>
            </p:nvSpPr>
            <p:spPr>
              <a:xfrm>
                <a:off x="3087332" y="3794461"/>
                <a:ext cx="7462318" cy="651482"/>
              </a:xfrm>
              <a:prstGeom prst="rect">
                <a:avLst/>
              </a:prstGeom>
              <a:blipFill>
                <a:blip r:embed="rId16"/>
                <a:stretch>
                  <a:fillRect b="-5660"/>
                </a:stretch>
              </a:blipFill>
              <a:ln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Rectangle 3">
                <a:extLst>
                  <a:ext uri="{FF2B5EF4-FFF2-40B4-BE49-F238E27FC236}">
                    <a16:creationId xmlns:a16="http://schemas.microsoft.com/office/drawing/2014/main" id="{B79A887F-E82F-04D1-2910-AEBA4DAB8113}"/>
                  </a:ext>
                </a:extLst>
              </p:cNvPr>
              <p:cNvSpPr txBox="1">
                <a:spLocks noChangeArrowheads="1"/>
              </p:cNvSpPr>
              <p:nvPr>
                <p:custDataLst>
                  <p:tags r:id="rId6"/>
                </p:custDataLst>
              </p:nvPr>
            </p:nvSpPr>
            <p:spPr>
              <a:xfrm>
                <a:off x="3087332" y="4569084"/>
                <a:ext cx="7462318" cy="985723"/>
              </a:xfrm>
              <a:prstGeom prst="rect">
                <a:avLst/>
              </a:prstGeo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txBody>
              <a:bodyPr vert="horz" lIns="91440" tIns="45720" rIns="91440" bIns="45720" rtlCol="0" anchor="ctr">
                <a:normAutofit fontScale="92500" lnSpcReduction="20000"/>
              </a:bodyPr>
              <a:lstStyle>
                <a:lvl1pPr marL="228600" indent="-228600" algn="l" defTabSz="914400" rtl="0" eaLnBrk="1" latinLnBrk="0" hangingPunct="1">
                  <a:lnSpc>
                    <a:spcPct val="120000"/>
                  </a:lnSpc>
                  <a:spcBef>
                    <a:spcPts val="1000"/>
                  </a:spcBef>
                  <a:buSzPct val="125000"/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 algn="ctr">
                  <a:buNone/>
                </a:pPr>
                <a:r>
                  <a:rPr lang="en-US" dirty="0">
                    <a:solidFill>
                      <a:schemeClr val="bg1"/>
                    </a:solidFill>
                  </a:rPr>
                  <a:t>If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accent3"/>
                        </a:solidFill>
                        <a:latin typeface="Cambria Math" panose="02040503050406030204" pitchFamily="18" charset="0"/>
                      </a:rPr>
                      <m:t>𝑓</m:t>
                    </m:r>
                    <m:d>
                      <m:dPr>
                        <m:ctrlPr>
                          <a:rPr lang="en-US" b="0" i="1" smtClean="0">
                            <a:solidFill>
                              <a:schemeClr val="accent3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solidFill>
                              <a:schemeClr val="accent3"/>
                            </a:solidFill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</m:d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∈</m:t>
                    </m:r>
                    <m:r>
                      <m:rPr>
                        <m:sty m:val="p"/>
                      </m:rPr>
                      <a:rPr lang="en-US" b="0" i="0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Ω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(</m:t>
                    </m:r>
                    <m:sSup>
                      <m:sSupPr>
                        <m:ctrlPr>
                          <a:rPr lang="en-US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solidFill>
                              <a:schemeClr val="accent4"/>
                            </a:solidFill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  <m:sup>
                        <m:r>
                          <a:rPr lang="en-US" b="0" i="1" smtClean="0">
                            <a:solidFill>
                              <a:schemeClr val="accent4"/>
                            </a:solidFill>
                            <a:latin typeface="Cambria Math" panose="02040503050406030204" pitchFamily="18" charset="0"/>
                          </a:rPr>
                          <m:t>𝑘</m:t>
                        </m:r>
                        <m:r>
                          <a:rPr lang="en-US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𝜖</m:t>
                        </m:r>
                      </m:sup>
                    </m:sSup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>
                    <a:solidFill>
                      <a:schemeClr val="bg1"/>
                    </a:solidFill>
                  </a:rPr>
                  <a:t> for some positive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𝜖</m:t>
                    </m:r>
                  </m:oMath>
                </a14:m>
                <a:r>
                  <a:rPr lang="en-US" dirty="0">
                    <a:solidFill>
                      <a:schemeClr val="bg1"/>
                    </a:solidFill>
                  </a:rPr>
                  <a:t> and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𝑓</m:t>
                    </m:r>
                    <m:d>
                      <m:dPr>
                        <m:ctrlPr>
                          <a:rPr lang="en-US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f>
                          <m:fPr>
                            <m:ctrlPr>
                              <a:rPr lang="en-US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𝑛</m:t>
                            </m:r>
                          </m:num>
                          <m:den>
                            <m:r>
                              <a:rPr lang="en-US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𝑏</m:t>
                            </m:r>
                          </m:den>
                        </m:f>
                      </m:e>
                    </m:d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≤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𝑐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𝑓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>
                    <a:solidFill>
                      <a:schemeClr val="bg1"/>
                    </a:solidFill>
                  </a:rPr>
                  <a:t> for some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𝑐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&lt;1</m:t>
                    </m:r>
                  </m:oMath>
                </a14:m>
                <a:r>
                  <a:rPr lang="en-US" dirty="0">
                    <a:solidFill>
                      <a:schemeClr val="bg1"/>
                    </a:solidFill>
                  </a:rPr>
                  <a:t> and sufficiently large n, then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𝑇</m:t>
                    </m:r>
                    <m:d>
                      <m:dPr>
                        <m:ctrlPr>
                          <a:rPr lang="en-US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</m:d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∈</m:t>
                    </m:r>
                    <m:r>
                      <a:rPr lang="en-US" b="1" i="0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𝚯</m:t>
                    </m:r>
                    <m:r>
                      <a:rPr lang="en-US" b="1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1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𝒇</m:t>
                    </m:r>
                    <m:r>
                      <a:rPr lang="en-US" b="1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1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𝒏</m:t>
                    </m:r>
                    <m:r>
                      <a:rPr lang="en-US" b="1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))</m:t>
                    </m:r>
                  </m:oMath>
                </a14:m>
                <a:endParaRPr lang="en-US" b="1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5" name="Rectangle 3">
                <a:extLst>
                  <a:ext uri="{FF2B5EF4-FFF2-40B4-BE49-F238E27FC236}">
                    <a16:creationId xmlns:a16="http://schemas.microsoft.com/office/drawing/2014/main" id="{B79A887F-E82F-04D1-2910-AEBA4DAB811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>
                <p:custDataLst>
                  <p:tags r:id="rId17"/>
                </p:custDataLst>
              </p:nvPr>
            </p:nvSpPr>
            <p:spPr>
              <a:xfrm>
                <a:off x="3087332" y="4569084"/>
                <a:ext cx="7462318" cy="985723"/>
              </a:xfrm>
              <a:prstGeom prst="rect">
                <a:avLst/>
              </a:prstGeom>
              <a:blipFill>
                <a:blip r:embed="rId18"/>
                <a:stretch>
                  <a:fillRect l="-678" r="-1695" b="-8861"/>
                </a:stretch>
              </a:blipFill>
              <a:ln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Rectangle 3">
            <a:extLst>
              <a:ext uri="{FF2B5EF4-FFF2-40B4-BE49-F238E27FC236}">
                <a16:creationId xmlns:a16="http://schemas.microsoft.com/office/drawing/2014/main" id="{27AB7080-532F-5347-8F8D-01E661FDBA16}"/>
              </a:ext>
            </a:extLst>
          </p:cNvPr>
          <p:cNvSpPr txBox="1">
            <a:spLocks noChangeArrowheads="1"/>
          </p:cNvSpPr>
          <p:nvPr>
            <p:custDataLst>
              <p:tags r:id="rId7"/>
            </p:custDataLst>
          </p:nvPr>
        </p:nvSpPr>
        <p:spPr>
          <a:xfrm>
            <a:off x="1791075" y="3019838"/>
            <a:ext cx="1131684" cy="651481"/>
          </a:xfrm>
          <a:prstGeom prst="rect">
            <a:avLst/>
          </a:prstGeom>
          <a:ln>
            <a:solidFill>
              <a:schemeClr val="bg1"/>
            </a:solidFill>
          </a:ln>
        </p:spPr>
        <p:txBody>
          <a:bodyPr vert="horz" lIns="91440" tIns="45720" rIns="91440" bIns="45720" rtlCol="0" anchor="ctr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dirty="0">
                <a:solidFill>
                  <a:schemeClr val="bg1"/>
                </a:solidFill>
              </a:rPr>
              <a:t>Case 1:</a:t>
            </a:r>
          </a:p>
        </p:txBody>
      </p:sp>
      <p:sp>
        <p:nvSpPr>
          <p:cNvPr id="8" name="Rectangle 3">
            <a:extLst>
              <a:ext uri="{FF2B5EF4-FFF2-40B4-BE49-F238E27FC236}">
                <a16:creationId xmlns:a16="http://schemas.microsoft.com/office/drawing/2014/main" id="{9B4A5B8D-0701-74EF-7483-CB4D5D989CC9}"/>
              </a:ext>
            </a:extLst>
          </p:cNvPr>
          <p:cNvSpPr txBox="1">
            <a:spLocks noChangeArrowheads="1"/>
          </p:cNvSpPr>
          <p:nvPr>
            <p:custDataLst>
              <p:tags r:id="rId8"/>
            </p:custDataLst>
          </p:nvPr>
        </p:nvSpPr>
        <p:spPr>
          <a:xfrm>
            <a:off x="1791075" y="3794462"/>
            <a:ext cx="1131684" cy="651481"/>
          </a:xfrm>
          <a:prstGeom prst="rect">
            <a:avLst/>
          </a:prstGeom>
          <a:ln>
            <a:solidFill>
              <a:schemeClr val="bg1"/>
            </a:solidFill>
          </a:ln>
        </p:spPr>
        <p:txBody>
          <a:bodyPr vert="horz" lIns="91440" tIns="45720" rIns="91440" bIns="45720" rtlCol="0" anchor="ctr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dirty="0">
                <a:solidFill>
                  <a:schemeClr val="bg1"/>
                </a:solidFill>
              </a:rPr>
              <a:t>Case 2:</a:t>
            </a:r>
          </a:p>
        </p:txBody>
      </p:sp>
      <p:sp>
        <p:nvSpPr>
          <p:cNvPr id="9" name="Rectangle 3">
            <a:extLst>
              <a:ext uri="{FF2B5EF4-FFF2-40B4-BE49-F238E27FC236}">
                <a16:creationId xmlns:a16="http://schemas.microsoft.com/office/drawing/2014/main" id="{D96D1CAB-7ABD-47AD-1EEC-681C75C45533}"/>
              </a:ext>
            </a:extLst>
          </p:cNvPr>
          <p:cNvSpPr txBox="1">
            <a:spLocks noChangeArrowheads="1"/>
          </p:cNvSpPr>
          <p:nvPr>
            <p:custDataLst>
              <p:tags r:id="rId9"/>
            </p:custDataLst>
          </p:nvPr>
        </p:nvSpPr>
        <p:spPr>
          <a:xfrm>
            <a:off x="1791075" y="4569084"/>
            <a:ext cx="1131684" cy="985723"/>
          </a:xfrm>
          <a:prstGeom prst="rect">
            <a:avLst/>
          </a:prstGeom>
          <a:ln>
            <a:solidFill>
              <a:schemeClr val="bg1"/>
            </a:solidFill>
          </a:ln>
        </p:spPr>
        <p:txBody>
          <a:bodyPr vert="horz" lIns="91440" tIns="45720" rIns="91440" bIns="45720" rtlCol="0" anchor="ctr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dirty="0">
                <a:solidFill>
                  <a:schemeClr val="bg1"/>
                </a:solidFill>
              </a:rPr>
              <a:t>Case 3:</a:t>
            </a:r>
          </a:p>
        </p:txBody>
      </p:sp>
    </p:spTree>
    <p:extLst>
      <p:ext uri="{BB962C8B-B14F-4D97-AF65-F5344CB8AC3E}">
        <p14:creationId xmlns:p14="http://schemas.microsoft.com/office/powerpoint/2010/main" val="2734617966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0B27817-1985-7BDF-8C14-F603EF9ECE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986" name="Rectangle 2">
            <a:extLst>
              <a:ext uri="{FF2B5EF4-FFF2-40B4-BE49-F238E27FC236}">
                <a16:creationId xmlns:a16="http://schemas.microsoft.com/office/drawing/2014/main" id="{9DD6BF8A-76F3-C663-7C60-C39086A0255C}"/>
              </a:ext>
            </a:extLst>
          </p:cNvPr>
          <p:cNvSpPr>
            <a:spLocks noGrp="1" noChangeArrowheads="1"/>
          </p:cNvSpPr>
          <p:nvPr>
            <p:ph type="title"/>
            <p:custDataLst>
              <p:tags r:id="rId1"/>
            </p:custDataLst>
          </p:nvPr>
        </p:nvSpPr>
        <p:spPr>
          <a:xfrm>
            <a:off x="1143001" y="129629"/>
            <a:ext cx="9905998" cy="651482"/>
          </a:xfrm>
        </p:spPr>
        <p:txBody>
          <a:bodyPr/>
          <a:lstStyle/>
          <a:p>
            <a:pPr algn="ctr"/>
            <a:r>
              <a:rPr lang="en-US" dirty="0"/>
              <a:t>The Master Theorem (from </a:t>
            </a:r>
            <a:r>
              <a:rPr lang="en-US" dirty="0" err="1"/>
              <a:t>Cormen</a:t>
            </a:r>
            <a:r>
              <a:rPr lang="en-US" dirty="0"/>
              <a:t>)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1987" name="Rectangle 3">
                <a:extLst>
                  <a:ext uri="{FF2B5EF4-FFF2-40B4-BE49-F238E27FC236}">
                    <a16:creationId xmlns:a16="http://schemas.microsoft.com/office/drawing/2014/main" id="{23C1A1D7-9B1A-D81F-36CE-35B9FA639354}"/>
                  </a:ext>
                </a:extLst>
              </p:cNvPr>
              <p:cNvSpPr>
                <a:spLocks noGrp="1" noChangeArrowheads="1"/>
              </p:cNvSpPr>
              <p:nvPr>
                <p:ph sz="quarter" idx="1"/>
                <p:custDataLst>
                  <p:tags r:id="rId2"/>
                </p:custDataLst>
              </p:nvPr>
            </p:nvSpPr>
            <p:spPr>
              <a:xfrm>
                <a:off x="1637169" y="1308739"/>
                <a:ext cx="9017251" cy="972741"/>
              </a:xfrm>
              <a:solidFill>
                <a:schemeClr val="tx1">
                  <a:lumMod val="65000"/>
                </a:schemeClr>
              </a:solidFill>
              <a:ln>
                <a:solidFill>
                  <a:schemeClr val="bg1"/>
                </a:solidFill>
              </a:ln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dirty="0">
                    <a:solidFill>
                      <a:schemeClr val="bg1"/>
                    </a:solidFill>
                  </a:rPr>
                  <a:t>Consider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𝑇</m:t>
                    </m:r>
                    <m:d>
                      <m:dPr>
                        <m:ctrlPr>
                          <a:rPr lang="en-US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</m:d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𝑇</m:t>
                    </m:r>
                    <m:d>
                      <m:dPr>
                        <m:ctrlPr>
                          <a:rPr lang="en-US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f>
                          <m:fPr>
                            <m:ctrlPr>
                              <a:rPr lang="en-US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𝑛</m:t>
                            </m:r>
                          </m:num>
                          <m:den>
                            <m:r>
                              <a:rPr lang="en-US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𝑏</m:t>
                            </m:r>
                          </m:den>
                        </m:f>
                      </m:e>
                    </m:d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b="0" i="1" smtClean="0">
                        <a:solidFill>
                          <a:schemeClr val="accent3"/>
                        </a:solidFill>
                        <a:latin typeface="Cambria Math" panose="02040503050406030204" pitchFamily="18" charset="0"/>
                      </a:rPr>
                      <m:t>𝑓</m:t>
                    </m:r>
                    <m:r>
                      <a:rPr lang="en-US" b="0" i="1" smtClean="0">
                        <a:solidFill>
                          <a:schemeClr val="accent3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0" i="1" smtClean="0">
                        <a:solidFill>
                          <a:schemeClr val="accent3"/>
                        </a:solidFill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b="0" i="1" smtClean="0">
                        <a:solidFill>
                          <a:schemeClr val="accent3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>
                    <a:solidFill>
                      <a:schemeClr val="accent3"/>
                    </a:solidFill>
                  </a:rPr>
                  <a:t> </a:t>
                </a:r>
                <a:r>
                  <a:rPr lang="en-US" dirty="0">
                    <a:solidFill>
                      <a:schemeClr val="bg1"/>
                    </a:solidFill>
                  </a:rPr>
                  <a:t>		Let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accent4"/>
                        </a:solidFill>
                        <a:latin typeface="Cambria Math" panose="02040503050406030204" pitchFamily="18" charset="0"/>
                      </a:rPr>
                      <m:t>𝑘</m:t>
                    </m:r>
                    <m:r>
                      <a:rPr lang="en-US" b="0" i="1" smtClean="0">
                        <a:solidFill>
                          <a:schemeClr val="accent4"/>
                        </a:solidFill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b="0" i="1" smtClean="0">
                            <a:solidFill>
                              <a:schemeClr val="accent4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func>
                          <m:funcPr>
                            <m:ctrlPr>
                              <a:rPr lang="en-US" b="0" i="1" smtClean="0">
                                <a:solidFill>
                                  <a:schemeClr val="accent4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funcPr>
                          <m:fName>
                            <m:r>
                              <m:rPr>
                                <m:sty m:val="p"/>
                              </m:rPr>
                              <a:rPr lang="en-US" b="0" i="0" smtClean="0">
                                <a:solidFill>
                                  <a:schemeClr val="accent4"/>
                                </a:solidFill>
                                <a:latin typeface="Cambria Math" panose="02040503050406030204" pitchFamily="18" charset="0"/>
                              </a:rPr>
                              <m:t>lg</m:t>
                            </m:r>
                          </m:fName>
                          <m:e>
                            <m:r>
                              <a:rPr lang="en-US" b="0" i="1" smtClean="0">
                                <a:solidFill>
                                  <a:schemeClr val="accent4"/>
                                </a:solidFill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</m:func>
                      </m:num>
                      <m:den>
                        <m:func>
                          <m:funcPr>
                            <m:ctrlPr>
                              <a:rPr lang="en-US" b="0" i="1" smtClean="0">
                                <a:solidFill>
                                  <a:schemeClr val="accent4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funcPr>
                          <m:fName>
                            <m:r>
                              <m:rPr>
                                <m:sty m:val="p"/>
                              </m:rPr>
                              <a:rPr lang="en-US" b="0" i="0" smtClean="0">
                                <a:solidFill>
                                  <a:schemeClr val="accent4"/>
                                </a:solidFill>
                                <a:latin typeface="Cambria Math" panose="02040503050406030204" pitchFamily="18" charset="0"/>
                              </a:rPr>
                              <m:t>lg</m:t>
                            </m:r>
                          </m:fName>
                          <m:e>
                            <m:r>
                              <a:rPr lang="en-US" b="0" i="1" smtClean="0">
                                <a:solidFill>
                                  <a:schemeClr val="accent4"/>
                                </a:solidFill>
                                <a:latin typeface="Cambria Math" panose="02040503050406030204" pitchFamily="18" charset="0"/>
                              </a:rPr>
                              <m:t>𝑏</m:t>
                            </m:r>
                          </m:e>
                        </m:func>
                      </m:den>
                    </m:f>
                    <m:r>
                      <a:rPr lang="en-US" b="0" i="1" smtClean="0">
                        <a:solidFill>
                          <a:schemeClr val="accent4"/>
                        </a:solidFill>
                        <a:latin typeface="Cambria Math" panose="02040503050406030204" pitchFamily="18" charset="0"/>
                      </a:rPr>
                      <m:t>=</m:t>
                    </m:r>
                    <m:func>
                      <m:funcPr>
                        <m:ctrlPr>
                          <a:rPr lang="en-US" b="0" i="1" smtClean="0">
                            <a:solidFill>
                              <a:schemeClr val="accent4"/>
                            </a:solidFill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sSub>
                          <m:sSubPr>
                            <m:ctrlPr>
                              <a:rPr lang="en-US" b="0" i="1" smtClean="0">
                                <a:solidFill>
                                  <a:schemeClr val="accent4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b="0" i="0" smtClean="0">
                                <a:solidFill>
                                  <a:schemeClr val="accent4"/>
                                </a:solidFill>
                                <a:latin typeface="Cambria Math" panose="02040503050406030204" pitchFamily="18" charset="0"/>
                              </a:rPr>
                              <m:t>log</m:t>
                            </m:r>
                          </m:e>
                          <m:sub>
                            <m:r>
                              <a:rPr lang="en-US" b="0" i="1" smtClean="0">
                                <a:solidFill>
                                  <a:schemeClr val="accent4"/>
                                </a:solidFill>
                                <a:latin typeface="Cambria Math" panose="02040503050406030204" pitchFamily="18" charset="0"/>
                              </a:rPr>
                              <m:t>𝑏</m:t>
                            </m:r>
                          </m:sub>
                        </m:sSub>
                      </m:fName>
                      <m:e>
                        <m:r>
                          <a:rPr lang="en-US" b="0" i="1" smtClean="0">
                            <a:solidFill>
                              <a:schemeClr val="accent4"/>
                            </a:solidFill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</m:func>
                  </m:oMath>
                </a14:m>
                <a:endParaRPr lang="en-US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41987" name="Rectangle 3">
                <a:extLst>
                  <a:ext uri="{FF2B5EF4-FFF2-40B4-BE49-F238E27FC236}">
                    <a16:creationId xmlns:a16="http://schemas.microsoft.com/office/drawing/2014/main" id="{23C1A1D7-9B1A-D81F-36CE-35B9FA63935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"/>
                <p:custDataLst>
                  <p:tags r:id="rId7"/>
                </p:custDataLst>
              </p:nvPr>
            </p:nvSpPr>
            <p:spPr>
              <a:xfrm>
                <a:off x="1637169" y="1308739"/>
                <a:ext cx="9017251" cy="972741"/>
              </a:xfrm>
              <a:blipFill>
                <a:blip r:embed="rId8"/>
                <a:stretch>
                  <a:fillRect l="-983"/>
                </a:stretch>
              </a:blipFill>
              <a:ln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" name="Rectangle 3">
            <a:extLst>
              <a:ext uri="{FF2B5EF4-FFF2-40B4-BE49-F238E27FC236}">
                <a16:creationId xmlns:a16="http://schemas.microsoft.com/office/drawing/2014/main" id="{774FAC92-5935-C360-E307-063C27855451}"/>
              </a:ext>
            </a:extLst>
          </p:cNvPr>
          <p:cNvSpPr txBox="1">
            <a:spLocks noChangeArrowheads="1"/>
          </p:cNvSpPr>
          <p:nvPr>
            <p:custDataLst>
              <p:tags r:id="rId3"/>
            </p:custDataLst>
          </p:nvPr>
        </p:nvSpPr>
        <p:spPr>
          <a:xfrm>
            <a:off x="1637169" y="830998"/>
            <a:ext cx="9017250" cy="5356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dirty="0"/>
              <a:t>The Master Theorem: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Rectangle 3">
                <a:extLst>
                  <a:ext uri="{FF2B5EF4-FFF2-40B4-BE49-F238E27FC236}">
                    <a16:creationId xmlns:a16="http://schemas.microsoft.com/office/drawing/2014/main" id="{453C1EF2-01DD-31DB-E767-F26E50314D8F}"/>
                  </a:ext>
                </a:extLst>
              </p:cNvPr>
              <p:cNvSpPr txBox="1">
                <a:spLocks noChangeArrowheads="1"/>
              </p:cNvSpPr>
              <p:nvPr>
                <p:custDataLst>
                  <p:tags r:id="rId4"/>
                </p:custDataLst>
              </p:nvPr>
            </p:nvSpPr>
            <p:spPr>
              <a:xfrm>
                <a:off x="3185312" y="2561637"/>
                <a:ext cx="2301089" cy="1313755"/>
              </a:xfrm>
              <a:prstGeom prst="rect">
                <a:avLst/>
              </a:prstGeom>
              <a:ln>
                <a:solidFill>
                  <a:schemeClr val="accent3"/>
                </a:solidFill>
              </a:ln>
            </p:spPr>
            <p:txBody>
              <a:bodyPr vert="horz" lIns="91440" tIns="45720" rIns="91440" bIns="45720" rtlCol="0">
                <a:normAutofit fontScale="85000" lnSpcReduction="20000"/>
              </a:bodyPr>
              <a:lstStyle>
                <a:lvl1pPr marL="228600" indent="-228600" algn="l" defTabSz="914400" rtl="0" eaLnBrk="1" latinLnBrk="0" hangingPunct="1">
                  <a:lnSpc>
                    <a:spcPct val="120000"/>
                  </a:lnSpc>
                  <a:spcBef>
                    <a:spcPts val="1000"/>
                  </a:spcBef>
                  <a:buSzPct val="125000"/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None/>
                </a:pP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accent3"/>
                        </a:solidFill>
                        <a:latin typeface="Cambria Math" panose="02040503050406030204" pitchFamily="18" charset="0"/>
                      </a:rPr>
                      <m:t>𝑓</m:t>
                    </m:r>
                    <m:r>
                      <a:rPr lang="en-US" b="0" i="1" smtClean="0">
                        <a:solidFill>
                          <a:schemeClr val="accent3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0" i="1" smtClean="0">
                        <a:solidFill>
                          <a:schemeClr val="accent3"/>
                        </a:solidFill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b="0" i="1" smtClean="0">
                        <a:solidFill>
                          <a:schemeClr val="accent3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 represents how much work is done by the top level of recursion</a:t>
                </a:r>
              </a:p>
            </p:txBody>
          </p:sp>
        </mc:Choice>
        <mc:Fallback xmlns="">
          <p:sp>
            <p:nvSpPr>
              <p:cNvPr id="6" name="Rectangle 3">
                <a:extLst>
                  <a:ext uri="{FF2B5EF4-FFF2-40B4-BE49-F238E27FC236}">
                    <a16:creationId xmlns:a16="http://schemas.microsoft.com/office/drawing/2014/main" id="{453C1EF2-01DD-31DB-E767-F26E50314D8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>
                <p:custDataLst>
                  <p:tags r:id="rId9"/>
                </p:custDataLst>
              </p:nvPr>
            </p:nvSpPr>
            <p:spPr>
              <a:xfrm>
                <a:off x="3185312" y="2561637"/>
                <a:ext cx="2301089" cy="1313755"/>
              </a:xfrm>
              <a:prstGeom prst="rect">
                <a:avLst/>
              </a:prstGeom>
              <a:blipFill>
                <a:blip r:embed="rId10"/>
                <a:stretch>
                  <a:fillRect l="-2732" t="-1905" r="-3825" b="-7619"/>
                </a:stretch>
              </a:blipFill>
              <a:ln>
                <a:solidFill>
                  <a:schemeClr val="accent3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Rectangle 3">
                <a:extLst>
                  <a:ext uri="{FF2B5EF4-FFF2-40B4-BE49-F238E27FC236}">
                    <a16:creationId xmlns:a16="http://schemas.microsoft.com/office/drawing/2014/main" id="{29756ABC-721A-3645-71BC-A99358EBD98B}"/>
                  </a:ext>
                </a:extLst>
              </p:cNvPr>
              <p:cNvSpPr txBox="1">
                <a:spLocks noChangeArrowheads="1"/>
              </p:cNvSpPr>
              <p:nvPr>
                <p:custDataLst>
                  <p:tags r:id="rId5"/>
                </p:custDataLst>
              </p:nvPr>
            </p:nvSpPr>
            <p:spPr>
              <a:xfrm>
                <a:off x="6768980" y="2561637"/>
                <a:ext cx="3886955" cy="972741"/>
              </a:xfrm>
              <a:prstGeom prst="rect">
                <a:avLst/>
              </a:prstGeom>
              <a:ln>
                <a:solidFill>
                  <a:schemeClr val="accent4"/>
                </a:solidFill>
              </a:ln>
            </p:spPr>
            <p:txBody>
              <a:bodyPr vert="horz" lIns="91440" tIns="45720" rIns="91440" bIns="45720" rtlCol="0">
                <a:normAutofit fontScale="77500" lnSpcReduction="20000"/>
              </a:bodyPr>
              <a:lstStyle>
                <a:lvl1pPr marL="228600" indent="-228600" algn="l" defTabSz="914400" rtl="0" eaLnBrk="1" latinLnBrk="0" hangingPunct="1">
                  <a:lnSpc>
                    <a:spcPct val="120000"/>
                  </a:lnSpc>
                  <a:spcBef>
                    <a:spcPts val="1000"/>
                  </a:spcBef>
                  <a:buSzPct val="125000"/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None/>
                </a:pPr>
                <a:r>
                  <a:rPr lang="en-US" dirty="0">
                    <a:solidFill>
                      <a:schemeClr val="accent4"/>
                    </a:solidFill>
                  </a:rPr>
                  <a:t>k</a:t>
                </a:r>
                <a:r>
                  <a:rPr lang="en-US" dirty="0"/>
                  <a:t> is the depth of the recursion.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  <m:sup>
                        <m:r>
                          <a:rPr lang="en-US" b="0" i="1" smtClean="0">
                            <a:solidFill>
                              <a:schemeClr val="accent4"/>
                            </a:solidFill>
                            <a:latin typeface="Cambria Math" panose="02040503050406030204" pitchFamily="18" charset="0"/>
                          </a:rPr>
                          <m:t>𝑘</m:t>
                        </m:r>
                      </m:sup>
                    </m:sSup>
                  </m:oMath>
                </a14:m>
                <a:r>
                  <a:rPr lang="en-US" dirty="0"/>
                  <a:t> is the amount of work done at the very bottom of the recursion tree. </a:t>
                </a:r>
              </a:p>
            </p:txBody>
          </p:sp>
        </mc:Choice>
        <mc:Fallback xmlns="">
          <p:sp>
            <p:nvSpPr>
              <p:cNvPr id="10" name="Rectangle 3">
                <a:extLst>
                  <a:ext uri="{FF2B5EF4-FFF2-40B4-BE49-F238E27FC236}">
                    <a16:creationId xmlns:a16="http://schemas.microsoft.com/office/drawing/2014/main" id="{29756ABC-721A-3645-71BC-A99358EBD98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>
                <p:custDataLst>
                  <p:tags r:id="rId11"/>
                </p:custDataLst>
              </p:nvPr>
            </p:nvSpPr>
            <p:spPr>
              <a:xfrm>
                <a:off x="6768980" y="2561637"/>
                <a:ext cx="3886955" cy="972741"/>
              </a:xfrm>
              <a:prstGeom prst="rect">
                <a:avLst/>
              </a:prstGeom>
              <a:blipFill>
                <a:blip r:embed="rId12"/>
                <a:stretch>
                  <a:fillRect l="-1299" t="-2564" b="-10256"/>
                </a:stretch>
              </a:blipFill>
              <a:ln>
                <a:solidFill>
                  <a:schemeClr val="accent4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446056770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0FF3104-B9C7-C3EA-A3C2-D3BE57A9F3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986" name="Rectangle 2">
            <a:extLst>
              <a:ext uri="{FF2B5EF4-FFF2-40B4-BE49-F238E27FC236}">
                <a16:creationId xmlns:a16="http://schemas.microsoft.com/office/drawing/2014/main" id="{C8C53DA5-5F23-C1DA-3C5E-C6B6A1D2EED5}"/>
              </a:ext>
            </a:extLst>
          </p:cNvPr>
          <p:cNvSpPr>
            <a:spLocks noGrp="1" noChangeArrowheads="1"/>
          </p:cNvSpPr>
          <p:nvPr>
            <p:ph type="title"/>
            <p:custDataLst>
              <p:tags r:id="rId1"/>
            </p:custDataLst>
          </p:nvPr>
        </p:nvSpPr>
        <p:spPr>
          <a:xfrm>
            <a:off x="1143001" y="129629"/>
            <a:ext cx="9905998" cy="651482"/>
          </a:xfrm>
        </p:spPr>
        <p:txBody>
          <a:bodyPr/>
          <a:lstStyle/>
          <a:p>
            <a:pPr algn="ctr"/>
            <a:r>
              <a:rPr lang="en-US" dirty="0"/>
              <a:t>The Master Theorem (from </a:t>
            </a:r>
            <a:r>
              <a:rPr lang="en-US" dirty="0" err="1"/>
              <a:t>Cormen</a:t>
            </a:r>
            <a:r>
              <a:rPr lang="en-US" dirty="0"/>
              <a:t>)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1987" name="Rectangle 3">
                <a:extLst>
                  <a:ext uri="{FF2B5EF4-FFF2-40B4-BE49-F238E27FC236}">
                    <a16:creationId xmlns:a16="http://schemas.microsoft.com/office/drawing/2014/main" id="{1F2F72E8-DEB7-0B9B-36CF-3B0FBB3A0C86}"/>
                  </a:ext>
                </a:extLst>
              </p:cNvPr>
              <p:cNvSpPr>
                <a:spLocks noGrp="1" noChangeArrowheads="1"/>
              </p:cNvSpPr>
              <p:nvPr>
                <p:ph sz="quarter" idx="1"/>
                <p:custDataLst>
                  <p:tags r:id="rId2"/>
                </p:custDataLst>
              </p:nvPr>
            </p:nvSpPr>
            <p:spPr>
              <a:xfrm>
                <a:off x="1637169" y="1308739"/>
                <a:ext cx="9017251" cy="972741"/>
              </a:xfrm>
              <a:solidFill>
                <a:schemeClr val="tx1">
                  <a:lumMod val="65000"/>
                </a:schemeClr>
              </a:solidFill>
              <a:ln>
                <a:solidFill>
                  <a:schemeClr val="bg1"/>
                </a:solidFill>
              </a:ln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dirty="0">
                    <a:solidFill>
                      <a:schemeClr val="bg1"/>
                    </a:solidFill>
                  </a:rPr>
                  <a:t>Consider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𝑇</m:t>
                    </m:r>
                    <m:d>
                      <m:dPr>
                        <m:ctrlPr>
                          <a:rPr lang="en-US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</m:d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𝑇</m:t>
                    </m:r>
                    <m:d>
                      <m:dPr>
                        <m:ctrlPr>
                          <a:rPr lang="en-US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f>
                          <m:fPr>
                            <m:ctrlPr>
                              <a:rPr lang="en-US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𝑛</m:t>
                            </m:r>
                          </m:num>
                          <m:den>
                            <m:r>
                              <a:rPr lang="en-US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𝑏</m:t>
                            </m:r>
                          </m:den>
                        </m:f>
                      </m:e>
                    </m:d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b="0" i="1" smtClean="0">
                        <a:solidFill>
                          <a:schemeClr val="accent3"/>
                        </a:solidFill>
                        <a:latin typeface="Cambria Math" panose="02040503050406030204" pitchFamily="18" charset="0"/>
                      </a:rPr>
                      <m:t>𝑓</m:t>
                    </m:r>
                    <m:r>
                      <a:rPr lang="en-US" b="0" i="1" smtClean="0">
                        <a:solidFill>
                          <a:schemeClr val="accent3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0" i="1" smtClean="0">
                        <a:solidFill>
                          <a:schemeClr val="accent3"/>
                        </a:solidFill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b="0" i="1" smtClean="0">
                        <a:solidFill>
                          <a:schemeClr val="accent3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>
                    <a:solidFill>
                      <a:schemeClr val="accent3"/>
                    </a:solidFill>
                  </a:rPr>
                  <a:t> </a:t>
                </a:r>
                <a:r>
                  <a:rPr lang="en-US" dirty="0">
                    <a:solidFill>
                      <a:schemeClr val="bg1"/>
                    </a:solidFill>
                  </a:rPr>
                  <a:t>		Let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accent4"/>
                        </a:solidFill>
                        <a:latin typeface="Cambria Math" panose="02040503050406030204" pitchFamily="18" charset="0"/>
                      </a:rPr>
                      <m:t>𝑘</m:t>
                    </m:r>
                    <m:r>
                      <a:rPr lang="en-US" b="0" i="1" smtClean="0">
                        <a:solidFill>
                          <a:schemeClr val="accent4"/>
                        </a:solidFill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b="0" i="1" smtClean="0">
                            <a:solidFill>
                              <a:schemeClr val="accent4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func>
                          <m:funcPr>
                            <m:ctrlPr>
                              <a:rPr lang="en-US" b="0" i="1" smtClean="0">
                                <a:solidFill>
                                  <a:schemeClr val="accent4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funcPr>
                          <m:fName>
                            <m:r>
                              <m:rPr>
                                <m:sty m:val="p"/>
                              </m:rPr>
                              <a:rPr lang="en-US" b="0" i="0" smtClean="0">
                                <a:solidFill>
                                  <a:schemeClr val="accent4"/>
                                </a:solidFill>
                                <a:latin typeface="Cambria Math" panose="02040503050406030204" pitchFamily="18" charset="0"/>
                              </a:rPr>
                              <m:t>lg</m:t>
                            </m:r>
                          </m:fName>
                          <m:e>
                            <m:r>
                              <a:rPr lang="en-US" b="0" i="1" smtClean="0">
                                <a:solidFill>
                                  <a:schemeClr val="accent4"/>
                                </a:solidFill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</m:func>
                      </m:num>
                      <m:den>
                        <m:func>
                          <m:funcPr>
                            <m:ctrlPr>
                              <a:rPr lang="en-US" b="0" i="1" smtClean="0">
                                <a:solidFill>
                                  <a:schemeClr val="accent4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funcPr>
                          <m:fName>
                            <m:r>
                              <m:rPr>
                                <m:sty m:val="p"/>
                              </m:rPr>
                              <a:rPr lang="en-US" b="0" i="0" smtClean="0">
                                <a:solidFill>
                                  <a:schemeClr val="accent4"/>
                                </a:solidFill>
                                <a:latin typeface="Cambria Math" panose="02040503050406030204" pitchFamily="18" charset="0"/>
                              </a:rPr>
                              <m:t>lg</m:t>
                            </m:r>
                          </m:fName>
                          <m:e>
                            <m:r>
                              <a:rPr lang="en-US" b="0" i="1" smtClean="0">
                                <a:solidFill>
                                  <a:schemeClr val="accent4"/>
                                </a:solidFill>
                                <a:latin typeface="Cambria Math" panose="02040503050406030204" pitchFamily="18" charset="0"/>
                              </a:rPr>
                              <m:t>𝑏</m:t>
                            </m:r>
                          </m:e>
                        </m:func>
                      </m:den>
                    </m:f>
                    <m:r>
                      <a:rPr lang="en-US" b="0" i="1" smtClean="0">
                        <a:solidFill>
                          <a:schemeClr val="accent4"/>
                        </a:solidFill>
                        <a:latin typeface="Cambria Math" panose="02040503050406030204" pitchFamily="18" charset="0"/>
                      </a:rPr>
                      <m:t>=</m:t>
                    </m:r>
                    <m:func>
                      <m:funcPr>
                        <m:ctrlPr>
                          <a:rPr lang="en-US" b="0" i="1" smtClean="0">
                            <a:solidFill>
                              <a:schemeClr val="accent4"/>
                            </a:solidFill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sSub>
                          <m:sSubPr>
                            <m:ctrlPr>
                              <a:rPr lang="en-US" b="0" i="1" smtClean="0">
                                <a:solidFill>
                                  <a:schemeClr val="accent4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b="0" i="0" smtClean="0">
                                <a:solidFill>
                                  <a:schemeClr val="accent4"/>
                                </a:solidFill>
                                <a:latin typeface="Cambria Math" panose="02040503050406030204" pitchFamily="18" charset="0"/>
                              </a:rPr>
                              <m:t>log</m:t>
                            </m:r>
                          </m:e>
                          <m:sub>
                            <m:r>
                              <a:rPr lang="en-US" b="0" i="1" smtClean="0">
                                <a:solidFill>
                                  <a:schemeClr val="accent4"/>
                                </a:solidFill>
                                <a:latin typeface="Cambria Math" panose="02040503050406030204" pitchFamily="18" charset="0"/>
                              </a:rPr>
                              <m:t>𝑏</m:t>
                            </m:r>
                          </m:sub>
                        </m:sSub>
                      </m:fName>
                      <m:e>
                        <m:r>
                          <a:rPr lang="en-US" b="0" i="1" smtClean="0">
                            <a:solidFill>
                              <a:schemeClr val="accent4"/>
                            </a:solidFill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</m:func>
                  </m:oMath>
                </a14:m>
                <a:endParaRPr lang="en-US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41987" name="Rectangle 3">
                <a:extLst>
                  <a:ext uri="{FF2B5EF4-FFF2-40B4-BE49-F238E27FC236}">
                    <a16:creationId xmlns:a16="http://schemas.microsoft.com/office/drawing/2014/main" id="{1F2F72E8-DEB7-0B9B-36CF-3B0FBB3A0C8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"/>
                <p:custDataLst>
                  <p:tags r:id="rId7"/>
                </p:custDataLst>
              </p:nvPr>
            </p:nvSpPr>
            <p:spPr>
              <a:xfrm>
                <a:off x="1637169" y="1308739"/>
                <a:ext cx="9017251" cy="972741"/>
              </a:xfrm>
              <a:blipFill>
                <a:blip r:embed="rId8"/>
                <a:stretch>
                  <a:fillRect l="-983"/>
                </a:stretch>
              </a:blipFill>
              <a:ln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" name="Rectangle 3">
            <a:extLst>
              <a:ext uri="{FF2B5EF4-FFF2-40B4-BE49-F238E27FC236}">
                <a16:creationId xmlns:a16="http://schemas.microsoft.com/office/drawing/2014/main" id="{C6C9EC58-AE9B-3B25-0F34-80E1A0C7BD2C}"/>
              </a:ext>
            </a:extLst>
          </p:cNvPr>
          <p:cNvSpPr txBox="1">
            <a:spLocks noChangeArrowheads="1"/>
          </p:cNvSpPr>
          <p:nvPr>
            <p:custDataLst>
              <p:tags r:id="rId3"/>
            </p:custDataLst>
          </p:nvPr>
        </p:nvSpPr>
        <p:spPr>
          <a:xfrm>
            <a:off x="1637169" y="830998"/>
            <a:ext cx="9017250" cy="5356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dirty="0"/>
              <a:t>The Master Theorem:</a:t>
            </a:r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CD73E24D-A5DA-9AE6-EEAC-0421DCAC4B54}"/>
              </a:ext>
            </a:extLst>
          </p:cNvPr>
          <p:cNvGrpSpPr/>
          <p:nvPr/>
        </p:nvGrpSpPr>
        <p:grpSpPr>
          <a:xfrm>
            <a:off x="1233286" y="2499891"/>
            <a:ext cx="7362480" cy="4153260"/>
            <a:chOff x="440858" y="2176979"/>
            <a:chExt cx="10189421" cy="4490144"/>
          </a:xfrm>
        </p:grpSpPr>
        <p:grpSp>
          <p:nvGrpSpPr>
            <p:cNvPr id="12" name="Group 11">
              <a:extLst>
                <a:ext uri="{FF2B5EF4-FFF2-40B4-BE49-F238E27FC236}">
                  <a16:creationId xmlns:a16="http://schemas.microsoft.com/office/drawing/2014/main" id="{BEFB210F-21F3-5E71-8C98-BD74B5E2E4B4}"/>
                </a:ext>
              </a:extLst>
            </p:cNvPr>
            <p:cNvGrpSpPr/>
            <p:nvPr/>
          </p:nvGrpSpPr>
          <p:grpSpPr>
            <a:xfrm>
              <a:off x="4710818" y="2176979"/>
              <a:ext cx="1899720" cy="516047"/>
              <a:chOff x="4906978" y="2236206"/>
              <a:chExt cx="1899720" cy="516047"/>
            </a:xfrm>
          </p:grpSpPr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41984" name="Rectangle 41983">
                    <a:extLst>
                      <a:ext uri="{FF2B5EF4-FFF2-40B4-BE49-F238E27FC236}">
                        <a16:creationId xmlns:a16="http://schemas.microsoft.com/office/drawing/2014/main" id="{39E35A6D-0734-DAF0-C12B-6A4977D300A0}"/>
                      </a:ext>
                    </a:extLst>
                  </p:cNvPr>
                  <p:cNvSpPr/>
                  <p:nvPr/>
                </p:nvSpPr>
                <p:spPr>
                  <a:xfrm>
                    <a:off x="4906978" y="2236206"/>
                    <a:ext cx="1013988" cy="516047"/>
                  </a:xfrm>
                  <a:prstGeom prst="rect">
                    <a:avLst/>
                  </a:prstGeom>
                  <a:solidFill>
                    <a:schemeClr val="accent3"/>
                  </a:solidFill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𝑇</m:t>
                          </m:r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)</m:t>
                          </m:r>
                        </m:oMath>
                      </m:oMathPara>
                    </a14:m>
                    <a:endParaRPr lang="en-US" dirty="0">
                      <a:solidFill>
                        <a:schemeClr val="bg1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41984" name="Rectangle 41983">
                    <a:extLst>
                      <a:ext uri="{FF2B5EF4-FFF2-40B4-BE49-F238E27FC236}">
                        <a16:creationId xmlns:a16="http://schemas.microsoft.com/office/drawing/2014/main" id="{39E35A6D-0734-DAF0-C12B-6A4977D300A0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4906978" y="2236206"/>
                    <a:ext cx="1013988" cy="516047"/>
                  </a:xfrm>
                  <a:prstGeom prst="rect">
                    <a:avLst/>
                  </a:prstGeom>
                  <a:blipFill>
                    <a:blip r:embed="rId9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41985" name="Rectangle 41984">
                    <a:extLst>
                      <a:ext uri="{FF2B5EF4-FFF2-40B4-BE49-F238E27FC236}">
                        <a16:creationId xmlns:a16="http://schemas.microsoft.com/office/drawing/2014/main" id="{4E73F6E2-7B58-9401-4D99-D20CA5AE0907}"/>
                      </a:ext>
                    </a:extLst>
                  </p:cNvPr>
                  <p:cNvSpPr/>
                  <p:nvPr/>
                </p:nvSpPr>
                <p:spPr>
                  <a:xfrm>
                    <a:off x="5920967" y="2236206"/>
                    <a:ext cx="885731" cy="516047"/>
                  </a:xfrm>
                  <a:prstGeom prst="rect">
                    <a:avLst/>
                  </a:prstGeom>
                  <a:solidFill>
                    <a:schemeClr val="accent3"/>
                  </a:solidFill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𝑓</m:t>
                          </m:r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)</m:t>
                          </m:r>
                        </m:oMath>
                      </m:oMathPara>
                    </a14:m>
                    <a:endParaRPr lang="en-US" dirty="0">
                      <a:solidFill>
                        <a:schemeClr val="bg1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41985" name="Rectangle 41984">
                    <a:extLst>
                      <a:ext uri="{FF2B5EF4-FFF2-40B4-BE49-F238E27FC236}">
                        <a16:creationId xmlns:a16="http://schemas.microsoft.com/office/drawing/2014/main" id="{4E73F6E2-7B58-9401-4D99-D20CA5AE0907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5920967" y="2236206"/>
                    <a:ext cx="885731" cy="516047"/>
                  </a:xfrm>
                  <a:prstGeom prst="rect">
                    <a:avLst/>
                  </a:prstGeom>
                  <a:blipFill>
                    <a:blip r:embed="rId10"/>
                    <a:stretch>
                      <a:fillRect l="-7547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grpSp>
          <p:nvGrpSpPr>
            <p:cNvPr id="13" name="Group 12">
              <a:extLst>
                <a:ext uri="{FF2B5EF4-FFF2-40B4-BE49-F238E27FC236}">
                  <a16:creationId xmlns:a16="http://schemas.microsoft.com/office/drawing/2014/main" id="{2E7C84D6-F7E3-E81D-3055-4A658FF6DC36}"/>
                </a:ext>
              </a:extLst>
            </p:cNvPr>
            <p:cNvGrpSpPr/>
            <p:nvPr/>
          </p:nvGrpSpPr>
          <p:grpSpPr>
            <a:xfrm>
              <a:off x="6656897" y="3170976"/>
              <a:ext cx="1611517" cy="516047"/>
              <a:chOff x="4906978" y="2236206"/>
              <a:chExt cx="1611517" cy="516047"/>
            </a:xfrm>
          </p:grpSpPr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62" name="Rectangle 61">
                    <a:extLst>
                      <a:ext uri="{FF2B5EF4-FFF2-40B4-BE49-F238E27FC236}">
                        <a16:creationId xmlns:a16="http://schemas.microsoft.com/office/drawing/2014/main" id="{29EEC06C-4F07-0A3C-4D27-24B62DA6CAB2}"/>
                      </a:ext>
                    </a:extLst>
                  </p:cNvPr>
                  <p:cNvSpPr/>
                  <p:nvPr/>
                </p:nvSpPr>
                <p:spPr>
                  <a:xfrm>
                    <a:off x="4906978" y="2236206"/>
                    <a:ext cx="1013988" cy="516047"/>
                  </a:xfrm>
                  <a:prstGeom prst="rect">
                    <a:avLst/>
                  </a:prstGeom>
                  <a:solidFill>
                    <a:schemeClr val="tx1">
                      <a:lumMod val="85000"/>
                    </a:schemeClr>
                  </a:solidFill>
                  <a:ln>
                    <a:solidFill>
                      <a:schemeClr val="tx1">
                        <a:lumMod val="85000"/>
                      </a:schemeClr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b="0" i="1" smtClean="0">
                              <a:solidFill>
                                <a:schemeClr val="tx1">
                                  <a:lumMod val="8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𝑇</m:t>
                          </m:r>
                          <m:r>
                            <a:rPr lang="en-US" b="0" i="1" smtClean="0">
                              <a:solidFill>
                                <a:schemeClr val="tx1">
                                  <a:lumMod val="8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(</m:t>
                          </m:r>
                          <m:f>
                            <m:fPr>
                              <m:ctrlPr>
                                <a:rPr lang="en-US" b="0" i="1" smtClean="0">
                                  <a:solidFill>
                                    <a:schemeClr val="tx1">
                                      <a:lumMod val="8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b="0" i="1" smtClean="0">
                                  <a:solidFill>
                                    <a:schemeClr val="tx1">
                                      <a:lumMod val="8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num>
                            <m:den>
                              <m:r>
                                <a:rPr lang="en-US" b="0" i="1" smtClean="0">
                                  <a:solidFill>
                                    <a:schemeClr val="tx1">
                                      <a:lumMod val="8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den>
                          </m:f>
                          <m:r>
                            <a:rPr lang="en-US" b="0" i="1" smtClean="0">
                              <a:solidFill>
                                <a:schemeClr val="tx1">
                                  <a:lumMod val="8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)</m:t>
                          </m:r>
                        </m:oMath>
                      </m:oMathPara>
                    </a14:m>
                    <a:endParaRPr lang="en-US" dirty="0">
                      <a:solidFill>
                        <a:schemeClr val="tx1">
                          <a:lumMod val="85000"/>
                        </a:schemeClr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62" name="Rectangle 61">
                    <a:extLst>
                      <a:ext uri="{FF2B5EF4-FFF2-40B4-BE49-F238E27FC236}">
                        <a16:creationId xmlns:a16="http://schemas.microsoft.com/office/drawing/2014/main" id="{29EEC06C-4F07-0A3C-4D27-24B62DA6CAB2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4906978" y="2236206"/>
                    <a:ext cx="1013988" cy="516047"/>
                  </a:xfrm>
                  <a:prstGeom prst="rect">
                    <a:avLst/>
                  </a:prstGeom>
                  <a:blipFill>
                    <a:blip r:embed="rId11"/>
                    <a:stretch>
                      <a:fillRect b="-12500"/>
                    </a:stretch>
                  </a:blipFill>
                  <a:ln>
                    <a:solidFill>
                      <a:schemeClr val="tx1">
                        <a:lumMod val="85000"/>
                      </a:schemeClr>
                    </a:solidFill>
                  </a:ln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63" name="Rectangle 62">
                    <a:extLst>
                      <a:ext uri="{FF2B5EF4-FFF2-40B4-BE49-F238E27FC236}">
                        <a16:creationId xmlns:a16="http://schemas.microsoft.com/office/drawing/2014/main" id="{AEFAC86B-17B4-6558-649C-317406942586}"/>
                      </a:ext>
                    </a:extLst>
                  </p:cNvPr>
                  <p:cNvSpPr/>
                  <p:nvPr/>
                </p:nvSpPr>
                <p:spPr>
                  <a:xfrm>
                    <a:off x="5920966" y="2236206"/>
                    <a:ext cx="597529" cy="516047"/>
                  </a:xfrm>
                  <a:prstGeom prst="rect">
                    <a:avLst/>
                  </a:prstGeom>
                  <a:solidFill>
                    <a:schemeClr val="tx1">
                      <a:lumMod val="85000"/>
                    </a:schemeClr>
                  </a:solidFill>
                  <a:ln>
                    <a:solidFill>
                      <a:schemeClr val="tx1">
                        <a:lumMod val="85000"/>
                      </a:schemeClr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f>
                            <m:fPr>
                              <m:ctrlPr>
                                <a:rPr lang="en-US" b="0" i="1" smtClean="0">
                                  <a:solidFill>
                                    <a:schemeClr val="tx1">
                                      <a:lumMod val="8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b="0" i="1" smtClean="0">
                                  <a:solidFill>
                                    <a:schemeClr val="tx1">
                                      <a:lumMod val="8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num>
                            <m:den>
                              <m:r>
                                <a:rPr lang="en-US" b="0" i="1" smtClean="0">
                                  <a:solidFill>
                                    <a:schemeClr val="tx1">
                                      <a:lumMod val="8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den>
                          </m:f>
                        </m:oMath>
                      </m:oMathPara>
                    </a14:m>
                    <a:endParaRPr lang="en-US" dirty="0">
                      <a:solidFill>
                        <a:schemeClr val="tx1">
                          <a:lumMod val="85000"/>
                        </a:schemeClr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63" name="Rectangle 62">
                    <a:extLst>
                      <a:ext uri="{FF2B5EF4-FFF2-40B4-BE49-F238E27FC236}">
                        <a16:creationId xmlns:a16="http://schemas.microsoft.com/office/drawing/2014/main" id="{AEFAC86B-17B4-6558-649C-317406942586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5920966" y="2236206"/>
                    <a:ext cx="597529" cy="516047"/>
                  </a:xfrm>
                  <a:prstGeom prst="rect">
                    <a:avLst/>
                  </a:prstGeom>
                  <a:blipFill>
                    <a:blip r:embed="rId12"/>
                    <a:stretch>
                      <a:fillRect b="-12500"/>
                    </a:stretch>
                  </a:blipFill>
                  <a:ln>
                    <a:solidFill>
                      <a:schemeClr val="tx1">
                        <a:lumMod val="85000"/>
                      </a:schemeClr>
                    </a:solidFill>
                  </a:ln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grpSp>
          <p:nvGrpSpPr>
            <p:cNvPr id="14" name="Group 13">
              <a:extLst>
                <a:ext uri="{FF2B5EF4-FFF2-40B4-BE49-F238E27FC236}">
                  <a16:creationId xmlns:a16="http://schemas.microsoft.com/office/drawing/2014/main" id="{7A54A4EC-E53A-5D46-D140-B338C8CC4E5A}"/>
                </a:ext>
              </a:extLst>
            </p:cNvPr>
            <p:cNvGrpSpPr/>
            <p:nvPr/>
          </p:nvGrpSpPr>
          <p:grpSpPr>
            <a:xfrm>
              <a:off x="2874473" y="3170976"/>
              <a:ext cx="1611517" cy="516047"/>
              <a:chOff x="4906978" y="2236206"/>
              <a:chExt cx="1611517" cy="516047"/>
            </a:xfrm>
          </p:grpSpPr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60" name="Rectangle 59">
                    <a:extLst>
                      <a:ext uri="{FF2B5EF4-FFF2-40B4-BE49-F238E27FC236}">
                        <a16:creationId xmlns:a16="http://schemas.microsoft.com/office/drawing/2014/main" id="{147BC43E-C6B1-2CA6-2A93-DACF5C3AFF9D}"/>
                      </a:ext>
                    </a:extLst>
                  </p:cNvPr>
                  <p:cNvSpPr/>
                  <p:nvPr/>
                </p:nvSpPr>
                <p:spPr>
                  <a:xfrm>
                    <a:off x="4906978" y="2236206"/>
                    <a:ext cx="1013988" cy="516047"/>
                  </a:xfrm>
                  <a:prstGeom prst="rect">
                    <a:avLst/>
                  </a:prstGeom>
                  <a:solidFill>
                    <a:schemeClr val="tx1">
                      <a:lumMod val="85000"/>
                    </a:schemeClr>
                  </a:solidFill>
                  <a:ln>
                    <a:solidFill>
                      <a:schemeClr val="tx1">
                        <a:lumMod val="85000"/>
                      </a:schemeClr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b="0" i="1" smtClean="0">
                              <a:solidFill>
                                <a:schemeClr val="tx1">
                                  <a:lumMod val="8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𝑇</m:t>
                          </m:r>
                          <m:r>
                            <a:rPr lang="en-US" b="0" i="1" smtClean="0">
                              <a:solidFill>
                                <a:schemeClr val="tx1">
                                  <a:lumMod val="8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(</m:t>
                          </m:r>
                          <m:f>
                            <m:fPr>
                              <m:ctrlPr>
                                <a:rPr lang="en-US" b="0" i="1" smtClean="0">
                                  <a:solidFill>
                                    <a:schemeClr val="tx1">
                                      <a:lumMod val="8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b="0" i="1" smtClean="0">
                                  <a:solidFill>
                                    <a:schemeClr val="tx1">
                                      <a:lumMod val="8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num>
                            <m:den>
                              <m:r>
                                <a:rPr lang="en-US" b="0" i="1" smtClean="0">
                                  <a:solidFill>
                                    <a:schemeClr val="tx1">
                                      <a:lumMod val="8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den>
                          </m:f>
                          <m:r>
                            <a:rPr lang="en-US" b="0" i="1" smtClean="0">
                              <a:solidFill>
                                <a:schemeClr val="tx1">
                                  <a:lumMod val="8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)</m:t>
                          </m:r>
                        </m:oMath>
                      </m:oMathPara>
                    </a14:m>
                    <a:endParaRPr lang="en-US" dirty="0">
                      <a:solidFill>
                        <a:schemeClr val="tx1">
                          <a:lumMod val="85000"/>
                        </a:schemeClr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60" name="Rectangle 59">
                    <a:extLst>
                      <a:ext uri="{FF2B5EF4-FFF2-40B4-BE49-F238E27FC236}">
                        <a16:creationId xmlns:a16="http://schemas.microsoft.com/office/drawing/2014/main" id="{147BC43E-C6B1-2CA6-2A93-DACF5C3AFF9D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4906978" y="2236206"/>
                    <a:ext cx="1013988" cy="516047"/>
                  </a:xfrm>
                  <a:prstGeom prst="rect">
                    <a:avLst/>
                  </a:prstGeom>
                  <a:blipFill>
                    <a:blip r:embed="rId11"/>
                    <a:stretch>
                      <a:fillRect b="-12500"/>
                    </a:stretch>
                  </a:blipFill>
                  <a:ln>
                    <a:solidFill>
                      <a:schemeClr val="tx1">
                        <a:lumMod val="85000"/>
                      </a:schemeClr>
                    </a:solidFill>
                  </a:ln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61" name="Rectangle 60">
                    <a:extLst>
                      <a:ext uri="{FF2B5EF4-FFF2-40B4-BE49-F238E27FC236}">
                        <a16:creationId xmlns:a16="http://schemas.microsoft.com/office/drawing/2014/main" id="{43FF6331-6345-30FA-2194-AB32714AFA26}"/>
                      </a:ext>
                    </a:extLst>
                  </p:cNvPr>
                  <p:cNvSpPr/>
                  <p:nvPr/>
                </p:nvSpPr>
                <p:spPr>
                  <a:xfrm>
                    <a:off x="5920966" y="2236206"/>
                    <a:ext cx="597529" cy="516047"/>
                  </a:xfrm>
                  <a:prstGeom prst="rect">
                    <a:avLst/>
                  </a:prstGeom>
                  <a:solidFill>
                    <a:schemeClr val="tx1">
                      <a:lumMod val="85000"/>
                    </a:schemeClr>
                  </a:solidFill>
                  <a:ln>
                    <a:solidFill>
                      <a:schemeClr val="tx1">
                        <a:lumMod val="85000"/>
                      </a:schemeClr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f>
                            <m:fPr>
                              <m:ctrlPr>
                                <a:rPr lang="en-US" b="0" i="1" smtClean="0">
                                  <a:solidFill>
                                    <a:schemeClr val="tx1">
                                      <a:lumMod val="8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b="0" i="1" smtClean="0">
                                  <a:solidFill>
                                    <a:schemeClr val="tx1">
                                      <a:lumMod val="8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num>
                            <m:den>
                              <m:r>
                                <a:rPr lang="en-US" b="0" i="1" smtClean="0">
                                  <a:solidFill>
                                    <a:schemeClr val="tx1">
                                      <a:lumMod val="8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den>
                          </m:f>
                        </m:oMath>
                      </m:oMathPara>
                    </a14:m>
                    <a:endParaRPr lang="en-US" dirty="0">
                      <a:solidFill>
                        <a:schemeClr val="tx1">
                          <a:lumMod val="85000"/>
                        </a:schemeClr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61" name="Rectangle 60">
                    <a:extLst>
                      <a:ext uri="{FF2B5EF4-FFF2-40B4-BE49-F238E27FC236}">
                        <a16:creationId xmlns:a16="http://schemas.microsoft.com/office/drawing/2014/main" id="{43FF6331-6345-30FA-2194-AB32714AFA26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5920966" y="2236206"/>
                    <a:ext cx="597529" cy="516047"/>
                  </a:xfrm>
                  <a:prstGeom prst="rect">
                    <a:avLst/>
                  </a:prstGeom>
                  <a:blipFill>
                    <a:blip r:embed="rId13"/>
                    <a:stretch>
                      <a:fillRect b="-12500"/>
                    </a:stretch>
                  </a:blipFill>
                  <a:ln>
                    <a:solidFill>
                      <a:schemeClr val="tx1">
                        <a:lumMod val="85000"/>
                      </a:schemeClr>
                    </a:solidFill>
                  </a:ln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grpSp>
          <p:nvGrpSpPr>
            <p:cNvPr id="15" name="Group 14">
              <a:extLst>
                <a:ext uri="{FF2B5EF4-FFF2-40B4-BE49-F238E27FC236}">
                  <a16:creationId xmlns:a16="http://schemas.microsoft.com/office/drawing/2014/main" id="{CF1C711E-0747-CEE6-3C0F-AA194ADBD1C9}"/>
                </a:ext>
              </a:extLst>
            </p:cNvPr>
            <p:cNvGrpSpPr/>
            <p:nvPr/>
          </p:nvGrpSpPr>
          <p:grpSpPr>
            <a:xfrm>
              <a:off x="1561721" y="4425638"/>
              <a:ext cx="1611517" cy="516047"/>
              <a:chOff x="4906978" y="2236206"/>
              <a:chExt cx="1611517" cy="516047"/>
            </a:xfrm>
          </p:grpSpPr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58" name="Rectangle 57">
                    <a:extLst>
                      <a:ext uri="{FF2B5EF4-FFF2-40B4-BE49-F238E27FC236}">
                        <a16:creationId xmlns:a16="http://schemas.microsoft.com/office/drawing/2014/main" id="{EBEB3349-6639-1FBF-31D7-E118DB8C2308}"/>
                      </a:ext>
                    </a:extLst>
                  </p:cNvPr>
                  <p:cNvSpPr/>
                  <p:nvPr/>
                </p:nvSpPr>
                <p:spPr>
                  <a:xfrm>
                    <a:off x="4906978" y="2236206"/>
                    <a:ext cx="1013988" cy="516047"/>
                  </a:xfrm>
                  <a:prstGeom prst="rect">
                    <a:avLst/>
                  </a:prstGeom>
                  <a:solidFill>
                    <a:schemeClr val="tx1">
                      <a:lumMod val="85000"/>
                    </a:schemeClr>
                  </a:solidFill>
                  <a:ln>
                    <a:solidFill>
                      <a:schemeClr val="tx1">
                        <a:lumMod val="85000"/>
                      </a:schemeClr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b="0" i="1" smtClean="0">
                              <a:solidFill>
                                <a:schemeClr val="tx1">
                                  <a:lumMod val="8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𝑇</m:t>
                          </m:r>
                          <m:r>
                            <a:rPr lang="en-US" b="0" i="1" smtClean="0">
                              <a:solidFill>
                                <a:schemeClr val="tx1">
                                  <a:lumMod val="8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(</m:t>
                          </m:r>
                          <m:f>
                            <m:fPr>
                              <m:ctrlPr>
                                <a:rPr lang="en-US" b="0" i="1" smtClean="0">
                                  <a:solidFill>
                                    <a:schemeClr val="tx1">
                                      <a:lumMod val="8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b="0" i="1" smtClean="0">
                                  <a:solidFill>
                                    <a:schemeClr val="tx1">
                                      <a:lumMod val="8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num>
                            <m:den>
                              <m:r>
                                <a:rPr lang="en-US" b="0" i="1" smtClean="0">
                                  <a:solidFill>
                                    <a:schemeClr val="tx1">
                                      <a:lumMod val="8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4</m:t>
                              </m:r>
                            </m:den>
                          </m:f>
                          <m:r>
                            <a:rPr lang="en-US" b="0" i="1" smtClean="0">
                              <a:solidFill>
                                <a:schemeClr val="tx1">
                                  <a:lumMod val="8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)</m:t>
                          </m:r>
                        </m:oMath>
                      </m:oMathPara>
                    </a14:m>
                    <a:endParaRPr lang="en-US" dirty="0">
                      <a:solidFill>
                        <a:schemeClr val="tx1">
                          <a:lumMod val="85000"/>
                        </a:schemeClr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58" name="Rectangle 57">
                    <a:extLst>
                      <a:ext uri="{FF2B5EF4-FFF2-40B4-BE49-F238E27FC236}">
                        <a16:creationId xmlns:a16="http://schemas.microsoft.com/office/drawing/2014/main" id="{EBEB3349-6639-1FBF-31D7-E118DB8C2308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4906978" y="2236206"/>
                    <a:ext cx="1013988" cy="516047"/>
                  </a:xfrm>
                  <a:prstGeom prst="rect">
                    <a:avLst/>
                  </a:prstGeom>
                  <a:blipFill>
                    <a:blip r:embed="rId14"/>
                    <a:stretch>
                      <a:fillRect b="-12500"/>
                    </a:stretch>
                  </a:blipFill>
                  <a:ln>
                    <a:solidFill>
                      <a:schemeClr val="tx1">
                        <a:lumMod val="85000"/>
                      </a:schemeClr>
                    </a:solidFill>
                  </a:ln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59" name="Rectangle 58">
                    <a:extLst>
                      <a:ext uri="{FF2B5EF4-FFF2-40B4-BE49-F238E27FC236}">
                        <a16:creationId xmlns:a16="http://schemas.microsoft.com/office/drawing/2014/main" id="{0083D12C-0F74-25CA-2C58-3AEB6F5F9C86}"/>
                      </a:ext>
                    </a:extLst>
                  </p:cNvPr>
                  <p:cNvSpPr/>
                  <p:nvPr/>
                </p:nvSpPr>
                <p:spPr>
                  <a:xfrm>
                    <a:off x="5920966" y="2236206"/>
                    <a:ext cx="597529" cy="516047"/>
                  </a:xfrm>
                  <a:prstGeom prst="rect">
                    <a:avLst/>
                  </a:prstGeom>
                  <a:solidFill>
                    <a:schemeClr val="tx1">
                      <a:lumMod val="85000"/>
                    </a:schemeClr>
                  </a:solidFill>
                  <a:ln>
                    <a:solidFill>
                      <a:schemeClr val="tx1">
                        <a:lumMod val="85000"/>
                      </a:schemeClr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f>
                            <m:fPr>
                              <m:ctrlPr>
                                <a:rPr lang="en-US" b="0" i="1" smtClean="0">
                                  <a:solidFill>
                                    <a:schemeClr val="tx1">
                                      <a:lumMod val="8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b="0" i="1" smtClean="0">
                                  <a:solidFill>
                                    <a:schemeClr val="tx1">
                                      <a:lumMod val="8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num>
                            <m:den>
                              <m:r>
                                <a:rPr lang="en-US" b="0" i="1" smtClean="0">
                                  <a:solidFill>
                                    <a:schemeClr val="tx1">
                                      <a:lumMod val="8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4</m:t>
                              </m:r>
                            </m:den>
                          </m:f>
                        </m:oMath>
                      </m:oMathPara>
                    </a14:m>
                    <a:endParaRPr lang="en-US" dirty="0">
                      <a:solidFill>
                        <a:schemeClr val="tx1">
                          <a:lumMod val="85000"/>
                        </a:schemeClr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59" name="Rectangle 58">
                    <a:extLst>
                      <a:ext uri="{FF2B5EF4-FFF2-40B4-BE49-F238E27FC236}">
                        <a16:creationId xmlns:a16="http://schemas.microsoft.com/office/drawing/2014/main" id="{0083D12C-0F74-25CA-2C58-3AEB6F5F9C86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5920966" y="2236206"/>
                    <a:ext cx="597529" cy="516047"/>
                  </a:xfrm>
                  <a:prstGeom prst="rect">
                    <a:avLst/>
                  </a:prstGeom>
                  <a:blipFill>
                    <a:blip r:embed="rId15"/>
                    <a:stretch>
                      <a:fillRect b="-12500"/>
                    </a:stretch>
                  </a:blipFill>
                  <a:ln>
                    <a:solidFill>
                      <a:schemeClr val="tx1">
                        <a:lumMod val="85000"/>
                      </a:schemeClr>
                    </a:solidFill>
                  </a:ln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grpSp>
          <p:nvGrpSpPr>
            <p:cNvPr id="16" name="Group 15">
              <a:extLst>
                <a:ext uri="{FF2B5EF4-FFF2-40B4-BE49-F238E27FC236}">
                  <a16:creationId xmlns:a16="http://schemas.microsoft.com/office/drawing/2014/main" id="{0D2BC463-43E7-4AF5-3DE9-26E467308D26}"/>
                </a:ext>
              </a:extLst>
            </p:cNvPr>
            <p:cNvGrpSpPr/>
            <p:nvPr/>
          </p:nvGrpSpPr>
          <p:grpSpPr>
            <a:xfrm>
              <a:off x="3878992" y="4425635"/>
              <a:ext cx="1611517" cy="516047"/>
              <a:chOff x="4906978" y="2236206"/>
              <a:chExt cx="1611517" cy="516047"/>
            </a:xfrm>
          </p:grpSpPr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56" name="Rectangle 55">
                    <a:extLst>
                      <a:ext uri="{FF2B5EF4-FFF2-40B4-BE49-F238E27FC236}">
                        <a16:creationId xmlns:a16="http://schemas.microsoft.com/office/drawing/2014/main" id="{BCEF246B-5CCA-1C70-D863-3659C232CF2D}"/>
                      </a:ext>
                    </a:extLst>
                  </p:cNvPr>
                  <p:cNvSpPr/>
                  <p:nvPr/>
                </p:nvSpPr>
                <p:spPr>
                  <a:xfrm>
                    <a:off x="4906978" y="2236206"/>
                    <a:ext cx="1013988" cy="516047"/>
                  </a:xfrm>
                  <a:prstGeom prst="rect">
                    <a:avLst/>
                  </a:prstGeom>
                  <a:solidFill>
                    <a:schemeClr val="tx1">
                      <a:lumMod val="85000"/>
                    </a:schemeClr>
                  </a:solidFill>
                  <a:ln>
                    <a:solidFill>
                      <a:schemeClr val="tx1">
                        <a:lumMod val="85000"/>
                      </a:schemeClr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b="0" i="1" smtClean="0">
                              <a:solidFill>
                                <a:schemeClr val="tx1">
                                  <a:lumMod val="8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𝑇</m:t>
                          </m:r>
                          <m:r>
                            <a:rPr lang="en-US" b="0" i="1" smtClean="0">
                              <a:solidFill>
                                <a:schemeClr val="tx1">
                                  <a:lumMod val="8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(</m:t>
                          </m:r>
                          <m:f>
                            <m:fPr>
                              <m:ctrlPr>
                                <a:rPr lang="en-US" b="0" i="1" smtClean="0">
                                  <a:solidFill>
                                    <a:schemeClr val="tx1">
                                      <a:lumMod val="8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b="0" i="1" smtClean="0">
                                  <a:solidFill>
                                    <a:schemeClr val="tx1">
                                      <a:lumMod val="8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num>
                            <m:den>
                              <m:r>
                                <a:rPr lang="en-US" b="0" i="1" smtClean="0">
                                  <a:solidFill>
                                    <a:schemeClr val="tx1">
                                      <a:lumMod val="8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4</m:t>
                              </m:r>
                            </m:den>
                          </m:f>
                          <m:r>
                            <a:rPr lang="en-US" b="0" i="1" smtClean="0">
                              <a:solidFill>
                                <a:schemeClr val="tx1">
                                  <a:lumMod val="8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)</m:t>
                          </m:r>
                        </m:oMath>
                      </m:oMathPara>
                    </a14:m>
                    <a:endParaRPr lang="en-US" dirty="0">
                      <a:solidFill>
                        <a:schemeClr val="tx1">
                          <a:lumMod val="85000"/>
                        </a:schemeClr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56" name="Rectangle 55">
                    <a:extLst>
                      <a:ext uri="{FF2B5EF4-FFF2-40B4-BE49-F238E27FC236}">
                        <a16:creationId xmlns:a16="http://schemas.microsoft.com/office/drawing/2014/main" id="{BCEF246B-5CCA-1C70-D863-3659C232CF2D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4906978" y="2236206"/>
                    <a:ext cx="1013988" cy="516047"/>
                  </a:xfrm>
                  <a:prstGeom prst="rect">
                    <a:avLst/>
                  </a:prstGeom>
                  <a:blipFill>
                    <a:blip r:embed="rId14"/>
                    <a:stretch>
                      <a:fillRect b="-12500"/>
                    </a:stretch>
                  </a:blipFill>
                  <a:ln>
                    <a:solidFill>
                      <a:schemeClr val="tx1">
                        <a:lumMod val="85000"/>
                      </a:schemeClr>
                    </a:solidFill>
                  </a:ln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57" name="Rectangle 56">
                    <a:extLst>
                      <a:ext uri="{FF2B5EF4-FFF2-40B4-BE49-F238E27FC236}">
                        <a16:creationId xmlns:a16="http://schemas.microsoft.com/office/drawing/2014/main" id="{87C1114E-5E41-1545-9C7A-752C8F5BB8C5}"/>
                      </a:ext>
                    </a:extLst>
                  </p:cNvPr>
                  <p:cNvSpPr/>
                  <p:nvPr/>
                </p:nvSpPr>
                <p:spPr>
                  <a:xfrm>
                    <a:off x="5920966" y="2236206"/>
                    <a:ext cx="597529" cy="516047"/>
                  </a:xfrm>
                  <a:prstGeom prst="rect">
                    <a:avLst/>
                  </a:prstGeom>
                  <a:solidFill>
                    <a:schemeClr val="tx1">
                      <a:lumMod val="85000"/>
                    </a:schemeClr>
                  </a:solidFill>
                  <a:ln>
                    <a:solidFill>
                      <a:schemeClr val="tx1">
                        <a:lumMod val="85000"/>
                      </a:schemeClr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f>
                            <m:fPr>
                              <m:ctrlPr>
                                <a:rPr lang="en-US" b="0" i="1" smtClean="0">
                                  <a:solidFill>
                                    <a:schemeClr val="tx1">
                                      <a:lumMod val="8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b="0" i="1" smtClean="0">
                                  <a:solidFill>
                                    <a:schemeClr val="tx1">
                                      <a:lumMod val="8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num>
                            <m:den>
                              <m:r>
                                <a:rPr lang="en-US" b="0" i="1" smtClean="0">
                                  <a:solidFill>
                                    <a:schemeClr val="tx1">
                                      <a:lumMod val="8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4</m:t>
                              </m:r>
                            </m:den>
                          </m:f>
                        </m:oMath>
                      </m:oMathPara>
                    </a14:m>
                    <a:endParaRPr lang="en-US" dirty="0">
                      <a:solidFill>
                        <a:schemeClr val="tx1">
                          <a:lumMod val="85000"/>
                        </a:schemeClr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57" name="Rectangle 56">
                    <a:extLst>
                      <a:ext uri="{FF2B5EF4-FFF2-40B4-BE49-F238E27FC236}">
                        <a16:creationId xmlns:a16="http://schemas.microsoft.com/office/drawing/2014/main" id="{87C1114E-5E41-1545-9C7A-752C8F5BB8C5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5920966" y="2236206"/>
                    <a:ext cx="597529" cy="516047"/>
                  </a:xfrm>
                  <a:prstGeom prst="rect">
                    <a:avLst/>
                  </a:prstGeom>
                  <a:blipFill>
                    <a:blip r:embed="rId15"/>
                    <a:stretch>
                      <a:fillRect b="-12500"/>
                    </a:stretch>
                  </a:blipFill>
                  <a:ln>
                    <a:solidFill>
                      <a:schemeClr val="tx1">
                        <a:lumMod val="85000"/>
                      </a:schemeClr>
                    </a:solidFill>
                  </a:ln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grpSp>
          <p:nvGrpSpPr>
            <p:cNvPr id="17" name="Group 16">
              <a:extLst>
                <a:ext uri="{FF2B5EF4-FFF2-40B4-BE49-F238E27FC236}">
                  <a16:creationId xmlns:a16="http://schemas.microsoft.com/office/drawing/2014/main" id="{0F6C9BA4-897D-7EA0-BDBF-80716A54DFE3}"/>
                </a:ext>
              </a:extLst>
            </p:cNvPr>
            <p:cNvGrpSpPr/>
            <p:nvPr/>
          </p:nvGrpSpPr>
          <p:grpSpPr>
            <a:xfrm>
              <a:off x="6103543" y="4425635"/>
              <a:ext cx="1611517" cy="516047"/>
              <a:chOff x="4906978" y="2236206"/>
              <a:chExt cx="1611517" cy="516047"/>
            </a:xfrm>
          </p:grpSpPr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54" name="Rectangle 53">
                    <a:extLst>
                      <a:ext uri="{FF2B5EF4-FFF2-40B4-BE49-F238E27FC236}">
                        <a16:creationId xmlns:a16="http://schemas.microsoft.com/office/drawing/2014/main" id="{9D7B772B-0E05-A5C8-8898-052E1FC766DC}"/>
                      </a:ext>
                    </a:extLst>
                  </p:cNvPr>
                  <p:cNvSpPr/>
                  <p:nvPr/>
                </p:nvSpPr>
                <p:spPr>
                  <a:xfrm>
                    <a:off x="4906978" y="2236206"/>
                    <a:ext cx="1013988" cy="516047"/>
                  </a:xfrm>
                  <a:prstGeom prst="rect">
                    <a:avLst/>
                  </a:prstGeom>
                  <a:solidFill>
                    <a:schemeClr val="tx1">
                      <a:lumMod val="85000"/>
                    </a:schemeClr>
                  </a:solidFill>
                  <a:ln>
                    <a:solidFill>
                      <a:schemeClr val="tx1">
                        <a:lumMod val="85000"/>
                      </a:schemeClr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b="0" i="1" smtClean="0">
                              <a:solidFill>
                                <a:schemeClr val="tx1">
                                  <a:lumMod val="8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𝑇</m:t>
                          </m:r>
                          <m:r>
                            <a:rPr lang="en-US" b="0" i="1" smtClean="0">
                              <a:solidFill>
                                <a:schemeClr val="tx1">
                                  <a:lumMod val="8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(</m:t>
                          </m:r>
                          <m:f>
                            <m:fPr>
                              <m:ctrlPr>
                                <a:rPr lang="en-US" b="0" i="1" smtClean="0">
                                  <a:solidFill>
                                    <a:schemeClr val="tx1">
                                      <a:lumMod val="8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b="0" i="1" smtClean="0">
                                  <a:solidFill>
                                    <a:schemeClr val="tx1">
                                      <a:lumMod val="8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num>
                            <m:den>
                              <m:r>
                                <a:rPr lang="en-US" b="0" i="1" smtClean="0">
                                  <a:solidFill>
                                    <a:schemeClr val="tx1">
                                      <a:lumMod val="8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4</m:t>
                              </m:r>
                            </m:den>
                          </m:f>
                          <m:r>
                            <a:rPr lang="en-US" b="0" i="1" smtClean="0">
                              <a:solidFill>
                                <a:schemeClr val="tx1">
                                  <a:lumMod val="8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)</m:t>
                          </m:r>
                        </m:oMath>
                      </m:oMathPara>
                    </a14:m>
                    <a:endParaRPr lang="en-US" dirty="0">
                      <a:solidFill>
                        <a:schemeClr val="tx1">
                          <a:lumMod val="85000"/>
                        </a:schemeClr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54" name="Rectangle 53">
                    <a:extLst>
                      <a:ext uri="{FF2B5EF4-FFF2-40B4-BE49-F238E27FC236}">
                        <a16:creationId xmlns:a16="http://schemas.microsoft.com/office/drawing/2014/main" id="{9D7B772B-0E05-A5C8-8898-052E1FC766DC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4906978" y="2236206"/>
                    <a:ext cx="1013988" cy="516047"/>
                  </a:xfrm>
                  <a:prstGeom prst="rect">
                    <a:avLst/>
                  </a:prstGeom>
                  <a:blipFill>
                    <a:blip r:embed="rId16"/>
                    <a:stretch>
                      <a:fillRect b="-12500"/>
                    </a:stretch>
                  </a:blipFill>
                  <a:ln>
                    <a:solidFill>
                      <a:schemeClr val="tx1">
                        <a:lumMod val="85000"/>
                      </a:schemeClr>
                    </a:solidFill>
                  </a:ln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55" name="Rectangle 54">
                    <a:extLst>
                      <a:ext uri="{FF2B5EF4-FFF2-40B4-BE49-F238E27FC236}">
                        <a16:creationId xmlns:a16="http://schemas.microsoft.com/office/drawing/2014/main" id="{9E8A78DA-D357-0D91-DFC5-BE397469D931}"/>
                      </a:ext>
                    </a:extLst>
                  </p:cNvPr>
                  <p:cNvSpPr/>
                  <p:nvPr/>
                </p:nvSpPr>
                <p:spPr>
                  <a:xfrm>
                    <a:off x="5920966" y="2236206"/>
                    <a:ext cx="597529" cy="516047"/>
                  </a:xfrm>
                  <a:prstGeom prst="rect">
                    <a:avLst/>
                  </a:prstGeom>
                  <a:solidFill>
                    <a:schemeClr val="tx1">
                      <a:lumMod val="85000"/>
                    </a:schemeClr>
                  </a:solidFill>
                  <a:ln>
                    <a:solidFill>
                      <a:schemeClr val="tx1">
                        <a:lumMod val="85000"/>
                      </a:schemeClr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f>
                            <m:fPr>
                              <m:ctrlPr>
                                <a:rPr lang="en-US" b="0" i="1" smtClean="0">
                                  <a:solidFill>
                                    <a:schemeClr val="tx1">
                                      <a:lumMod val="8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b="0" i="1" smtClean="0">
                                  <a:solidFill>
                                    <a:schemeClr val="tx1">
                                      <a:lumMod val="8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num>
                            <m:den>
                              <m:r>
                                <a:rPr lang="en-US" b="0" i="1" smtClean="0">
                                  <a:solidFill>
                                    <a:schemeClr val="tx1">
                                      <a:lumMod val="8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4</m:t>
                              </m:r>
                            </m:den>
                          </m:f>
                        </m:oMath>
                      </m:oMathPara>
                    </a14:m>
                    <a:endParaRPr lang="en-US" dirty="0">
                      <a:solidFill>
                        <a:schemeClr val="tx1">
                          <a:lumMod val="85000"/>
                        </a:schemeClr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55" name="Rectangle 54">
                    <a:extLst>
                      <a:ext uri="{FF2B5EF4-FFF2-40B4-BE49-F238E27FC236}">
                        <a16:creationId xmlns:a16="http://schemas.microsoft.com/office/drawing/2014/main" id="{9E8A78DA-D357-0D91-DFC5-BE397469D931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5920966" y="2236206"/>
                    <a:ext cx="597529" cy="516047"/>
                  </a:xfrm>
                  <a:prstGeom prst="rect">
                    <a:avLst/>
                  </a:prstGeom>
                  <a:blipFill>
                    <a:blip r:embed="rId17"/>
                    <a:stretch>
                      <a:fillRect b="-12500"/>
                    </a:stretch>
                  </a:blipFill>
                  <a:ln>
                    <a:solidFill>
                      <a:schemeClr val="tx1">
                        <a:lumMod val="85000"/>
                      </a:schemeClr>
                    </a:solidFill>
                  </a:ln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grpSp>
          <p:nvGrpSpPr>
            <p:cNvPr id="18" name="Group 17">
              <a:extLst>
                <a:ext uri="{FF2B5EF4-FFF2-40B4-BE49-F238E27FC236}">
                  <a16:creationId xmlns:a16="http://schemas.microsoft.com/office/drawing/2014/main" id="{29C84229-B689-F635-D017-C6BEE64423F7}"/>
                </a:ext>
              </a:extLst>
            </p:cNvPr>
            <p:cNvGrpSpPr/>
            <p:nvPr/>
          </p:nvGrpSpPr>
          <p:grpSpPr>
            <a:xfrm>
              <a:off x="8255090" y="4425635"/>
              <a:ext cx="1611517" cy="516047"/>
              <a:chOff x="4906978" y="2236206"/>
              <a:chExt cx="1611517" cy="516047"/>
            </a:xfrm>
          </p:grpSpPr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52" name="Rectangle 51">
                    <a:extLst>
                      <a:ext uri="{FF2B5EF4-FFF2-40B4-BE49-F238E27FC236}">
                        <a16:creationId xmlns:a16="http://schemas.microsoft.com/office/drawing/2014/main" id="{F6838D23-C3FA-1942-E20F-11548E41A62F}"/>
                      </a:ext>
                    </a:extLst>
                  </p:cNvPr>
                  <p:cNvSpPr/>
                  <p:nvPr/>
                </p:nvSpPr>
                <p:spPr>
                  <a:xfrm>
                    <a:off x="4906978" y="2236206"/>
                    <a:ext cx="1013988" cy="516047"/>
                  </a:xfrm>
                  <a:prstGeom prst="rect">
                    <a:avLst/>
                  </a:prstGeom>
                  <a:solidFill>
                    <a:schemeClr val="tx1">
                      <a:lumMod val="85000"/>
                    </a:schemeClr>
                  </a:solidFill>
                  <a:ln>
                    <a:solidFill>
                      <a:schemeClr val="tx1">
                        <a:lumMod val="85000"/>
                      </a:schemeClr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b="0" i="1" smtClean="0">
                              <a:solidFill>
                                <a:schemeClr val="tx1">
                                  <a:lumMod val="8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𝑇</m:t>
                          </m:r>
                          <m:r>
                            <a:rPr lang="en-US" b="0" i="1" smtClean="0">
                              <a:solidFill>
                                <a:schemeClr val="tx1">
                                  <a:lumMod val="8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(</m:t>
                          </m:r>
                          <m:f>
                            <m:fPr>
                              <m:ctrlPr>
                                <a:rPr lang="en-US" b="0" i="1" smtClean="0">
                                  <a:solidFill>
                                    <a:schemeClr val="tx1">
                                      <a:lumMod val="8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b="0" i="1" smtClean="0">
                                  <a:solidFill>
                                    <a:schemeClr val="tx1">
                                      <a:lumMod val="8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num>
                            <m:den>
                              <m:r>
                                <a:rPr lang="en-US" b="0" i="1" smtClean="0">
                                  <a:solidFill>
                                    <a:schemeClr val="tx1">
                                      <a:lumMod val="8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4</m:t>
                              </m:r>
                            </m:den>
                          </m:f>
                          <m:r>
                            <a:rPr lang="en-US" b="0" i="1" smtClean="0">
                              <a:solidFill>
                                <a:schemeClr val="tx1">
                                  <a:lumMod val="8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)</m:t>
                          </m:r>
                        </m:oMath>
                      </m:oMathPara>
                    </a14:m>
                    <a:endParaRPr lang="en-US" dirty="0">
                      <a:solidFill>
                        <a:schemeClr val="tx1">
                          <a:lumMod val="85000"/>
                        </a:schemeClr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52" name="Rectangle 51">
                    <a:extLst>
                      <a:ext uri="{FF2B5EF4-FFF2-40B4-BE49-F238E27FC236}">
                        <a16:creationId xmlns:a16="http://schemas.microsoft.com/office/drawing/2014/main" id="{F6838D23-C3FA-1942-E20F-11548E41A62F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4906978" y="2236206"/>
                    <a:ext cx="1013988" cy="516047"/>
                  </a:xfrm>
                  <a:prstGeom prst="rect">
                    <a:avLst/>
                  </a:prstGeom>
                  <a:blipFill>
                    <a:blip r:embed="rId18"/>
                    <a:stretch>
                      <a:fillRect b="-12500"/>
                    </a:stretch>
                  </a:blipFill>
                  <a:ln>
                    <a:solidFill>
                      <a:schemeClr val="tx1">
                        <a:lumMod val="85000"/>
                      </a:schemeClr>
                    </a:solidFill>
                  </a:ln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53" name="Rectangle 52">
                    <a:extLst>
                      <a:ext uri="{FF2B5EF4-FFF2-40B4-BE49-F238E27FC236}">
                        <a16:creationId xmlns:a16="http://schemas.microsoft.com/office/drawing/2014/main" id="{0464814E-1B40-84FD-F1A5-DDB3ABC44995}"/>
                      </a:ext>
                    </a:extLst>
                  </p:cNvPr>
                  <p:cNvSpPr/>
                  <p:nvPr/>
                </p:nvSpPr>
                <p:spPr>
                  <a:xfrm>
                    <a:off x="5920966" y="2236206"/>
                    <a:ext cx="597529" cy="516047"/>
                  </a:xfrm>
                  <a:prstGeom prst="rect">
                    <a:avLst/>
                  </a:prstGeom>
                  <a:solidFill>
                    <a:schemeClr val="tx1">
                      <a:lumMod val="85000"/>
                    </a:schemeClr>
                  </a:solidFill>
                  <a:ln>
                    <a:solidFill>
                      <a:schemeClr val="tx1">
                        <a:lumMod val="85000"/>
                      </a:schemeClr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f>
                            <m:fPr>
                              <m:ctrlPr>
                                <a:rPr lang="en-US" b="0" i="1" smtClean="0">
                                  <a:solidFill>
                                    <a:schemeClr val="tx1">
                                      <a:lumMod val="8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b="0" i="1" smtClean="0">
                                  <a:solidFill>
                                    <a:schemeClr val="tx1">
                                      <a:lumMod val="8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num>
                            <m:den>
                              <m:r>
                                <a:rPr lang="en-US" b="0" i="1" smtClean="0">
                                  <a:solidFill>
                                    <a:schemeClr val="tx1">
                                      <a:lumMod val="8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4</m:t>
                              </m:r>
                            </m:den>
                          </m:f>
                        </m:oMath>
                      </m:oMathPara>
                    </a14:m>
                    <a:endParaRPr lang="en-US" dirty="0">
                      <a:solidFill>
                        <a:schemeClr val="tx1">
                          <a:lumMod val="85000"/>
                        </a:schemeClr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53" name="Rectangle 52">
                    <a:extLst>
                      <a:ext uri="{FF2B5EF4-FFF2-40B4-BE49-F238E27FC236}">
                        <a16:creationId xmlns:a16="http://schemas.microsoft.com/office/drawing/2014/main" id="{0464814E-1B40-84FD-F1A5-DDB3ABC44995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5920966" y="2236206"/>
                    <a:ext cx="597529" cy="516047"/>
                  </a:xfrm>
                  <a:prstGeom prst="rect">
                    <a:avLst/>
                  </a:prstGeom>
                  <a:blipFill>
                    <a:blip r:embed="rId19"/>
                    <a:stretch>
                      <a:fillRect b="-12500"/>
                    </a:stretch>
                  </a:blipFill>
                  <a:ln>
                    <a:solidFill>
                      <a:schemeClr val="tx1">
                        <a:lumMod val="85000"/>
                      </a:schemeClr>
                    </a:solidFill>
                  </a:ln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grpSp>
          <p:nvGrpSpPr>
            <p:cNvPr id="19" name="Group 18">
              <a:extLst>
                <a:ext uri="{FF2B5EF4-FFF2-40B4-BE49-F238E27FC236}">
                  <a16:creationId xmlns:a16="http://schemas.microsoft.com/office/drawing/2014/main" id="{C4089730-FB5A-BB4F-B276-2841143FC36A}"/>
                </a:ext>
              </a:extLst>
            </p:cNvPr>
            <p:cNvGrpSpPr/>
            <p:nvPr/>
          </p:nvGrpSpPr>
          <p:grpSpPr>
            <a:xfrm>
              <a:off x="440858" y="6151076"/>
              <a:ext cx="1611517" cy="516047"/>
              <a:chOff x="4906978" y="2236206"/>
              <a:chExt cx="1611517" cy="516047"/>
            </a:xfrm>
          </p:grpSpPr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50" name="Rectangle 49">
                    <a:extLst>
                      <a:ext uri="{FF2B5EF4-FFF2-40B4-BE49-F238E27FC236}">
                        <a16:creationId xmlns:a16="http://schemas.microsoft.com/office/drawing/2014/main" id="{80BADD39-ED30-CB8F-9F5A-8C16DDA09D2A}"/>
                      </a:ext>
                    </a:extLst>
                  </p:cNvPr>
                  <p:cNvSpPr/>
                  <p:nvPr/>
                </p:nvSpPr>
                <p:spPr>
                  <a:xfrm>
                    <a:off x="4906978" y="2236206"/>
                    <a:ext cx="1013988" cy="516047"/>
                  </a:xfrm>
                  <a:prstGeom prst="rect">
                    <a:avLst/>
                  </a:prstGeom>
                  <a:solidFill>
                    <a:schemeClr val="accent4"/>
                  </a:solidFill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𝑇</m:t>
                          </m:r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(1)</m:t>
                          </m:r>
                        </m:oMath>
                      </m:oMathPara>
                    </a14:m>
                    <a:endParaRPr lang="en-US" dirty="0">
                      <a:solidFill>
                        <a:schemeClr val="bg1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50" name="Rectangle 49">
                    <a:extLst>
                      <a:ext uri="{FF2B5EF4-FFF2-40B4-BE49-F238E27FC236}">
                        <a16:creationId xmlns:a16="http://schemas.microsoft.com/office/drawing/2014/main" id="{80BADD39-ED30-CB8F-9F5A-8C16DDA09D2A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4906978" y="2236206"/>
                    <a:ext cx="1013988" cy="516047"/>
                  </a:xfrm>
                  <a:prstGeom prst="rect">
                    <a:avLst/>
                  </a:prstGeom>
                  <a:blipFill>
                    <a:blip r:embed="rId20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51" name="Rectangle 50">
                    <a:extLst>
                      <a:ext uri="{FF2B5EF4-FFF2-40B4-BE49-F238E27FC236}">
                        <a16:creationId xmlns:a16="http://schemas.microsoft.com/office/drawing/2014/main" id="{8BE0B2EB-18B1-BA07-2A6F-7EF8DC8409C4}"/>
                      </a:ext>
                    </a:extLst>
                  </p:cNvPr>
                  <p:cNvSpPr/>
                  <p:nvPr/>
                </p:nvSpPr>
                <p:spPr>
                  <a:xfrm>
                    <a:off x="5920966" y="2236206"/>
                    <a:ext cx="597529" cy="516047"/>
                  </a:xfrm>
                  <a:prstGeom prst="rect">
                    <a:avLst/>
                  </a:prstGeom>
                  <a:solidFill>
                    <a:schemeClr val="accent4"/>
                  </a:solidFill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oMath>
                      </m:oMathPara>
                    </a14:m>
                    <a:endParaRPr lang="en-US" dirty="0"/>
                  </a:p>
                </p:txBody>
              </p:sp>
            </mc:Choice>
            <mc:Fallback xmlns="">
              <p:sp>
                <p:nvSpPr>
                  <p:cNvPr id="51" name="Rectangle 50">
                    <a:extLst>
                      <a:ext uri="{FF2B5EF4-FFF2-40B4-BE49-F238E27FC236}">
                        <a16:creationId xmlns:a16="http://schemas.microsoft.com/office/drawing/2014/main" id="{8BE0B2EB-18B1-BA07-2A6F-7EF8DC8409C4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5920966" y="2236206"/>
                    <a:ext cx="597529" cy="516047"/>
                  </a:xfrm>
                  <a:prstGeom prst="rect">
                    <a:avLst/>
                  </a:prstGeom>
                  <a:blipFill>
                    <a:blip r:embed="rId21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grpSp>
          <p:nvGrpSpPr>
            <p:cNvPr id="20" name="Group 19">
              <a:extLst>
                <a:ext uri="{FF2B5EF4-FFF2-40B4-BE49-F238E27FC236}">
                  <a16:creationId xmlns:a16="http://schemas.microsoft.com/office/drawing/2014/main" id="{23254999-5E28-3F97-8385-22B9BCEAA674}"/>
                </a:ext>
              </a:extLst>
            </p:cNvPr>
            <p:cNvGrpSpPr/>
            <p:nvPr/>
          </p:nvGrpSpPr>
          <p:grpSpPr>
            <a:xfrm>
              <a:off x="2367479" y="6151075"/>
              <a:ext cx="1611517" cy="516047"/>
              <a:chOff x="4906978" y="2236206"/>
              <a:chExt cx="1611517" cy="516047"/>
            </a:xfrm>
          </p:grpSpPr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48" name="Rectangle 47">
                    <a:extLst>
                      <a:ext uri="{FF2B5EF4-FFF2-40B4-BE49-F238E27FC236}">
                        <a16:creationId xmlns:a16="http://schemas.microsoft.com/office/drawing/2014/main" id="{7368AEAA-A708-356D-E5E8-0640CD7BCF46}"/>
                      </a:ext>
                    </a:extLst>
                  </p:cNvPr>
                  <p:cNvSpPr/>
                  <p:nvPr/>
                </p:nvSpPr>
                <p:spPr>
                  <a:xfrm>
                    <a:off x="4906978" y="2236206"/>
                    <a:ext cx="1013988" cy="516047"/>
                  </a:xfrm>
                  <a:prstGeom prst="rect">
                    <a:avLst/>
                  </a:prstGeom>
                  <a:solidFill>
                    <a:schemeClr val="accent4"/>
                  </a:solidFill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𝑇</m:t>
                          </m:r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(1)</m:t>
                          </m:r>
                        </m:oMath>
                      </m:oMathPara>
                    </a14:m>
                    <a:endParaRPr lang="en-US" dirty="0">
                      <a:solidFill>
                        <a:schemeClr val="bg1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48" name="Rectangle 47">
                    <a:extLst>
                      <a:ext uri="{FF2B5EF4-FFF2-40B4-BE49-F238E27FC236}">
                        <a16:creationId xmlns:a16="http://schemas.microsoft.com/office/drawing/2014/main" id="{7368AEAA-A708-356D-E5E8-0640CD7BCF46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4906978" y="2236206"/>
                    <a:ext cx="1013988" cy="516047"/>
                  </a:xfrm>
                  <a:prstGeom prst="rect">
                    <a:avLst/>
                  </a:prstGeom>
                  <a:blipFill>
                    <a:blip r:embed="rId22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49" name="Rectangle 48">
                    <a:extLst>
                      <a:ext uri="{FF2B5EF4-FFF2-40B4-BE49-F238E27FC236}">
                        <a16:creationId xmlns:a16="http://schemas.microsoft.com/office/drawing/2014/main" id="{5968F025-B830-0718-1FFD-716F12F5D9CF}"/>
                      </a:ext>
                    </a:extLst>
                  </p:cNvPr>
                  <p:cNvSpPr/>
                  <p:nvPr/>
                </p:nvSpPr>
                <p:spPr>
                  <a:xfrm>
                    <a:off x="5920966" y="2236206"/>
                    <a:ext cx="597529" cy="516047"/>
                  </a:xfrm>
                  <a:prstGeom prst="rect">
                    <a:avLst/>
                  </a:prstGeom>
                  <a:solidFill>
                    <a:schemeClr val="accent4"/>
                  </a:solidFill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oMath>
                      </m:oMathPara>
                    </a14:m>
                    <a:endParaRPr lang="en-US" dirty="0"/>
                  </a:p>
                </p:txBody>
              </p:sp>
            </mc:Choice>
            <mc:Fallback xmlns="">
              <p:sp>
                <p:nvSpPr>
                  <p:cNvPr id="49" name="Rectangle 48">
                    <a:extLst>
                      <a:ext uri="{FF2B5EF4-FFF2-40B4-BE49-F238E27FC236}">
                        <a16:creationId xmlns:a16="http://schemas.microsoft.com/office/drawing/2014/main" id="{5968F025-B830-0718-1FFD-716F12F5D9CF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5920966" y="2236206"/>
                    <a:ext cx="597529" cy="516047"/>
                  </a:xfrm>
                  <a:prstGeom prst="rect">
                    <a:avLst/>
                  </a:prstGeom>
                  <a:blipFill>
                    <a:blip r:embed="rId23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grpSp>
          <p:nvGrpSpPr>
            <p:cNvPr id="21" name="Group 20">
              <a:extLst>
                <a:ext uri="{FF2B5EF4-FFF2-40B4-BE49-F238E27FC236}">
                  <a16:creationId xmlns:a16="http://schemas.microsoft.com/office/drawing/2014/main" id="{7BF158FC-844C-BBB5-ABD2-68AEA56AA631}"/>
                </a:ext>
              </a:extLst>
            </p:cNvPr>
            <p:cNvGrpSpPr/>
            <p:nvPr/>
          </p:nvGrpSpPr>
          <p:grpSpPr>
            <a:xfrm>
              <a:off x="4395455" y="6151074"/>
              <a:ext cx="1611517" cy="516047"/>
              <a:chOff x="4906978" y="2236206"/>
              <a:chExt cx="1611517" cy="516047"/>
            </a:xfrm>
          </p:grpSpPr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46" name="Rectangle 45">
                    <a:extLst>
                      <a:ext uri="{FF2B5EF4-FFF2-40B4-BE49-F238E27FC236}">
                        <a16:creationId xmlns:a16="http://schemas.microsoft.com/office/drawing/2014/main" id="{1A38F8A4-E9E2-2762-7E8A-B3FA8B40149D}"/>
                      </a:ext>
                    </a:extLst>
                  </p:cNvPr>
                  <p:cNvSpPr/>
                  <p:nvPr/>
                </p:nvSpPr>
                <p:spPr>
                  <a:xfrm>
                    <a:off x="4906978" y="2236206"/>
                    <a:ext cx="1013988" cy="516047"/>
                  </a:xfrm>
                  <a:prstGeom prst="rect">
                    <a:avLst/>
                  </a:prstGeom>
                  <a:solidFill>
                    <a:schemeClr val="accent4"/>
                  </a:solidFill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𝑇</m:t>
                          </m:r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(1)</m:t>
                          </m:r>
                        </m:oMath>
                      </m:oMathPara>
                    </a14:m>
                    <a:endParaRPr lang="en-US" dirty="0">
                      <a:solidFill>
                        <a:schemeClr val="bg1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46" name="Rectangle 45">
                    <a:extLst>
                      <a:ext uri="{FF2B5EF4-FFF2-40B4-BE49-F238E27FC236}">
                        <a16:creationId xmlns:a16="http://schemas.microsoft.com/office/drawing/2014/main" id="{1A38F8A4-E9E2-2762-7E8A-B3FA8B40149D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4906978" y="2236206"/>
                    <a:ext cx="1013988" cy="516047"/>
                  </a:xfrm>
                  <a:prstGeom prst="rect">
                    <a:avLst/>
                  </a:prstGeom>
                  <a:blipFill>
                    <a:blip r:embed="rId24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47" name="Rectangle 46">
                    <a:extLst>
                      <a:ext uri="{FF2B5EF4-FFF2-40B4-BE49-F238E27FC236}">
                        <a16:creationId xmlns:a16="http://schemas.microsoft.com/office/drawing/2014/main" id="{2F63B40E-587A-143C-9A78-7D0B6410257A}"/>
                      </a:ext>
                    </a:extLst>
                  </p:cNvPr>
                  <p:cNvSpPr/>
                  <p:nvPr/>
                </p:nvSpPr>
                <p:spPr>
                  <a:xfrm>
                    <a:off x="5920966" y="2236206"/>
                    <a:ext cx="597529" cy="516047"/>
                  </a:xfrm>
                  <a:prstGeom prst="rect">
                    <a:avLst/>
                  </a:prstGeom>
                  <a:solidFill>
                    <a:schemeClr val="accent4"/>
                  </a:solidFill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oMath>
                      </m:oMathPara>
                    </a14:m>
                    <a:endParaRPr lang="en-US" dirty="0"/>
                  </a:p>
                </p:txBody>
              </p:sp>
            </mc:Choice>
            <mc:Fallback xmlns="">
              <p:sp>
                <p:nvSpPr>
                  <p:cNvPr id="47" name="Rectangle 46">
                    <a:extLst>
                      <a:ext uri="{FF2B5EF4-FFF2-40B4-BE49-F238E27FC236}">
                        <a16:creationId xmlns:a16="http://schemas.microsoft.com/office/drawing/2014/main" id="{2F63B40E-587A-143C-9A78-7D0B6410257A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5920966" y="2236206"/>
                    <a:ext cx="597529" cy="516047"/>
                  </a:xfrm>
                  <a:prstGeom prst="rect">
                    <a:avLst/>
                  </a:prstGeom>
                  <a:blipFill>
                    <a:blip r:embed="rId25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grpSp>
          <p:nvGrpSpPr>
            <p:cNvPr id="22" name="Group 21">
              <a:extLst>
                <a:ext uri="{FF2B5EF4-FFF2-40B4-BE49-F238E27FC236}">
                  <a16:creationId xmlns:a16="http://schemas.microsoft.com/office/drawing/2014/main" id="{F110DD7D-B58C-04D4-B3D5-E1678E08BA74}"/>
                </a:ext>
              </a:extLst>
            </p:cNvPr>
            <p:cNvGrpSpPr/>
            <p:nvPr/>
          </p:nvGrpSpPr>
          <p:grpSpPr>
            <a:xfrm>
              <a:off x="9018762" y="6151073"/>
              <a:ext cx="1611517" cy="516047"/>
              <a:chOff x="4906978" y="2236206"/>
              <a:chExt cx="1611517" cy="516047"/>
            </a:xfrm>
          </p:grpSpPr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44" name="Rectangle 43">
                    <a:extLst>
                      <a:ext uri="{FF2B5EF4-FFF2-40B4-BE49-F238E27FC236}">
                        <a16:creationId xmlns:a16="http://schemas.microsoft.com/office/drawing/2014/main" id="{34CBE015-BB98-2B95-2407-F73F4257729E}"/>
                      </a:ext>
                    </a:extLst>
                  </p:cNvPr>
                  <p:cNvSpPr/>
                  <p:nvPr/>
                </p:nvSpPr>
                <p:spPr>
                  <a:xfrm>
                    <a:off x="4906978" y="2236206"/>
                    <a:ext cx="1013988" cy="516047"/>
                  </a:xfrm>
                  <a:prstGeom prst="rect">
                    <a:avLst/>
                  </a:prstGeom>
                  <a:solidFill>
                    <a:schemeClr val="accent4"/>
                  </a:solidFill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𝑇</m:t>
                          </m:r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(1)</m:t>
                          </m:r>
                        </m:oMath>
                      </m:oMathPara>
                    </a14:m>
                    <a:endParaRPr lang="en-US" dirty="0">
                      <a:solidFill>
                        <a:schemeClr val="bg1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44" name="Rectangle 43">
                    <a:extLst>
                      <a:ext uri="{FF2B5EF4-FFF2-40B4-BE49-F238E27FC236}">
                        <a16:creationId xmlns:a16="http://schemas.microsoft.com/office/drawing/2014/main" id="{34CBE015-BB98-2B95-2407-F73F4257729E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4906978" y="2236206"/>
                    <a:ext cx="1013988" cy="516047"/>
                  </a:xfrm>
                  <a:prstGeom prst="rect">
                    <a:avLst/>
                  </a:prstGeom>
                  <a:blipFill>
                    <a:blip r:embed="rId26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45" name="Rectangle 44">
                    <a:extLst>
                      <a:ext uri="{FF2B5EF4-FFF2-40B4-BE49-F238E27FC236}">
                        <a16:creationId xmlns:a16="http://schemas.microsoft.com/office/drawing/2014/main" id="{8CD6BE6C-C903-6BFF-AFD8-901BD5492AE6}"/>
                      </a:ext>
                    </a:extLst>
                  </p:cNvPr>
                  <p:cNvSpPr/>
                  <p:nvPr/>
                </p:nvSpPr>
                <p:spPr>
                  <a:xfrm>
                    <a:off x="5920966" y="2236206"/>
                    <a:ext cx="597529" cy="516047"/>
                  </a:xfrm>
                  <a:prstGeom prst="rect">
                    <a:avLst/>
                  </a:prstGeom>
                  <a:solidFill>
                    <a:schemeClr val="accent4"/>
                  </a:solidFill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oMath>
                      </m:oMathPara>
                    </a14:m>
                    <a:endParaRPr lang="en-US" dirty="0"/>
                  </a:p>
                </p:txBody>
              </p:sp>
            </mc:Choice>
            <mc:Fallback xmlns="">
              <p:sp>
                <p:nvSpPr>
                  <p:cNvPr id="45" name="Rectangle 44">
                    <a:extLst>
                      <a:ext uri="{FF2B5EF4-FFF2-40B4-BE49-F238E27FC236}">
                        <a16:creationId xmlns:a16="http://schemas.microsoft.com/office/drawing/2014/main" id="{8CD6BE6C-C903-6BFF-AFD8-901BD5492AE6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5920966" y="2236206"/>
                    <a:ext cx="597529" cy="516047"/>
                  </a:xfrm>
                  <a:prstGeom prst="rect">
                    <a:avLst/>
                  </a:prstGeom>
                  <a:blipFill>
                    <a:blip r:embed="rId27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cxnSp>
          <p:nvCxnSpPr>
            <p:cNvPr id="23" name="Straight Connector 22">
              <a:extLst>
                <a:ext uri="{FF2B5EF4-FFF2-40B4-BE49-F238E27FC236}">
                  <a16:creationId xmlns:a16="http://schemas.microsoft.com/office/drawing/2014/main" id="{0E8B111A-4004-3026-3ABB-724F672771D1}"/>
                </a:ext>
              </a:extLst>
            </p:cNvPr>
            <p:cNvCxnSpPr>
              <a:stCxn id="41984" idx="2"/>
              <a:endCxn id="60" idx="0"/>
            </p:cNvCxnSpPr>
            <p:nvPr/>
          </p:nvCxnSpPr>
          <p:spPr>
            <a:xfrm flipH="1">
              <a:off x="3381467" y="2693026"/>
              <a:ext cx="1836345" cy="477950"/>
            </a:xfrm>
            <a:prstGeom prst="line">
              <a:avLst/>
            </a:prstGeom>
            <a:solidFill>
              <a:schemeClr val="tx1">
                <a:lumMod val="85000"/>
              </a:schemeClr>
            </a:solidFill>
            <a:ln>
              <a:solidFill>
                <a:schemeClr val="tx1">
                  <a:lumMod val="8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Straight Connector 23">
              <a:extLst>
                <a:ext uri="{FF2B5EF4-FFF2-40B4-BE49-F238E27FC236}">
                  <a16:creationId xmlns:a16="http://schemas.microsoft.com/office/drawing/2014/main" id="{CF74835D-5E00-8122-6AB8-A554CBF3983D}"/>
                </a:ext>
              </a:extLst>
            </p:cNvPr>
            <p:cNvCxnSpPr>
              <a:cxnSpLocks/>
              <a:stCxn id="41984" idx="2"/>
              <a:endCxn id="62" idx="0"/>
            </p:cNvCxnSpPr>
            <p:nvPr/>
          </p:nvCxnSpPr>
          <p:spPr>
            <a:xfrm>
              <a:off x="5217812" y="2693026"/>
              <a:ext cx="1946079" cy="477950"/>
            </a:xfrm>
            <a:prstGeom prst="line">
              <a:avLst/>
            </a:prstGeom>
            <a:solidFill>
              <a:schemeClr val="tx1">
                <a:lumMod val="85000"/>
              </a:schemeClr>
            </a:solidFill>
            <a:ln>
              <a:solidFill>
                <a:schemeClr val="tx1">
                  <a:lumMod val="8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Connector 24">
              <a:extLst>
                <a:ext uri="{FF2B5EF4-FFF2-40B4-BE49-F238E27FC236}">
                  <a16:creationId xmlns:a16="http://schemas.microsoft.com/office/drawing/2014/main" id="{91BD9766-D1EB-237C-4F69-2FAD17C0BAEB}"/>
                </a:ext>
              </a:extLst>
            </p:cNvPr>
            <p:cNvCxnSpPr>
              <a:cxnSpLocks/>
              <a:stCxn id="60" idx="2"/>
              <a:endCxn id="58" idx="0"/>
            </p:cNvCxnSpPr>
            <p:nvPr/>
          </p:nvCxnSpPr>
          <p:spPr>
            <a:xfrm flipH="1">
              <a:off x="2068715" y="3687023"/>
              <a:ext cx="1312752" cy="738615"/>
            </a:xfrm>
            <a:prstGeom prst="line">
              <a:avLst/>
            </a:prstGeom>
            <a:solidFill>
              <a:schemeClr val="tx1">
                <a:lumMod val="85000"/>
              </a:schemeClr>
            </a:solidFill>
            <a:ln>
              <a:solidFill>
                <a:schemeClr val="tx1">
                  <a:lumMod val="8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55696D18-29DA-A44E-8A2A-A6D30DD83F90}"/>
                </a:ext>
              </a:extLst>
            </p:cNvPr>
            <p:cNvCxnSpPr>
              <a:cxnSpLocks/>
              <a:stCxn id="60" idx="2"/>
              <a:endCxn id="56" idx="0"/>
            </p:cNvCxnSpPr>
            <p:nvPr/>
          </p:nvCxnSpPr>
          <p:spPr>
            <a:xfrm>
              <a:off x="3381467" y="3687023"/>
              <a:ext cx="1004519" cy="738612"/>
            </a:xfrm>
            <a:prstGeom prst="line">
              <a:avLst/>
            </a:prstGeom>
            <a:solidFill>
              <a:schemeClr val="tx1">
                <a:lumMod val="85000"/>
              </a:schemeClr>
            </a:solidFill>
            <a:ln>
              <a:solidFill>
                <a:schemeClr val="tx1">
                  <a:lumMod val="8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Straight Connector 26">
              <a:extLst>
                <a:ext uri="{FF2B5EF4-FFF2-40B4-BE49-F238E27FC236}">
                  <a16:creationId xmlns:a16="http://schemas.microsoft.com/office/drawing/2014/main" id="{4A64D0C9-666E-58BF-F62A-4913C1E2D1D5}"/>
                </a:ext>
              </a:extLst>
            </p:cNvPr>
            <p:cNvCxnSpPr>
              <a:cxnSpLocks/>
              <a:stCxn id="62" idx="2"/>
              <a:endCxn id="54" idx="0"/>
            </p:cNvCxnSpPr>
            <p:nvPr/>
          </p:nvCxnSpPr>
          <p:spPr>
            <a:xfrm flipH="1">
              <a:off x="6610537" y="3687023"/>
              <a:ext cx="553354" cy="738612"/>
            </a:xfrm>
            <a:prstGeom prst="line">
              <a:avLst/>
            </a:prstGeom>
            <a:solidFill>
              <a:schemeClr val="tx1">
                <a:lumMod val="85000"/>
              </a:schemeClr>
            </a:solidFill>
            <a:ln>
              <a:solidFill>
                <a:schemeClr val="tx1">
                  <a:lumMod val="8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Straight Connector 27">
              <a:extLst>
                <a:ext uri="{FF2B5EF4-FFF2-40B4-BE49-F238E27FC236}">
                  <a16:creationId xmlns:a16="http://schemas.microsoft.com/office/drawing/2014/main" id="{68CC65F8-30AE-6412-11D7-532BDD6C15ED}"/>
                </a:ext>
              </a:extLst>
            </p:cNvPr>
            <p:cNvCxnSpPr>
              <a:cxnSpLocks/>
              <a:stCxn id="62" idx="2"/>
              <a:endCxn id="52" idx="0"/>
            </p:cNvCxnSpPr>
            <p:nvPr/>
          </p:nvCxnSpPr>
          <p:spPr>
            <a:xfrm>
              <a:off x="7163891" y="3687023"/>
              <a:ext cx="1598193" cy="738612"/>
            </a:xfrm>
            <a:prstGeom prst="line">
              <a:avLst/>
            </a:prstGeom>
            <a:solidFill>
              <a:schemeClr val="tx1">
                <a:lumMod val="85000"/>
              </a:schemeClr>
            </a:solidFill>
            <a:ln>
              <a:solidFill>
                <a:schemeClr val="tx1">
                  <a:lumMod val="8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8FC5715B-D396-FE04-4A96-173E0F0454E7}"/>
                </a:ext>
              </a:extLst>
            </p:cNvPr>
            <p:cNvSpPr txBox="1"/>
            <p:nvPr/>
          </p:nvSpPr>
          <p:spPr>
            <a:xfrm>
              <a:off x="2640168" y="5412460"/>
              <a:ext cx="133882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……………</a:t>
              </a:r>
            </a:p>
          </p:txBody>
        </p:sp>
        <p:sp>
          <p:nvSpPr>
            <p:cNvPr id="30" name="TextBox 29">
              <a:extLst>
                <a:ext uri="{FF2B5EF4-FFF2-40B4-BE49-F238E27FC236}">
                  <a16:creationId xmlns:a16="http://schemas.microsoft.com/office/drawing/2014/main" id="{E34D99E6-A3EA-FF7A-1A2B-25C50561E895}"/>
                </a:ext>
              </a:extLst>
            </p:cNvPr>
            <p:cNvSpPr txBox="1"/>
            <p:nvPr/>
          </p:nvSpPr>
          <p:spPr>
            <a:xfrm>
              <a:off x="7293573" y="5369633"/>
              <a:ext cx="133882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……………</a:t>
              </a:r>
            </a:p>
          </p:txBody>
        </p:sp>
        <p:cxnSp>
          <p:nvCxnSpPr>
            <p:cNvPr id="31" name="Straight Connector 30">
              <a:extLst>
                <a:ext uri="{FF2B5EF4-FFF2-40B4-BE49-F238E27FC236}">
                  <a16:creationId xmlns:a16="http://schemas.microsoft.com/office/drawing/2014/main" id="{91FC7657-4780-21BE-02DD-0BC7ED37A263}"/>
                </a:ext>
              </a:extLst>
            </p:cNvPr>
            <p:cNvCxnSpPr>
              <a:cxnSpLocks/>
              <a:endCxn id="50" idx="0"/>
            </p:cNvCxnSpPr>
            <p:nvPr/>
          </p:nvCxnSpPr>
          <p:spPr>
            <a:xfrm flipH="1">
              <a:off x="947852" y="5884752"/>
              <a:ext cx="805758" cy="266324"/>
            </a:xfrm>
            <a:prstGeom prst="line">
              <a:avLst/>
            </a:prstGeom>
            <a:ln>
              <a:solidFill>
                <a:schemeClr val="tx1">
                  <a:lumMod val="8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" name="Straight Connector 31">
              <a:extLst>
                <a:ext uri="{FF2B5EF4-FFF2-40B4-BE49-F238E27FC236}">
                  <a16:creationId xmlns:a16="http://schemas.microsoft.com/office/drawing/2014/main" id="{3F6C369F-7B24-E310-8912-A9FE21C97FED}"/>
                </a:ext>
              </a:extLst>
            </p:cNvPr>
            <p:cNvCxnSpPr>
              <a:cxnSpLocks/>
              <a:stCxn id="48" idx="0"/>
            </p:cNvCxnSpPr>
            <p:nvPr/>
          </p:nvCxnSpPr>
          <p:spPr>
            <a:xfrm flipH="1" flipV="1">
              <a:off x="2640168" y="5928507"/>
              <a:ext cx="234305" cy="222568"/>
            </a:xfrm>
            <a:prstGeom prst="line">
              <a:avLst/>
            </a:prstGeom>
            <a:ln>
              <a:solidFill>
                <a:schemeClr val="tx1">
                  <a:lumMod val="8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" name="Straight Connector 32">
              <a:extLst>
                <a:ext uri="{FF2B5EF4-FFF2-40B4-BE49-F238E27FC236}">
                  <a16:creationId xmlns:a16="http://schemas.microsoft.com/office/drawing/2014/main" id="{61700752-C500-DEAF-DAF1-BDB7B6FF4BE9}"/>
                </a:ext>
              </a:extLst>
            </p:cNvPr>
            <p:cNvCxnSpPr>
              <a:cxnSpLocks/>
              <a:stCxn id="58" idx="2"/>
            </p:cNvCxnSpPr>
            <p:nvPr/>
          </p:nvCxnSpPr>
          <p:spPr>
            <a:xfrm flipH="1">
              <a:off x="1707164" y="4941685"/>
              <a:ext cx="361551" cy="266324"/>
            </a:xfrm>
            <a:prstGeom prst="line">
              <a:avLst/>
            </a:prstGeom>
            <a:ln>
              <a:solidFill>
                <a:schemeClr val="tx1">
                  <a:lumMod val="8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Connector 33">
              <a:extLst>
                <a:ext uri="{FF2B5EF4-FFF2-40B4-BE49-F238E27FC236}">
                  <a16:creationId xmlns:a16="http://schemas.microsoft.com/office/drawing/2014/main" id="{BE8890F5-86C5-2DD2-ABB7-E3FF4CCCC49C}"/>
                </a:ext>
              </a:extLst>
            </p:cNvPr>
            <p:cNvCxnSpPr>
              <a:cxnSpLocks/>
              <a:stCxn id="58" idx="2"/>
            </p:cNvCxnSpPr>
            <p:nvPr/>
          </p:nvCxnSpPr>
          <p:spPr>
            <a:xfrm>
              <a:off x="2068715" y="4941685"/>
              <a:ext cx="298764" cy="262171"/>
            </a:xfrm>
            <a:prstGeom prst="line">
              <a:avLst/>
            </a:prstGeom>
            <a:ln>
              <a:solidFill>
                <a:schemeClr val="tx1">
                  <a:lumMod val="8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" name="Straight Connector 34">
              <a:extLst>
                <a:ext uri="{FF2B5EF4-FFF2-40B4-BE49-F238E27FC236}">
                  <a16:creationId xmlns:a16="http://schemas.microsoft.com/office/drawing/2014/main" id="{AD238E17-24F3-EF4E-A3F2-A7CE992EC178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050796" y="4941682"/>
              <a:ext cx="361551" cy="266324"/>
            </a:xfrm>
            <a:prstGeom prst="line">
              <a:avLst/>
            </a:prstGeom>
            <a:ln>
              <a:solidFill>
                <a:schemeClr val="tx1">
                  <a:lumMod val="8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" name="Straight Connector 35">
              <a:extLst>
                <a:ext uri="{FF2B5EF4-FFF2-40B4-BE49-F238E27FC236}">
                  <a16:creationId xmlns:a16="http://schemas.microsoft.com/office/drawing/2014/main" id="{3D3E7BE0-764D-0958-C009-6CE505C1ADEA}"/>
                </a:ext>
              </a:extLst>
            </p:cNvPr>
            <p:cNvCxnSpPr>
              <a:cxnSpLocks/>
            </p:cNvCxnSpPr>
            <p:nvPr/>
          </p:nvCxnSpPr>
          <p:spPr>
            <a:xfrm>
              <a:off x="4412347" y="4941682"/>
              <a:ext cx="298764" cy="262171"/>
            </a:xfrm>
            <a:prstGeom prst="line">
              <a:avLst/>
            </a:prstGeom>
            <a:ln>
              <a:solidFill>
                <a:schemeClr val="tx1">
                  <a:lumMod val="8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" name="Straight Connector 36">
              <a:extLst>
                <a:ext uri="{FF2B5EF4-FFF2-40B4-BE49-F238E27FC236}">
                  <a16:creationId xmlns:a16="http://schemas.microsoft.com/office/drawing/2014/main" id="{6E2EAC10-6A5C-521C-32BC-6965B3C0CA65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280379" y="4941682"/>
              <a:ext cx="361551" cy="266324"/>
            </a:xfrm>
            <a:prstGeom prst="line">
              <a:avLst/>
            </a:prstGeom>
            <a:ln>
              <a:solidFill>
                <a:schemeClr val="tx1">
                  <a:lumMod val="8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" name="Straight Connector 37">
              <a:extLst>
                <a:ext uri="{FF2B5EF4-FFF2-40B4-BE49-F238E27FC236}">
                  <a16:creationId xmlns:a16="http://schemas.microsoft.com/office/drawing/2014/main" id="{E05292E7-88A8-89B2-5251-F4EB88D9557B}"/>
                </a:ext>
              </a:extLst>
            </p:cNvPr>
            <p:cNvCxnSpPr>
              <a:cxnSpLocks/>
            </p:cNvCxnSpPr>
            <p:nvPr/>
          </p:nvCxnSpPr>
          <p:spPr>
            <a:xfrm>
              <a:off x="6641930" y="4941682"/>
              <a:ext cx="298764" cy="262171"/>
            </a:xfrm>
            <a:prstGeom prst="line">
              <a:avLst/>
            </a:prstGeom>
            <a:ln>
              <a:solidFill>
                <a:schemeClr val="tx1">
                  <a:lumMod val="8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" name="Straight Connector 38">
              <a:extLst>
                <a:ext uri="{FF2B5EF4-FFF2-40B4-BE49-F238E27FC236}">
                  <a16:creationId xmlns:a16="http://schemas.microsoft.com/office/drawing/2014/main" id="{5322C3F8-7DB3-61EB-0A57-148F02DDA540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8400533" y="4941682"/>
              <a:ext cx="361551" cy="266324"/>
            </a:xfrm>
            <a:prstGeom prst="line">
              <a:avLst/>
            </a:prstGeom>
            <a:ln>
              <a:solidFill>
                <a:schemeClr val="tx1">
                  <a:lumMod val="8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" name="Straight Connector 39">
              <a:extLst>
                <a:ext uri="{FF2B5EF4-FFF2-40B4-BE49-F238E27FC236}">
                  <a16:creationId xmlns:a16="http://schemas.microsoft.com/office/drawing/2014/main" id="{E3ADBCDE-53F1-550C-24C9-9BC920D1EB7F}"/>
                </a:ext>
              </a:extLst>
            </p:cNvPr>
            <p:cNvCxnSpPr>
              <a:cxnSpLocks/>
            </p:cNvCxnSpPr>
            <p:nvPr/>
          </p:nvCxnSpPr>
          <p:spPr>
            <a:xfrm>
              <a:off x="8762084" y="4941682"/>
              <a:ext cx="298764" cy="262171"/>
            </a:xfrm>
            <a:prstGeom prst="line">
              <a:avLst/>
            </a:prstGeom>
            <a:ln>
              <a:solidFill>
                <a:schemeClr val="tx1">
                  <a:lumMod val="8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" name="Straight Connector 40">
              <a:extLst>
                <a:ext uri="{FF2B5EF4-FFF2-40B4-BE49-F238E27FC236}">
                  <a16:creationId xmlns:a16="http://schemas.microsoft.com/office/drawing/2014/main" id="{1C1E8E87-7671-A9B8-A4E2-179C42DCF053}"/>
                </a:ext>
              </a:extLst>
            </p:cNvPr>
            <p:cNvCxnSpPr>
              <a:cxnSpLocks/>
              <a:stCxn id="46" idx="0"/>
            </p:cNvCxnSpPr>
            <p:nvPr/>
          </p:nvCxnSpPr>
          <p:spPr>
            <a:xfrm flipV="1">
              <a:off x="4902449" y="5928507"/>
              <a:ext cx="315363" cy="222567"/>
            </a:xfrm>
            <a:prstGeom prst="line">
              <a:avLst/>
            </a:prstGeom>
            <a:ln>
              <a:solidFill>
                <a:schemeClr val="tx1">
                  <a:lumMod val="8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" name="Straight Connector 41">
              <a:extLst>
                <a:ext uri="{FF2B5EF4-FFF2-40B4-BE49-F238E27FC236}">
                  <a16:creationId xmlns:a16="http://schemas.microsoft.com/office/drawing/2014/main" id="{09389A67-0532-1A67-3817-C97E500F1016}"/>
                </a:ext>
              </a:extLst>
            </p:cNvPr>
            <p:cNvCxnSpPr>
              <a:cxnSpLocks/>
              <a:stCxn id="44" idx="0"/>
            </p:cNvCxnSpPr>
            <p:nvPr/>
          </p:nvCxnSpPr>
          <p:spPr>
            <a:xfrm flipH="1" flipV="1">
              <a:off x="9018762" y="5884752"/>
              <a:ext cx="506994" cy="266321"/>
            </a:xfrm>
            <a:prstGeom prst="line">
              <a:avLst/>
            </a:prstGeom>
            <a:ln>
              <a:solidFill>
                <a:schemeClr val="tx1">
                  <a:lumMod val="8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3" name="TextBox 42">
              <a:extLst>
                <a:ext uri="{FF2B5EF4-FFF2-40B4-BE49-F238E27FC236}">
                  <a16:creationId xmlns:a16="http://schemas.microsoft.com/office/drawing/2014/main" id="{8A979422-6664-60C2-14B6-6FEDB29A3411}"/>
                </a:ext>
              </a:extLst>
            </p:cNvPr>
            <p:cNvSpPr txBox="1"/>
            <p:nvPr/>
          </p:nvSpPr>
          <p:spPr>
            <a:xfrm>
              <a:off x="6791312" y="6187287"/>
              <a:ext cx="133882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……………</a:t>
              </a:r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Rectangle 3">
                <a:extLst>
                  <a:ext uri="{FF2B5EF4-FFF2-40B4-BE49-F238E27FC236}">
                    <a16:creationId xmlns:a16="http://schemas.microsoft.com/office/drawing/2014/main" id="{CC065C25-577B-7565-6168-5030D0D283E8}"/>
                  </a:ext>
                </a:extLst>
              </p:cNvPr>
              <p:cNvSpPr txBox="1">
                <a:spLocks noChangeArrowheads="1"/>
              </p:cNvSpPr>
              <p:nvPr>
                <p:custDataLst>
                  <p:tags r:id="rId4"/>
                </p:custDataLst>
              </p:nvPr>
            </p:nvSpPr>
            <p:spPr>
              <a:xfrm>
                <a:off x="5929815" y="2496916"/>
                <a:ext cx="4572208" cy="484905"/>
              </a:xfrm>
              <a:prstGeom prst="rect">
                <a:avLst/>
              </a:prstGeom>
              <a:ln>
                <a:solidFill>
                  <a:schemeClr val="accent3"/>
                </a:solidFill>
              </a:ln>
            </p:spPr>
            <p:txBody>
              <a:bodyPr vert="horz" lIns="91440" tIns="45720" rIns="91440" bIns="45720" rtlCol="0">
                <a:normAutofit lnSpcReduction="10000"/>
              </a:bodyPr>
              <a:lstStyle>
                <a:lvl1pPr marL="228600" indent="-228600" algn="l" defTabSz="914400" rtl="0" eaLnBrk="1" latinLnBrk="0" hangingPunct="1">
                  <a:lnSpc>
                    <a:spcPct val="120000"/>
                  </a:lnSpc>
                  <a:spcBef>
                    <a:spcPts val="1000"/>
                  </a:spcBef>
                  <a:buSzPct val="125000"/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None/>
                </a:pP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accent3"/>
                        </a:solidFill>
                        <a:latin typeface="Cambria Math" panose="02040503050406030204" pitchFamily="18" charset="0"/>
                      </a:rPr>
                      <m:t>𝑓</m:t>
                    </m:r>
                    <m:r>
                      <a:rPr lang="en-US" b="0" i="1" smtClean="0">
                        <a:solidFill>
                          <a:schemeClr val="accent3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0" i="1" smtClean="0">
                        <a:solidFill>
                          <a:schemeClr val="accent3"/>
                        </a:solidFill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b="0" i="1" smtClean="0">
                        <a:solidFill>
                          <a:schemeClr val="accent3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 might dominate the runtime</a:t>
                </a:r>
              </a:p>
            </p:txBody>
          </p:sp>
        </mc:Choice>
        <mc:Fallback xmlns="">
          <p:sp>
            <p:nvSpPr>
              <p:cNvPr id="3" name="Rectangle 3">
                <a:extLst>
                  <a:ext uri="{FF2B5EF4-FFF2-40B4-BE49-F238E27FC236}">
                    <a16:creationId xmlns:a16="http://schemas.microsoft.com/office/drawing/2014/main" id="{CC065C25-577B-7565-6168-5030D0D283E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>
                <p:custDataLst>
                  <p:tags r:id="rId28"/>
                </p:custDataLst>
              </p:nvPr>
            </p:nvSpPr>
            <p:spPr>
              <a:xfrm>
                <a:off x="5929815" y="2496916"/>
                <a:ext cx="4572208" cy="484905"/>
              </a:xfrm>
              <a:prstGeom prst="rect">
                <a:avLst/>
              </a:prstGeom>
              <a:blipFill>
                <a:blip r:embed="rId29"/>
                <a:stretch>
                  <a:fillRect l="-1105" t="-7500" b="-22500"/>
                </a:stretch>
              </a:blipFill>
              <a:ln>
                <a:solidFill>
                  <a:schemeClr val="accent3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" name="Rectangle 3">
                <a:extLst>
                  <a:ext uri="{FF2B5EF4-FFF2-40B4-BE49-F238E27FC236}">
                    <a16:creationId xmlns:a16="http://schemas.microsoft.com/office/drawing/2014/main" id="{09A421E4-B9E4-F6C8-C36C-4B9B0FEE947A}"/>
                  </a:ext>
                </a:extLst>
              </p:cNvPr>
              <p:cNvSpPr txBox="1">
                <a:spLocks noChangeArrowheads="1"/>
              </p:cNvSpPr>
              <p:nvPr>
                <p:custDataLst>
                  <p:tags r:id="rId5"/>
                </p:custDataLst>
              </p:nvPr>
            </p:nvSpPr>
            <p:spPr>
              <a:xfrm>
                <a:off x="8699414" y="5509596"/>
                <a:ext cx="2526052" cy="1143552"/>
              </a:xfrm>
              <a:prstGeom prst="rect">
                <a:avLst/>
              </a:prstGeom>
              <a:ln>
                <a:solidFill>
                  <a:schemeClr val="accent4"/>
                </a:solidFill>
              </a:ln>
            </p:spPr>
            <p:txBody>
              <a:bodyPr vert="horz" lIns="91440" tIns="45720" rIns="91440" bIns="45720" rtlCol="0">
                <a:normAutofit fontScale="70000" lnSpcReduction="20000"/>
              </a:bodyPr>
              <a:lstStyle>
                <a:lvl1pPr marL="228600" indent="-228600" algn="l" defTabSz="914400" rtl="0" eaLnBrk="1" latinLnBrk="0" hangingPunct="1">
                  <a:lnSpc>
                    <a:spcPct val="120000"/>
                  </a:lnSpc>
                  <a:spcBef>
                    <a:spcPts val="1000"/>
                  </a:spcBef>
                  <a:buSzPct val="125000"/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None/>
                </a:pPr>
                <a14:m>
                  <m:oMath xmlns:m="http://schemas.openxmlformats.org/officeDocument/2006/math">
                    <m:sSup>
                      <m:sSupPr>
                        <m:ctrlPr>
                          <a:rPr lang="en-US" b="0" i="1" smtClean="0">
                            <a:solidFill>
                              <a:schemeClr val="accent4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solidFill>
                              <a:schemeClr val="accent4"/>
                            </a:solidFill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  <m:sup>
                        <m:r>
                          <a:rPr lang="en-US" b="0" i="1" smtClean="0">
                            <a:solidFill>
                              <a:schemeClr val="accent4"/>
                            </a:solidFill>
                            <a:latin typeface="Cambria Math" panose="02040503050406030204" pitchFamily="18" charset="0"/>
                          </a:rPr>
                          <m:t>𝑘</m:t>
                        </m:r>
                      </m:sup>
                    </m:sSup>
                  </m:oMath>
                </a14:m>
                <a:r>
                  <a:rPr lang="en-US" dirty="0"/>
                  <a:t> is the total number of times code hits these bottom nodes. This might also dominate runtime</a:t>
                </a:r>
              </a:p>
            </p:txBody>
          </p:sp>
        </mc:Choice>
        <mc:Fallback xmlns="">
          <p:sp>
            <p:nvSpPr>
              <p:cNvPr id="4" name="Rectangle 3">
                <a:extLst>
                  <a:ext uri="{FF2B5EF4-FFF2-40B4-BE49-F238E27FC236}">
                    <a16:creationId xmlns:a16="http://schemas.microsoft.com/office/drawing/2014/main" id="{09A421E4-B9E4-F6C8-C36C-4B9B0FEE947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>
                <p:custDataLst>
                  <p:tags r:id="rId30"/>
                </p:custDataLst>
              </p:nvPr>
            </p:nvSpPr>
            <p:spPr>
              <a:xfrm>
                <a:off x="8699414" y="5509596"/>
                <a:ext cx="2526052" cy="1143552"/>
              </a:xfrm>
              <a:prstGeom prst="rect">
                <a:avLst/>
              </a:prstGeom>
              <a:blipFill>
                <a:blip r:embed="rId31"/>
                <a:stretch>
                  <a:fillRect l="-995" t="-1087" b="-5435"/>
                </a:stretch>
              </a:blipFill>
              <a:ln>
                <a:solidFill>
                  <a:schemeClr val="accent4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41514004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0445B90-03E8-803F-195C-D91E7D8312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986" name="Rectangle 2">
            <a:extLst>
              <a:ext uri="{FF2B5EF4-FFF2-40B4-BE49-F238E27FC236}">
                <a16:creationId xmlns:a16="http://schemas.microsoft.com/office/drawing/2014/main" id="{B2D375E8-FD73-408D-2DD6-E79957FAE15D}"/>
              </a:ext>
            </a:extLst>
          </p:cNvPr>
          <p:cNvSpPr>
            <a:spLocks noGrp="1" noChangeArrowheads="1"/>
          </p:cNvSpPr>
          <p:nvPr>
            <p:ph type="title"/>
            <p:custDataLst>
              <p:tags r:id="rId1"/>
            </p:custDataLst>
          </p:nvPr>
        </p:nvSpPr>
        <p:spPr>
          <a:xfrm>
            <a:off x="1143001" y="75307"/>
            <a:ext cx="9905998" cy="651482"/>
          </a:xfrm>
        </p:spPr>
        <p:txBody>
          <a:bodyPr/>
          <a:lstStyle/>
          <a:p>
            <a:pPr algn="ctr"/>
            <a:r>
              <a:rPr lang="en-US" dirty="0"/>
              <a:t>The Master Theorem (from </a:t>
            </a:r>
            <a:r>
              <a:rPr lang="en-US" dirty="0" err="1"/>
              <a:t>Cormen</a:t>
            </a:r>
            <a:r>
              <a:rPr lang="en-US" dirty="0"/>
              <a:t>)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1987" name="Rectangle 3">
                <a:extLst>
                  <a:ext uri="{FF2B5EF4-FFF2-40B4-BE49-F238E27FC236}">
                    <a16:creationId xmlns:a16="http://schemas.microsoft.com/office/drawing/2014/main" id="{B40FAB31-18E0-4EAB-4E71-5284CB66FCFC}"/>
                  </a:ext>
                </a:extLst>
              </p:cNvPr>
              <p:cNvSpPr>
                <a:spLocks noGrp="1" noChangeArrowheads="1"/>
              </p:cNvSpPr>
              <p:nvPr>
                <p:ph sz="quarter" idx="1"/>
                <p:custDataLst>
                  <p:tags r:id="rId2"/>
                </p:custDataLst>
              </p:nvPr>
            </p:nvSpPr>
            <p:spPr>
              <a:xfrm>
                <a:off x="1637169" y="1272522"/>
                <a:ext cx="9017251" cy="1823767"/>
              </a:xfrm>
              <a:solidFill>
                <a:schemeClr val="tx1">
                  <a:lumMod val="65000"/>
                </a:schemeClr>
              </a:solidFill>
              <a:ln>
                <a:solidFill>
                  <a:schemeClr val="bg1"/>
                </a:solidFill>
              </a:ln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dirty="0">
                    <a:solidFill>
                      <a:schemeClr val="bg1"/>
                    </a:solidFill>
                  </a:rPr>
                  <a:t>Consider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𝑇</m:t>
                    </m:r>
                    <m:d>
                      <m:dPr>
                        <m:ctrlPr>
                          <a:rPr lang="en-US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</m:d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𝑇</m:t>
                    </m:r>
                    <m:d>
                      <m:dPr>
                        <m:ctrlPr>
                          <a:rPr lang="en-US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f>
                          <m:fPr>
                            <m:ctrlPr>
                              <a:rPr lang="en-US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𝑛</m:t>
                            </m:r>
                          </m:num>
                          <m:den>
                            <m:r>
                              <a:rPr lang="en-US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𝑏</m:t>
                            </m:r>
                          </m:den>
                        </m:f>
                      </m:e>
                    </m:d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b="0" i="1" smtClean="0">
                        <a:solidFill>
                          <a:schemeClr val="accent3"/>
                        </a:solidFill>
                        <a:latin typeface="Cambria Math" panose="02040503050406030204" pitchFamily="18" charset="0"/>
                      </a:rPr>
                      <m:t>𝑓</m:t>
                    </m:r>
                    <m:r>
                      <a:rPr lang="en-US" b="0" i="1" smtClean="0">
                        <a:solidFill>
                          <a:schemeClr val="accent3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0" i="1" smtClean="0">
                        <a:solidFill>
                          <a:schemeClr val="accent3"/>
                        </a:solidFill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b="0" i="1" smtClean="0">
                        <a:solidFill>
                          <a:schemeClr val="accent3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>
                    <a:solidFill>
                      <a:schemeClr val="accent3"/>
                    </a:solidFill>
                  </a:rPr>
                  <a:t> </a:t>
                </a:r>
                <a:r>
                  <a:rPr lang="en-US" dirty="0">
                    <a:solidFill>
                      <a:schemeClr val="bg1"/>
                    </a:solidFill>
                  </a:rPr>
                  <a:t>		Let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accent4"/>
                        </a:solidFill>
                        <a:latin typeface="Cambria Math" panose="02040503050406030204" pitchFamily="18" charset="0"/>
                      </a:rPr>
                      <m:t>𝑘</m:t>
                    </m:r>
                    <m:r>
                      <a:rPr lang="en-US" b="0" i="1" smtClean="0">
                        <a:solidFill>
                          <a:schemeClr val="accent4"/>
                        </a:solidFill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b="0" i="1" smtClean="0">
                            <a:solidFill>
                              <a:schemeClr val="accent4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func>
                          <m:funcPr>
                            <m:ctrlPr>
                              <a:rPr lang="en-US" b="0" i="1" smtClean="0">
                                <a:solidFill>
                                  <a:schemeClr val="accent4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funcPr>
                          <m:fName>
                            <m:r>
                              <m:rPr>
                                <m:sty m:val="p"/>
                              </m:rPr>
                              <a:rPr lang="en-US" b="0" i="0" smtClean="0">
                                <a:solidFill>
                                  <a:schemeClr val="accent4"/>
                                </a:solidFill>
                                <a:latin typeface="Cambria Math" panose="02040503050406030204" pitchFamily="18" charset="0"/>
                              </a:rPr>
                              <m:t>lg</m:t>
                            </m:r>
                          </m:fName>
                          <m:e>
                            <m:r>
                              <a:rPr lang="en-US" b="0" i="1" smtClean="0">
                                <a:solidFill>
                                  <a:schemeClr val="accent4"/>
                                </a:solidFill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</m:func>
                      </m:num>
                      <m:den>
                        <m:func>
                          <m:funcPr>
                            <m:ctrlPr>
                              <a:rPr lang="en-US" b="0" i="1" smtClean="0">
                                <a:solidFill>
                                  <a:schemeClr val="accent4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funcPr>
                          <m:fName>
                            <m:r>
                              <m:rPr>
                                <m:sty m:val="p"/>
                              </m:rPr>
                              <a:rPr lang="en-US" b="0" i="0" smtClean="0">
                                <a:solidFill>
                                  <a:schemeClr val="accent4"/>
                                </a:solidFill>
                                <a:latin typeface="Cambria Math" panose="02040503050406030204" pitchFamily="18" charset="0"/>
                              </a:rPr>
                              <m:t>lg</m:t>
                            </m:r>
                          </m:fName>
                          <m:e>
                            <m:r>
                              <a:rPr lang="en-US" b="0" i="1" smtClean="0">
                                <a:solidFill>
                                  <a:schemeClr val="accent4"/>
                                </a:solidFill>
                                <a:latin typeface="Cambria Math" panose="02040503050406030204" pitchFamily="18" charset="0"/>
                              </a:rPr>
                              <m:t>𝑏</m:t>
                            </m:r>
                          </m:e>
                        </m:func>
                      </m:den>
                    </m:f>
                    <m:r>
                      <a:rPr lang="en-US" b="0" i="1" smtClean="0">
                        <a:solidFill>
                          <a:schemeClr val="accent4"/>
                        </a:solidFill>
                        <a:latin typeface="Cambria Math" panose="02040503050406030204" pitchFamily="18" charset="0"/>
                      </a:rPr>
                      <m:t>=</m:t>
                    </m:r>
                    <m:func>
                      <m:funcPr>
                        <m:ctrlPr>
                          <a:rPr lang="en-US" b="0" i="1" smtClean="0">
                            <a:solidFill>
                              <a:schemeClr val="accent4"/>
                            </a:solidFill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sSub>
                          <m:sSubPr>
                            <m:ctrlPr>
                              <a:rPr lang="en-US" b="0" i="1" smtClean="0">
                                <a:solidFill>
                                  <a:schemeClr val="accent4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b="0" i="0" smtClean="0">
                                <a:solidFill>
                                  <a:schemeClr val="accent4"/>
                                </a:solidFill>
                                <a:latin typeface="Cambria Math" panose="02040503050406030204" pitchFamily="18" charset="0"/>
                              </a:rPr>
                              <m:t>log</m:t>
                            </m:r>
                          </m:e>
                          <m:sub>
                            <m:r>
                              <a:rPr lang="en-US" b="0" i="1" smtClean="0">
                                <a:solidFill>
                                  <a:schemeClr val="accent4"/>
                                </a:solidFill>
                                <a:latin typeface="Cambria Math" panose="02040503050406030204" pitchFamily="18" charset="0"/>
                              </a:rPr>
                              <m:t>𝑏</m:t>
                            </m:r>
                          </m:sub>
                        </m:sSub>
                      </m:fName>
                      <m:e>
                        <m:r>
                          <a:rPr lang="en-US" b="0" i="1" smtClean="0">
                            <a:solidFill>
                              <a:schemeClr val="accent4"/>
                            </a:solidFill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</m:func>
                  </m:oMath>
                </a14:m>
                <a:endParaRPr lang="en-US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41987" name="Rectangle 3">
                <a:extLst>
                  <a:ext uri="{FF2B5EF4-FFF2-40B4-BE49-F238E27FC236}">
                    <a16:creationId xmlns:a16="http://schemas.microsoft.com/office/drawing/2014/main" id="{B40FAB31-18E0-4EAB-4E71-5284CB66FCF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"/>
                <p:custDataLst>
                  <p:tags r:id="rId8"/>
                </p:custDataLst>
              </p:nvPr>
            </p:nvSpPr>
            <p:spPr>
              <a:xfrm>
                <a:off x="1637169" y="1272522"/>
                <a:ext cx="9017251" cy="1823767"/>
              </a:xfrm>
              <a:blipFill>
                <a:blip r:embed="rId9"/>
                <a:stretch>
                  <a:fillRect l="-983"/>
                </a:stretch>
              </a:blipFill>
              <a:ln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" name="Rectangle 3">
            <a:extLst>
              <a:ext uri="{FF2B5EF4-FFF2-40B4-BE49-F238E27FC236}">
                <a16:creationId xmlns:a16="http://schemas.microsoft.com/office/drawing/2014/main" id="{58807026-9B87-73AB-FF6D-CBC3FB2DE151}"/>
              </a:ext>
            </a:extLst>
          </p:cNvPr>
          <p:cNvSpPr txBox="1">
            <a:spLocks noChangeArrowheads="1"/>
          </p:cNvSpPr>
          <p:nvPr>
            <p:custDataLst>
              <p:tags r:id="rId3"/>
            </p:custDataLst>
          </p:nvPr>
        </p:nvSpPr>
        <p:spPr>
          <a:xfrm>
            <a:off x="1637169" y="794781"/>
            <a:ext cx="9017250" cy="5356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dirty="0"/>
              <a:t>The Master Theorem: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Rectangle 3">
                <a:extLst>
                  <a:ext uri="{FF2B5EF4-FFF2-40B4-BE49-F238E27FC236}">
                    <a16:creationId xmlns:a16="http://schemas.microsoft.com/office/drawing/2014/main" id="{7BD95442-C7D1-6B0C-7776-286FDD8F0900}"/>
                  </a:ext>
                </a:extLst>
              </p:cNvPr>
              <p:cNvSpPr txBox="1">
                <a:spLocks noChangeArrowheads="1"/>
              </p:cNvSpPr>
              <p:nvPr>
                <p:custDataLst>
                  <p:tags r:id="rId4"/>
                </p:custDataLst>
              </p:nvPr>
            </p:nvSpPr>
            <p:spPr>
              <a:xfrm>
                <a:off x="3087332" y="2304617"/>
                <a:ext cx="7462318" cy="651482"/>
              </a:xfrm>
              <a:prstGeom prst="rect">
                <a:avLst/>
              </a:prstGeo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txBody>
              <a:bodyPr vert="horz" lIns="91440" tIns="45720" rIns="91440" bIns="45720" rtlCol="0" anchor="ctr">
                <a:normAutofit/>
              </a:bodyPr>
              <a:lstStyle>
                <a:lvl1pPr marL="228600" indent="-228600" algn="l" defTabSz="914400" rtl="0" eaLnBrk="1" latinLnBrk="0" hangingPunct="1">
                  <a:lnSpc>
                    <a:spcPct val="120000"/>
                  </a:lnSpc>
                  <a:spcBef>
                    <a:spcPts val="1000"/>
                  </a:spcBef>
                  <a:buSzPct val="125000"/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 algn="ctr">
                  <a:buNone/>
                </a:pPr>
                <a:r>
                  <a:rPr lang="en-US" dirty="0">
                    <a:solidFill>
                      <a:schemeClr val="bg1"/>
                    </a:solidFill>
                  </a:rPr>
                  <a:t>If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accent3"/>
                        </a:solidFill>
                        <a:latin typeface="Cambria Math" panose="02040503050406030204" pitchFamily="18" charset="0"/>
                      </a:rPr>
                      <m:t>𝑓</m:t>
                    </m:r>
                    <m:d>
                      <m:dPr>
                        <m:ctrlPr>
                          <a:rPr lang="en-US" b="0" i="1" smtClean="0">
                            <a:solidFill>
                              <a:schemeClr val="accent3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solidFill>
                              <a:schemeClr val="accent3"/>
                            </a:solidFill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</m:d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∈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𝑂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(</m:t>
                    </m:r>
                    <m:sSup>
                      <m:sSupPr>
                        <m:ctrlPr>
                          <a:rPr lang="en-US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solidFill>
                              <a:schemeClr val="accent4"/>
                            </a:solidFill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  <m:sup>
                        <m:r>
                          <a:rPr lang="en-US" b="0" i="1" smtClean="0">
                            <a:solidFill>
                              <a:schemeClr val="accent4"/>
                            </a:solidFill>
                            <a:latin typeface="Cambria Math" panose="02040503050406030204" pitchFamily="18" charset="0"/>
                          </a:rPr>
                          <m:t>𝑘</m:t>
                        </m:r>
                        <m:r>
                          <a:rPr lang="en-US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US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𝜖</m:t>
                        </m:r>
                      </m:sup>
                    </m:sSup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>
                    <a:solidFill>
                      <a:schemeClr val="bg1"/>
                    </a:solidFill>
                  </a:rPr>
                  <a:t> for some positive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𝜖</m:t>
                    </m:r>
                  </m:oMath>
                </a14:m>
                <a:r>
                  <a:rPr lang="en-US" dirty="0">
                    <a:solidFill>
                      <a:schemeClr val="bg1"/>
                    </a:solidFill>
                  </a:rPr>
                  <a:t>, then </a:t>
                </a:r>
                <a14:m>
                  <m:oMath xmlns:m="http://schemas.openxmlformats.org/officeDocument/2006/math">
                    <m:r>
                      <a:rPr lang="en-US" b="1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𝑻</m:t>
                    </m:r>
                    <m:d>
                      <m:dPr>
                        <m:ctrlPr>
                          <a:rPr lang="en-US" b="1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1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𝒏</m:t>
                        </m:r>
                      </m:e>
                    </m:d>
                    <m:r>
                      <a:rPr lang="en-US" b="1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∈</m:t>
                    </m:r>
                    <m:r>
                      <a:rPr lang="en-US" b="1" i="0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𝚯</m:t>
                    </m:r>
                    <m:r>
                      <a:rPr lang="en-US" b="1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(</m:t>
                    </m:r>
                    <m:sSup>
                      <m:sSupPr>
                        <m:ctrlPr>
                          <a:rPr lang="en-US" b="1" i="1" smtClean="0">
                            <a:solidFill>
                              <a:schemeClr val="accent4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1" i="1" smtClean="0">
                            <a:solidFill>
                              <a:schemeClr val="accent4"/>
                            </a:solidFill>
                            <a:latin typeface="Cambria Math" panose="02040503050406030204" pitchFamily="18" charset="0"/>
                          </a:rPr>
                          <m:t>𝒏</m:t>
                        </m:r>
                      </m:e>
                      <m:sup>
                        <m:r>
                          <a:rPr lang="en-US" b="1" i="1" smtClean="0">
                            <a:solidFill>
                              <a:schemeClr val="accent4"/>
                            </a:solidFill>
                            <a:latin typeface="Cambria Math" panose="02040503050406030204" pitchFamily="18" charset="0"/>
                          </a:rPr>
                          <m:t>𝒌</m:t>
                        </m:r>
                      </m:sup>
                    </m:sSup>
                    <m:r>
                      <a:rPr lang="en-US" b="1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b="1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3" name="Rectangle 3">
                <a:extLst>
                  <a:ext uri="{FF2B5EF4-FFF2-40B4-BE49-F238E27FC236}">
                    <a16:creationId xmlns:a16="http://schemas.microsoft.com/office/drawing/2014/main" id="{7BD95442-C7D1-6B0C-7776-286FDD8F090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>
                <p:custDataLst>
                  <p:tags r:id="rId10"/>
                </p:custDataLst>
              </p:nvPr>
            </p:nvSpPr>
            <p:spPr>
              <a:xfrm>
                <a:off x="3087332" y="2304617"/>
                <a:ext cx="7462318" cy="651482"/>
              </a:xfrm>
              <a:prstGeom prst="rect">
                <a:avLst/>
              </a:prstGeom>
              <a:blipFill>
                <a:blip r:embed="rId11"/>
                <a:stretch>
                  <a:fillRect l="-847" r="-339" b="-9259"/>
                </a:stretch>
              </a:blipFill>
              <a:ln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Rectangle 3">
            <a:extLst>
              <a:ext uri="{FF2B5EF4-FFF2-40B4-BE49-F238E27FC236}">
                <a16:creationId xmlns:a16="http://schemas.microsoft.com/office/drawing/2014/main" id="{DF9A1D09-33FA-E844-2644-533FD1A8E2FD}"/>
              </a:ext>
            </a:extLst>
          </p:cNvPr>
          <p:cNvSpPr txBox="1">
            <a:spLocks noChangeArrowheads="1"/>
          </p:cNvSpPr>
          <p:nvPr>
            <p:custDataLst>
              <p:tags r:id="rId5"/>
            </p:custDataLst>
          </p:nvPr>
        </p:nvSpPr>
        <p:spPr>
          <a:xfrm>
            <a:off x="1791075" y="2304618"/>
            <a:ext cx="1131684" cy="651481"/>
          </a:xfrm>
          <a:prstGeom prst="rect">
            <a:avLst/>
          </a:prstGeom>
          <a:ln>
            <a:solidFill>
              <a:schemeClr val="bg1"/>
            </a:solidFill>
          </a:ln>
        </p:spPr>
        <p:txBody>
          <a:bodyPr vert="horz" lIns="91440" tIns="45720" rIns="91440" bIns="45720" rtlCol="0" anchor="ctr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dirty="0">
                <a:solidFill>
                  <a:schemeClr val="bg1"/>
                </a:solidFill>
              </a:rPr>
              <a:t>Case 1:</a:t>
            </a:r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CCA5158A-BD15-D757-7BFF-6736567ACFCA}"/>
              </a:ext>
            </a:extLst>
          </p:cNvPr>
          <p:cNvGrpSpPr/>
          <p:nvPr/>
        </p:nvGrpSpPr>
        <p:grpSpPr>
          <a:xfrm>
            <a:off x="1233286" y="3252915"/>
            <a:ext cx="6027593" cy="3400235"/>
            <a:chOff x="440858" y="2176979"/>
            <a:chExt cx="10189421" cy="4490144"/>
          </a:xfrm>
        </p:grpSpPr>
        <p:grpSp>
          <p:nvGrpSpPr>
            <p:cNvPr id="10" name="Group 9">
              <a:extLst>
                <a:ext uri="{FF2B5EF4-FFF2-40B4-BE49-F238E27FC236}">
                  <a16:creationId xmlns:a16="http://schemas.microsoft.com/office/drawing/2014/main" id="{2931D5C8-4ABD-755E-B202-AFA58370F21B}"/>
                </a:ext>
              </a:extLst>
            </p:cNvPr>
            <p:cNvGrpSpPr/>
            <p:nvPr/>
          </p:nvGrpSpPr>
          <p:grpSpPr>
            <a:xfrm>
              <a:off x="4710818" y="2176979"/>
              <a:ext cx="1899720" cy="516047"/>
              <a:chOff x="4906978" y="2236206"/>
              <a:chExt cx="1899720" cy="516047"/>
            </a:xfrm>
          </p:grpSpPr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62" name="Rectangle 61">
                    <a:extLst>
                      <a:ext uri="{FF2B5EF4-FFF2-40B4-BE49-F238E27FC236}">
                        <a16:creationId xmlns:a16="http://schemas.microsoft.com/office/drawing/2014/main" id="{7E393F64-3984-E49F-174B-B3F1A3133C99}"/>
                      </a:ext>
                    </a:extLst>
                  </p:cNvPr>
                  <p:cNvSpPr/>
                  <p:nvPr/>
                </p:nvSpPr>
                <p:spPr>
                  <a:xfrm>
                    <a:off x="4906978" y="2236206"/>
                    <a:ext cx="1013988" cy="516047"/>
                  </a:xfrm>
                  <a:prstGeom prst="rect">
                    <a:avLst/>
                  </a:prstGeom>
                  <a:solidFill>
                    <a:schemeClr val="tx1">
                      <a:lumMod val="85000"/>
                    </a:schemeClr>
                  </a:solidFill>
                  <a:ln>
                    <a:solidFill>
                      <a:schemeClr val="tx1">
                        <a:lumMod val="85000"/>
                      </a:schemeClr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b="0" i="1" smtClean="0">
                              <a:solidFill>
                                <a:schemeClr val="tx1">
                                  <a:lumMod val="8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𝑇</m:t>
                          </m:r>
                          <m:r>
                            <a:rPr lang="en-US" b="0" i="1" smtClean="0">
                              <a:solidFill>
                                <a:schemeClr val="tx1">
                                  <a:lumMod val="8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b="0" i="1" smtClean="0">
                              <a:solidFill>
                                <a:schemeClr val="tx1">
                                  <a:lumMod val="8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en-US" b="0" i="1" smtClean="0">
                              <a:solidFill>
                                <a:schemeClr val="tx1">
                                  <a:lumMod val="8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)</m:t>
                          </m:r>
                        </m:oMath>
                      </m:oMathPara>
                    </a14:m>
                    <a:endParaRPr lang="en-US" dirty="0">
                      <a:solidFill>
                        <a:schemeClr val="tx1">
                          <a:lumMod val="85000"/>
                        </a:schemeClr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62" name="Rectangle 61">
                    <a:extLst>
                      <a:ext uri="{FF2B5EF4-FFF2-40B4-BE49-F238E27FC236}">
                        <a16:creationId xmlns:a16="http://schemas.microsoft.com/office/drawing/2014/main" id="{7E393F64-3984-E49F-174B-B3F1A3133C99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4906978" y="2236206"/>
                    <a:ext cx="1013988" cy="516047"/>
                  </a:xfrm>
                  <a:prstGeom prst="rect">
                    <a:avLst/>
                  </a:prstGeom>
                  <a:blipFill>
                    <a:blip r:embed="rId12"/>
                    <a:stretch>
                      <a:fillRect l="-6000" b="-9091"/>
                    </a:stretch>
                  </a:blipFill>
                  <a:ln>
                    <a:solidFill>
                      <a:schemeClr val="tx1">
                        <a:lumMod val="85000"/>
                      </a:schemeClr>
                    </a:solidFill>
                  </a:ln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63" name="Rectangle 62">
                    <a:extLst>
                      <a:ext uri="{FF2B5EF4-FFF2-40B4-BE49-F238E27FC236}">
                        <a16:creationId xmlns:a16="http://schemas.microsoft.com/office/drawing/2014/main" id="{F808B0C8-8F2B-9058-0B25-E220E14B20D2}"/>
                      </a:ext>
                    </a:extLst>
                  </p:cNvPr>
                  <p:cNvSpPr/>
                  <p:nvPr/>
                </p:nvSpPr>
                <p:spPr>
                  <a:xfrm>
                    <a:off x="5920967" y="2236206"/>
                    <a:ext cx="885731" cy="516047"/>
                  </a:xfrm>
                  <a:prstGeom prst="rect">
                    <a:avLst/>
                  </a:prstGeom>
                  <a:solidFill>
                    <a:schemeClr val="tx1">
                      <a:lumMod val="85000"/>
                    </a:schemeClr>
                  </a:solidFill>
                  <a:ln>
                    <a:solidFill>
                      <a:schemeClr val="tx1">
                        <a:lumMod val="85000"/>
                      </a:schemeClr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b="0" i="1" smtClean="0">
                              <a:solidFill>
                                <a:schemeClr val="tx1">
                                  <a:lumMod val="8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𝑓</m:t>
                          </m:r>
                          <m:r>
                            <a:rPr lang="en-US" b="0" i="1" smtClean="0">
                              <a:solidFill>
                                <a:schemeClr val="tx1">
                                  <a:lumMod val="8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b="0" i="1" smtClean="0">
                              <a:solidFill>
                                <a:schemeClr val="tx1">
                                  <a:lumMod val="8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en-US" b="0" i="1" smtClean="0">
                              <a:solidFill>
                                <a:schemeClr val="tx1">
                                  <a:lumMod val="8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)</m:t>
                          </m:r>
                        </m:oMath>
                      </m:oMathPara>
                    </a14:m>
                    <a:endParaRPr lang="en-US" dirty="0">
                      <a:solidFill>
                        <a:schemeClr val="tx1">
                          <a:lumMod val="85000"/>
                        </a:schemeClr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63" name="Rectangle 62">
                    <a:extLst>
                      <a:ext uri="{FF2B5EF4-FFF2-40B4-BE49-F238E27FC236}">
                        <a16:creationId xmlns:a16="http://schemas.microsoft.com/office/drawing/2014/main" id="{F808B0C8-8F2B-9058-0B25-E220E14B20D2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5920967" y="2236206"/>
                    <a:ext cx="885731" cy="516047"/>
                  </a:xfrm>
                  <a:prstGeom prst="rect">
                    <a:avLst/>
                  </a:prstGeom>
                  <a:blipFill>
                    <a:blip r:embed="rId13"/>
                    <a:stretch>
                      <a:fillRect l="-18182" r="-6818" b="-9091"/>
                    </a:stretch>
                  </a:blipFill>
                  <a:ln>
                    <a:solidFill>
                      <a:schemeClr val="tx1">
                        <a:lumMod val="85000"/>
                      </a:schemeClr>
                    </a:solidFill>
                  </a:ln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grpSp>
          <p:nvGrpSpPr>
            <p:cNvPr id="11" name="Group 10">
              <a:extLst>
                <a:ext uri="{FF2B5EF4-FFF2-40B4-BE49-F238E27FC236}">
                  <a16:creationId xmlns:a16="http://schemas.microsoft.com/office/drawing/2014/main" id="{FC0062F3-D4AB-E065-E5A1-18CCDFF10839}"/>
                </a:ext>
              </a:extLst>
            </p:cNvPr>
            <p:cNvGrpSpPr/>
            <p:nvPr/>
          </p:nvGrpSpPr>
          <p:grpSpPr>
            <a:xfrm>
              <a:off x="6656897" y="3170976"/>
              <a:ext cx="1611517" cy="516047"/>
              <a:chOff x="4906978" y="2236206"/>
              <a:chExt cx="1611517" cy="516047"/>
            </a:xfrm>
          </p:grpSpPr>
          <p:sp>
            <p:nvSpPr>
              <p:cNvPr id="60" name="Rectangle 59">
                <a:extLst>
                  <a:ext uri="{FF2B5EF4-FFF2-40B4-BE49-F238E27FC236}">
                    <a16:creationId xmlns:a16="http://schemas.microsoft.com/office/drawing/2014/main" id="{7E26A732-B3CF-A1E3-ED01-22A8DFD746D2}"/>
                  </a:ext>
                </a:extLst>
              </p:cNvPr>
              <p:cNvSpPr/>
              <p:nvPr/>
            </p:nvSpPr>
            <p:spPr>
              <a:xfrm>
                <a:off x="4906978" y="2236206"/>
                <a:ext cx="1013988" cy="516047"/>
              </a:xfrm>
              <a:prstGeom prst="rect">
                <a:avLst/>
              </a:prstGeom>
              <a:solidFill>
                <a:schemeClr val="tx1">
                  <a:lumMod val="85000"/>
                </a:schemeClr>
              </a:solidFill>
              <a:ln>
                <a:solidFill>
                  <a:schemeClr val="tx1">
                    <a:lumMod val="8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>
                  <a:solidFill>
                    <a:schemeClr val="tx1">
                      <a:lumMod val="85000"/>
                    </a:schemeClr>
                  </a:solidFill>
                </a:endParaRPr>
              </a:p>
            </p:txBody>
          </p:sp>
          <p:sp>
            <p:nvSpPr>
              <p:cNvPr id="61" name="Rectangle 60">
                <a:extLst>
                  <a:ext uri="{FF2B5EF4-FFF2-40B4-BE49-F238E27FC236}">
                    <a16:creationId xmlns:a16="http://schemas.microsoft.com/office/drawing/2014/main" id="{5C0F3C29-A95D-9299-BF6A-3FB34F271858}"/>
                  </a:ext>
                </a:extLst>
              </p:cNvPr>
              <p:cNvSpPr/>
              <p:nvPr/>
            </p:nvSpPr>
            <p:spPr>
              <a:xfrm>
                <a:off x="5920966" y="2236206"/>
                <a:ext cx="597529" cy="516047"/>
              </a:xfrm>
              <a:prstGeom prst="rect">
                <a:avLst/>
              </a:prstGeom>
              <a:solidFill>
                <a:schemeClr val="tx1">
                  <a:lumMod val="85000"/>
                </a:schemeClr>
              </a:solidFill>
              <a:ln>
                <a:solidFill>
                  <a:schemeClr val="tx1">
                    <a:lumMod val="8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>
                  <a:solidFill>
                    <a:schemeClr val="tx1">
                      <a:lumMod val="85000"/>
                    </a:schemeClr>
                  </a:solidFill>
                </a:endParaRPr>
              </a:p>
            </p:txBody>
          </p:sp>
        </p:grpSp>
        <p:grpSp>
          <p:nvGrpSpPr>
            <p:cNvPr id="12" name="Group 11">
              <a:extLst>
                <a:ext uri="{FF2B5EF4-FFF2-40B4-BE49-F238E27FC236}">
                  <a16:creationId xmlns:a16="http://schemas.microsoft.com/office/drawing/2014/main" id="{E8E0AE5D-70E7-0576-1184-863FD3B98E84}"/>
                </a:ext>
              </a:extLst>
            </p:cNvPr>
            <p:cNvGrpSpPr/>
            <p:nvPr/>
          </p:nvGrpSpPr>
          <p:grpSpPr>
            <a:xfrm>
              <a:off x="2874473" y="3170976"/>
              <a:ext cx="1611517" cy="516047"/>
              <a:chOff x="4906978" y="2236206"/>
              <a:chExt cx="1611517" cy="516047"/>
            </a:xfrm>
          </p:grpSpPr>
          <p:sp>
            <p:nvSpPr>
              <p:cNvPr id="58" name="Rectangle 57">
                <a:extLst>
                  <a:ext uri="{FF2B5EF4-FFF2-40B4-BE49-F238E27FC236}">
                    <a16:creationId xmlns:a16="http://schemas.microsoft.com/office/drawing/2014/main" id="{D7F27842-A0AE-53FA-5DA9-C2B65A3CD209}"/>
                  </a:ext>
                </a:extLst>
              </p:cNvPr>
              <p:cNvSpPr/>
              <p:nvPr/>
            </p:nvSpPr>
            <p:spPr>
              <a:xfrm>
                <a:off x="4906978" y="2236206"/>
                <a:ext cx="1013988" cy="516047"/>
              </a:xfrm>
              <a:prstGeom prst="rect">
                <a:avLst/>
              </a:prstGeom>
              <a:solidFill>
                <a:schemeClr val="tx1">
                  <a:lumMod val="85000"/>
                </a:schemeClr>
              </a:solidFill>
              <a:ln>
                <a:solidFill>
                  <a:schemeClr val="tx1">
                    <a:lumMod val="8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>
                  <a:solidFill>
                    <a:schemeClr val="tx1">
                      <a:lumMod val="85000"/>
                    </a:schemeClr>
                  </a:solidFill>
                </a:endParaRPr>
              </a:p>
            </p:txBody>
          </p:sp>
          <p:sp>
            <p:nvSpPr>
              <p:cNvPr id="59" name="Rectangle 58">
                <a:extLst>
                  <a:ext uri="{FF2B5EF4-FFF2-40B4-BE49-F238E27FC236}">
                    <a16:creationId xmlns:a16="http://schemas.microsoft.com/office/drawing/2014/main" id="{6E3A7654-E703-11FF-AEB8-4C259C941166}"/>
                  </a:ext>
                </a:extLst>
              </p:cNvPr>
              <p:cNvSpPr/>
              <p:nvPr/>
            </p:nvSpPr>
            <p:spPr>
              <a:xfrm>
                <a:off x="5920966" y="2236206"/>
                <a:ext cx="597529" cy="516047"/>
              </a:xfrm>
              <a:prstGeom prst="rect">
                <a:avLst/>
              </a:prstGeom>
              <a:solidFill>
                <a:schemeClr val="tx1">
                  <a:lumMod val="85000"/>
                </a:schemeClr>
              </a:solidFill>
              <a:ln>
                <a:solidFill>
                  <a:schemeClr val="tx1">
                    <a:lumMod val="8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>
                  <a:solidFill>
                    <a:schemeClr val="tx1">
                      <a:lumMod val="85000"/>
                    </a:schemeClr>
                  </a:solidFill>
                </a:endParaRPr>
              </a:p>
            </p:txBody>
          </p:sp>
        </p:grpSp>
        <p:grpSp>
          <p:nvGrpSpPr>
            <p:cNvPr id="13" name="Group 12">
              <a:extLst>
                <a:ext uri="{FF2B5EF4-FFF2-40B4-BE49-F238E27FC236}">
                  <a16:creationId xmlns:a16="http://schemas.microsoft.com/office/drawing/2014/main" id="{9782FB12-B55D-AFB4-977A-446DC641C83C}"/>
                </a:ext>
              </a:extLst>
            </p:cNvPr>
            <p:cNvGrpSpPr/>
            <p:nvPr/>
          </p:nvGrpSpPr>
          <p:grpSpPr>
            <a:xfrm>
              <a:off x="1561721" y="4425638"/>
              <a:ext cx="1611517" cy="516047"/>
              <a:chOff x="4906978" y="2236206"/>
              <a:chExt cx="1611517" cy="516047"/>
            </a:xfrm>
          </p:grpSpPr>
          <p:sp>
            <p:nvSpPr>
              <p:cNvPr id="56" name="Rectangle 55">
                <a:extLst>
                  <a:ext uri="{FF2B5EF4-FFF2-40B4-BE49-F238E27FC236}">
                    <a16:creationId xmlns:a16="http://schemas.microsoft.com/office/drawing/2014/main" id="{A0CE57F0-1CF5-06DD-B533-526C40855645}"/>
                  </a:ext>
                </a:extLst>
              </p:cNvPr>
              <p:cNvSpPr/>
              <p:nvPr/>
            </p:nvSpPr>
            <p:spPr>
              <a:xfrm>
                <a:off x="4906978" y="2236206"/>
                <a:ext cx="1013988" cy="516047"/>
              </a:xfrm>
              <a:prstGeom prst="rect">
                <a:avLst/>
              </a:prstGeom>
              <a:solidFill>
                <a:schemeClr val="tx1">
                  <a:lumMod val="85000"/>
                </a:schemeClr>
              </a:solidFill>
              <a:ln>
                <a:solidFill>
                  <a:schemeClr val="tx1">
                    <a:lumMod val="8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>
                  <a:solidFill>
                    <a:schemeClr val="tx1">
                      <a:lumMod val="85000"/>
                    </a:schemeClr>
                  </a:solidFill>
                </a:endParaRPr>
              </a:p>
            </p:txBody>
          </p:sp>
          <p:sp>
            <p:nvSpPr>
              <p:cNvPr id="57" name="Rectangle 56">
                <a:extLst>
                  <a:ext uri="{FF2B5EF4-FFF2-40B4-BE49-F238E27FC236}">
                    <a16:creationId xmlns:a16="http://schemas.microsoft.com/office/drawing/2014/main" id="{F1D38304-3877-69FE-98F7-89509C18CF04}"/>
                  </a:ext>
                </a:extLst>
              </p:cNvPr>
              <p:cNvSpPr/>
              <p:nvPr/>
            </p:nvSpPr>
            <p:spPr>
              <a:xfrm>
                <a:off x="5920966" y="2236206"/>
                <a:ext cx="597529" cy="516047"/>
              </a:xfrm>
              <a:prstGeom prst="rect">
                <a:avLst/>
              </a:prstGeom>
              <a:solidFill>
                <a:schemeClr val="tx1">
                  <a:lumMod val="85000"/>
                </a:schemeClr>
              </a:solidFill>
              <a:ln>
                <a:solidFill>
                  <a:schemeClr val="tx1">
                    <a:lumMod val="8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>
                  <a:solidFill>
                    <a:schemeClr val="tx1">
                      <a:lumMod val="85000"/>
                    </a:schemeClr>
                  </a:solidFill>
                </a:endParaRPr>
              </a:p>
            </p:txBody>
          </p:sp>
        </p:grpSp>
        <p:grpSp>
          <p:nvGrpSpPr>
            <p:cNvPr id="14" name="Group 13">
              <a:extLst>
                <a:ext uri="{FF2B5EF4-FFF2-40B4-BE49-F238E27FC236}">
                  <a16:creationId xmlns:a16="http://schemas.microsoft.com/office/drawing/2014/main" id="{CB65AB42-46A9-5E14-E062-D94FF76D27EA}"/>
                </a:ext>
              </a:extLst>
            </p:cNvPr>
            <p:cNvGrpSpPr/>
            <p:nvPr/>
          </p:nvGrpSpPr>
          <p:grpSpPr>
            <a:xfrm>
              <a:off x="3878992" y="4425635"/>
              <a:ext cx="1611517" cy="516047"/>
              <a:chOff x="4906978" y="2236206"/>
              <a:chExt cx="1611517" cy="516047"/>
            </a:xfrm>
          </p:grpSpPr>
          <p:sp>
            <p:nvSpPr>
              <p:cNvPr id="54" name="Rectangle 53">
                <a:extLst>
                  <a:ext uri="{FF2B5EF4-FFF2-40B4-BE49-F238E27FC236}">
                    <a16:creationId xmlns:a16="http://schemas.microsoft.com/office/drawing/2014/main" id="{B8146BDF-3F76-E39A-CA86-233E4C0EDA97}"/>
                  </a:ext>
                </a:extLst>
              </p:cNvPr>
              <p:cNvSpPr/>
              <p:nvPr/>
            </p:nvSpPr>
            <p:spPr>
              <a:xfrm>
                <a:off x="4906978" y="2236206"/>
                <a:ext cx="1013988" cy="516047"/>
              </a:xfrm>
              <a:prstGeom prst="rect">
                <a:avLst/>
              </a:prstGeom>
              <a:solidFill>
                <a:schemeClr val="tx1">
                  <a:lumMod val="85000"/>
                </a:schemeClr>
              </a:solidFill>
              <a:ln>
                <a:solidFill>
                  <a:schemeClr val="tx1">
                    <a:lumMod val="8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>
                  <a:solidFill>
                    <a:schemeClr val="tx1">
                      <a:lumMod val="85000"/>
                    </a:schemeClr>
                  </a:solidFill>
                </a:endParaRPr>
              </a:p>
            </p:txBody>
          </p:sp>
          <p:sp>
            <p:nvSpPr>
              <p:cNvPr id="55" name="Rectangle 54">
                <a:extLst>
                  <a:ext uri="{FF2B5EF4-FFF2-40B4-BE49-F238E27FC236}">
                    <a16:creationId xmlns:a16="http://schemas.microsoft.com/office/drawing/2014/main" id="{0F02FEC2-1537-F45C-C1B0-E17448CB09AE}"/>
                  </a:ext>
                </a:extLst>
              </p:cNvPr>
              <p:cNvSpPr/>
              <p:nvPr/>
            </p:nvSpPr>
            <p:spPr>
              <a:xfrm>
                <a:off x="5920966" y="2236206"/>
                <a:ext cx="597529" cy="516047"/>
              </a:xfrm>
              <a:prstGeom prst="rect">
                <a:avLst/>
              </a:prstGeom>
              <a:solidFill>
                <a:schemeClr val="tx1">
                  <a:lumMod val="85000"/>
                </a:schemeClr>
              </a:solidFill>
              <a:ln>
                <a:solidFill>
                  <a:schemeClr val="tx1">
                    <a:lumMod val="8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>
                  <a:solidFill>
                    <a:schemeClr val="tx1">
                      <a:lumMod val="85000"/>
                    </a:schemeClr>
                  </a:solidFill>
                </a:endParaRPr>
              </a:p>
            </p:txBody>
          </p:sp>
        </p:grpSp>
        <p:grpSp>
          <p:nvGrpSpPr>
            <p:cNvPr id="15" name="Group 14">
              <a:extLst>
                <a:ext uri="{FF2B5EF4-FFF2-40B4-BE49-F238E27FC236}">
                  <a16:creationId xmlns:a16="http://schemas.microsoft.com/office/drawing/2014/main" id="{8CCCA752-4739-859A-0A43-45F0CAF9ADEA}"/>
                </a:ext>
              </a:extLst>
            </p:cNvPr>
            <p:cNvGrpSpPr/>
            <p:nvPr/>
          </p:nvGrpSpPr>
          <p:grpSpPr>
            <a:xfrm>
              <a:off x="6103543" y="4425635"/>
              <a:ext cx="1611517" cy="516047"/>
              <a:chOff x="4906978" y="2236206"/>
              <a:chExt cx="1611517" cy="516047"/>
            </a:xfrm>
          </p:grpSpPr>
          <p:sp>
            <p:nvSpPr>
              <p:cNvPr id="52" name="Rectangle 51">
                <a:extLst>
                  <a:ext uri="{FF2B5EF4-FFF2-40B4-BE49-F238E27FC236}">
                    <a16:creationId xmlns:a16="http://schemas.microsoft.com/office/drawing/2014/main" id="{09D68A18-576B-10C2-25B7-EF2256B43B5B}"/>
                  </a:ext>
                </a:extLst>
              </p:cNvPr>
              <p:cNvSpPr/>
              <p:nvPr/>
            </p:nvSpPr>
            <p:spPr>
              <a:xfrm>
                <a:off x="4906978" y="2236206"/>
                <a:ext cx="1013988" cy="516047"/>
              </a:xfrm>
              <a:prstGeom prst="rect">
                <a:avLst/>
              </a:prstGeom>
              <a:solidFill>
                <a:schemeClr val="tx1">
                  <a:lumMod val="85000"/>
                </a:schemeClr>
              </a:solidFill>
              <a:ln>
                <a:solidFill>
                  <a:schemeClr val="tx1">
                    <a:lumMod val="8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>
                  <a:solidFill>
                    <a:schemeClr val="tx1">
                      <a:lumMod val="85000"/>
                    </a:schemeClr>
                  </a:solidFill>
                </a:endParaRPr>
              </a:p>
            </p:txBody>
          </p:sp>
          <p:sp>
            <p:nvSpPr>
              <p:cNvPr id="53" name="Rectangle 52">
                <a:extLst>
                  <a:ext uri="{FF2B5EF4-FFF2-40B4-BE49-F238E27FC236}">
                    <a16:creationId xmlns:a16="http://schemas.microsoft.com/office/drawing/2014/main" id="{1085D6AF-8D23-C979-FA08-55F5B9BC524F}"/>
                  </a:ext>
                </a:extLst>
              </p:cNvPr>
              <p:cNvSpPr/>
              <p:nvPr/>
            </p:nvSpPr>
            <p:spPr>
              <a:xfrm>
                <a:off x="5920966" y="2236206"/>
                <a:ext cx="597529" cy="516047"/>
              </a:xfrm>
              <a:prstGeom prst="rect">
                <a:avLst/>
              </a:prstGeom>
              <a:solidFill>
                <a:schemeClr val="tx1">
                  <a:lumMod val="85000"/>
                </a:schemeClr>
              </a:solidFill>
              <a:ln>
                <a:solidFill>
                  <a:schemeClr val="tx1">
                    <a:lumMod val="8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>
                  <a:solidFill>
                    <a:schemeClr val="tx1">
                      <a:lumMod val="85000"/>
                    </a:schemeClr>
                  </a:solidFill>
                </a:endParaRPr>
              </a:p>
            </p:txBody>
          </p:sp>
        </p:grpSp>
        <p:grpSp>
          <p:nvGrpSpPr>
            <p:cNvPr id="16" name="Group 15">
              <a:extLst>
                <a:ext uri="{FF2B5EF4-FFF2-40B4-BE49-F238E27FC236}">
                  <a16:creationId xmlns:a16="http://schemas.microsoft.com/office/drawing/2014/main" id="{B8FECB2F-5D4F-42C5-F066-2D64894FB036}"/>
                </a:ext>
              </a:extLst>
            </p:cNvPr>
            <p:cNvGrpSpPr/>
            <p:nvPr/>
          </p:nvGrpSpPr>
          <p:grpSpPr>
            <a:xfrm>
              <a:off x="8255090" y="4425635"/>
              <a:ext cx="1611517" cy="516047"/>
              <a:chOff x="4906978" y="2236206"/>
              <a:chExt cx="1611517" cy="516047"/>
            </a:xfrm>
          </p:grpSpPr>
          <p:sp>
            <p:nvSpPr>
              <p:cNvPr id="50" name="Rectangle 49">
                <a:extLst>
                  <a:ext uri="{FF2B5EF4-FFF2-40B4-BE49-F238E27FC236}">
                    <a16:creationId xmlns:a16="http://schemas.microsoft.com/office/drawing/2014/main" id="{088ED135-3196-6FA0-3148-3C7D4B681A5A}"/>
                  </a:ext>
                </a:extLst>
              </p:cNvPr>
              <p:cNvSpPr/>
              <p:nvPr/>
            </p:nvSpPr>
            <p:spPr>
              <a:xfrm>
                <a:off x="4906978" y="2236206"/>
                <a:ext cx="1013988" cy="516047"/>
              </a:xfrm>
              <a:prstGeom prst="rect">
                <a:avLst/>
              </a:prstGeom>
              <a:solidFill>
                <a:schemeClr val="tx1">
                  <a:lumMod val="85000"/>
                </a:schemeClr>
              </a:solidFill>
              <a:ln>
                <a:solidFill>
                  <a:schemeClr val="tx1">
                    <a:lumMod val="8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>
                  <a:solidFill>
                    <a:schemeClr val="tx1">
                      <a:lumMod val="85000"/>
                    </a:schemeClr>
                  </a:solidFill>
                </a:endParaRPr>
              </a:p>
            </p:txBody>
          </p:sp>
          <p:sp>
            <p:nvSpPr>
              <p:cNvPr id="51" name="Rectangle 50">
                <a:extLst>
                  <a:ext uri="{FF2B5EF4-FFF2-40B4-BE49-F238E27FC236}">
                    <a16:creationId xmlns:a16="http://schemas.microsoft.com/office/drawing/2014/main" id="{5292162E-6FF1-09E5-DA83-A51E38FE3D08}"/>
                  </a:ext>
                </a:extLst>
              </p:cNvPr>
              <p:cNvSpPr/>
              <p:nvPr/>
            </p:nvSpPr>
            <p:spPr>
              <a:xfrm>
                <a:off x="5920966" y="2236206"/>
                <a:ext cx="597529" cy="516047"/>
              </a:xfrm>
              <a:prstGeom prst="rect">
                <a:avLst/>
              </a:prstGeom>
              <a:solidFill>
                <a:schemeClr val="tx1">
                  <a:lumMod val="85000"/>
                </a:schemeClr>
              </a:solidFill>
              <a:ln>
                <a:solidFill>
                  <a:schemeClr val="tx1">
                    <a:lumMod val="8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>
                  <a:solidFill>
                    <a:schemeClr val="tx1">
                      <a:lumMod val="85000"/>
                    </a:schemeClr>
                  </a:solidFill>
                </a:endParaRPr>
              </a:p>
            </p:txBody>
          </p:sp>
        </p:grpSp>
        <p:grpSp>
          <p:nvGrpSpPr>
            <p:cNvPr id="17" name="Group 16">
              <a:extLst>
                <a:ext uri="{FF2B5EF4-FFF2-40B4-BE49-F238E27FC236}">
                  <a16:creationId xmlns:a16="http://schemas.microsoft.com/office/drawing/2014/main" id="{D6932C18-1F22-92FB-3D3C-0DCDB28A19A3}"/>
                </a:ext>
              </a:extLst>
            </p:cNvPr>
            <p:cNvGrpSpPr/>
            <p:nvPr/>
          </p:nvGrpSpPr>
          <p:grpSpPr>
            <a:xfrm>
              <a:off x="440858" y="6151076"/>
              <a:ext cx="1611517" cy="516047"/>
              <a:chOff x="4906978" y="2236206"/>
              <a:chExt cx="1611517" cy="516047"/>
            </a:xfrm>
          </p:grpSpPr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48" name="Rectangle 47">
                    <a:extLst>
                      <a:ext uri="{FF2B5EF4-FFF2-40B4-BE49-F238E27FC236}">
                        <a16:creationId xmlns:a16="http://schemas.microsoft.com/office/drawing/2014/main" id="{361DAA00-838D-4E58-363B-2F0EABD30CFE}"/>
                      </a:ext>
                    </a:extLst>
                  </p:cNvPr>
                  <p:cNvSpPr/>
                  <p:nvPr/>
                </p:nvSpPr>
                <p:spPr>
                  <a:xfrm>
                    <a:off x="4906978" y="2236206"/>
                    <a:ext cx="1013988" cy="516047"/>
                  </a:xfrm>
                  <a:prstGeom prst="rect">
                    <a:avLst/>
                  </a:prstGeom>
                  <a:solidFill>
                    <a:schemeClr val="accent4"/>
                  </a:solidFill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𝑇</m:t>
                          </m:r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(1)</m:t>
                          </m:r>
                        </m:oMath>
                      </m:oMathPara>
                    </a14:m>
                    <a:endParaRPr lang="en-US" dirty="0">
                      <a:solidFill>
                        <a:schemeClr val="bg1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48" name="Rectangle 47">
                    <a:extLst>
                      <a:ext uri="{FF2B5EF4-FFF2-40B4-BE49-F238E27FC236}">
                        <a16:creationId xmlns:a16="http://schemas.microsoft.com/office/drawing/2014/main" id="{361DAA00-838D-4E58-363B-2F0EABD30CFE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4906978" y="2236206"/>
                    <a:ext cx="1013988" cy="516047"/>
                  </a:xfrm>
                  <a:prstGeom prst="rect">
                    <a:avLst/>
                  </a:prstGeom>
                  <a:blipFill>
                    <a:blip r:embed="rId14"/>
                    <a:stretch>
                      <a:fillRect l="-4000" b="-9091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49" name="Rectangle 48">
                    <a:extLst>
                      <a:ext uri="{FF2B5EF4-FFF2-40B4-BE49-F238E27FC236}">
                        <a16:creationId xmlns:a16="http://schemas.microsoft.com/office/drawing/2014/main" id="{05D83557-6CFE-CA66-2643-334ED6DF55EC}"/>
                      </a:ext>
                    </a:extLst>
                  </p:cNvPr>
                  <p:cNvSpPr/>
                  <p:nvPr/>
                </p:nvSpPr>
                <p:spPr>
                  <a:xfrm>
                    <a:off x="5920966" y="2236206"/>
                    <a:ext cx="597529" cy="516047"/>
                  </a:xfrm>
                  <a:prstGeom prst="rect">
                    <a:avLst/>
                  </a:prstGeom>
                  <a:solidFill>
                    <a:schemeClr val="accent4"/>
                  </a:solidFill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oMath>
                      </m:oMathPara>
                    </a14:m>
                    <a:endParaRPr lang="en-US" dirty="0"/>
                  </a:p>
                </p:txBody>
              </p:sp>
            </mc:Choice>
            <mc:Fallback xmlns="">
              <p:sp>
                <p:nvSpPr>
                  <p:cNvPr id="49" name="Rectangle 48">
                    <a:extLst>
                      <a:ext uri="{FF2B5EF4-FFF2-40B4-BE49-F238E27FC236}">
                        <a16:creationId xmlns:a16="http://schemas.microsoft.com/office/drawing/2014/main" id="{05D83557-6CFE-CA66-2643-334ED6DF55EC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5920966" y="2236206"/>
                    <a:ext cx="597529" cy="516047"/>
                  </a:xfrm>
                  <a:prstGeom prst="rect">
                    <a:avLst/>
                  </a:prstGeom>
                  <a:blipFill>
                    <a:blip r:embed="rId15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grpSp>
          <p:nvGrpSpPr>
            <p:cNvPr id="18" name="Group 17">
              <a:extLst>
                <a:ext uri="{FF2B5EF4-FFF2-40B4-BE49-F238E27FC236}">
                  <a16:creationId xmlns:a16="http://schemas.microsoft.com/office/drawing/2014/main" id="{4C4223E0-D127-AFE2-AE44-B692C93D1F23}"/>
                </a:ext>
              </a:extLst>
            </p:cNvPr>
            <p:cNvGrpSpPr/>
            <p:nvPr/>
          </p:nvGrpSpPr>
          <p:grpSpPr>
            <a:xfrm>
              <a:off x="2367479" y="6151075"/>
              <a:ext cx="1611517" cy="516047"/>
              <a:chOff x="4906978" y="2236206"/>
              <a:chExt cx="1611517" cy="516047"/>
            </a:xfrm>
          </p:grpSpPr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46" name="Rectangle 45">
                    <a:extLst>
                      <a:ext uri="{FF2B5EF4-FFF2-40B4-BE49-F238E27FC236}">
                        <a16:creationId xmlns:a16="http://schemas.microsoft.com/office/drawing/2014/main" id="{B3ED0D18-EFBB-A4D5-5CDD-7AA2CD14EDC3}"/>
                      </a:ext>
                    </a:extLst>
                  </p:cNvPr>
                  <p:cNvSpPr/>
                  <p:nvPr/>
                </p:nvSpPr>
                <p:spPr>
                  <a:xfrm>
                    <a:off x="4906978" y="2236206"/>
                    <a:ext cx="1013988" cy="516047"/>
                  </a:xfrm>
                  <a:prstGeom prst="rect">
                    <a:avLst/>
                  </a:prstGeom>
                  <a:solidFill>
                    <a:schemeClr val="accent4"/>
                  </a:solidFill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𝑇</m:t>
                          </m:r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(1)</m:t>
                          </m:r>
                        </m:oMath>
                      </m:oMathPara>
                    </a14:m>
                    <a:endParaRPr lang="en-US" dirty="0">
                      <a:solidFill>
                        <a:schemeClr val="bg1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46" name="Rectangle 45">
                    <a:extLst>
                      <a:ext uri="{FF2B5EF4-FFF2-40B4-BE49-F238E27FC236}">
                        <a16:creationId xmlns:a16="http://schemas.microsoft.com/office/drawing/2014/main" id="{B3ED0D18-EFBB-A4D5-5CDD-7AA2CD14EDC3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4906978" y="2236206"/>
                    <a:ext cx="1013988" cy="516047"/>
                  </a:xfrm>
                  <a:prstGeom prst="rect">
                    <a:avLst/>
                  </a:prstGeom>
                  <a:blipFill>
                    <a:blip r:embed="rId16"/>
                    <a:stretch>
                      <a:fillRect l="-6000" b="-9091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47" name="Rectangle 46">
                    <a:extLst>
                      <a:ext uri="{FF2B5EF4-FFF2-40B4-BE49-F238E27FC236}">
                        <a16:creationId xmlns:a16="http://schemas.microsoft.com/office/drawing/2014/main" id="{F84070F7-68CA-16AA-7FE3-180C06ED774C}"/>
                      </a:ext>
                    </a:extLst>
                  </p:cNvPr>
                  <p:cNvSpPr/>
                  <p:nvPr/>
                </p:nvSpPr>
                <p:spPr>
                  <a:xfrm>
                    <a:off x="5920966" y="2236206"/>
                    <a:ext cx="597529" cy="516047"/>
                  </a:xfrm>
                  <a:prstGeom prst="rect">
                    <a:avLst/>
                  </a:prstGeom>
                  <a:solidFill>
                    <a:schemeClr val="accent4"/>
                  </a:solidFill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oMath>
                      </m:oMathPara>
                    </a14:m>
                    <a:endParaRPr lang="en-US" dirty="0"/>
                  </a:p>
                </p:txBody>
              </p:sp>
            </mc:Choice>
            <mc:Fallback xmlns="">
              <p:sp>
                <p:nvSpPr>
                  <p:cNvPr id="47" name="Rectangle 46">
                    <a:extLst>
                      <a:ext uri="{FF2B5EF4-FFF2-40B4-BE49-F238E27FC236}">
                        <a16:creationId xmlns:a16="http://schemas.microsoft.com/office/drawing/2014/main" id="{F84070F7-68CA-16AA-7FE3-180C06ED774C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5920966" y="2236206"/>
                    <a:ext cx="597529" cy="516047"/>
                  </a:xfrm>
                  <a:prstGeom prst="rect">
                    <a:avLst/>
                  </a:prstGeom>
                  <a:blipFill>
                    <a:blip r:embed="rId17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grpSp>
          <p:nvGrpSpPr>
            <p:cNvPr id="19" name="Group 18">
              <a:extLst>
                <a:ext uri="{FF2B5EF4-FFF2-40B4-BE49-F238E27FC236}">
                  <a16:creationId xmlns:a16="http://schemas.microsoft.com/office/drawing/2014/main" id="{4CECF29F-D471-3B71-F9EE-829B56DA3FD8}"/>
                </a:ext>
              </a:extLst>
            </p:cNvPr>
            <p:cNvGrpSpPr/>
            <p:nvPr/>
          </p:nvGrpSpPr>
          <p:grpSpPr>
            <a:xfrm>
              <a:off x="4395455" y="6151074"/>
              <a:ext cx="1611517" cy="516047"/>
              <a:chOff x="4906978" y="2236206"/>
              <a:chExt cx="1611517" cy="516047"/>
            </a:xfrm>
          </p:grpSpPr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44" name="Rectangle 43">
                    <a:extLst>
                      <a:ext uri="{FF2B5EF4-FFF2-40B4-BE49-F238E27FC236}">
                        <a16:creationId xmlns:a16="http://schemas.microsoft.com/office/drawing/2014/main" id="{9971AD12-36A5-6F53-596B-0BD7458093E9}"/>
                      </a:ext>
                    </a:extLst>
                  </p:cNvPr>
                  <p:cNvSpPr/>
                  <p:nvPr/>
                </p:nvSpPr>
                <p:spPr>
                  <a:xfrm>
                    <a:off x="4906978" y="2236206"/>
                    <a:ext cx="1013988" cy="516047"/>
                  </a:xfrm>
                  <a:prstGeom prst="rect">
                    <a:avLst/>
                  </a:prstGeom>
                  <a:solidFill>
                    <a:schemeClr val="accent4"/>
                  </a:solidFill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𝑇</m:t>
                          </m:r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(1)</m:t>
                          </m:r>
                        </m:oMath>
                      </m:oMathPara>
                    </a14:m>
                    <a:endParaRPr lang="en-US" dirty="0">
                      <a:solidFill>
                        <a:schemeClr val="bg1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44" name="Rectangle 43">
                    <a:extLst>
                      <a:ext uri="{FF2B5EF4-FFF2-40B4-BE49-F238E27FC236}">
                        <a16:creationId xmlns:a16="http://schemas.microsoft.com/office/drawing/2014/main" id="{9971AD12-36A5-6F53-596B-0BD7458093E9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4906978" y="2236206"/>
                    <a:ext cx="1013988" cy="516047"/>
                  </a:xfrm>
                  <a:prstGeom prst="rect">
                    <a:avLst/>
                  </a:prstGeom>
                  <a:blipFill>
                    <a:blip r:embed="rId18"/>
                    <a:stretch>
                      <a:fillRect l="-6000" b="-9091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45" name="Rectangle 44">
                    <a:extLst>
                      <a:ext uri="{FF2B5EF4-FFF2-40B4-BE49-F238E27FC236}">
                        <a16:creationId xmlns:a16="http://schemas.microsoft.com/office/drawing/2014/main" id="{CEE3D22B-1575-32C0-2630-D0B5B9C24834}"/>
                      </a:ext>
                    </a:extLst>
                  </p:cNvPr>
                  <p:cNvSpPr/>
                  <p:nvPr/>
                </p:nvSpPr>
                <p:spPr>
                  <a:xfrm>
                    <a:off x="5920966" y="2236206"/>
                    <a:ext cx="597529" cy="516047"/>
                  </a:xfrm>
                  <a:prstGeom prst="rect">
                    <a:avLst/>
                  </a:prstGeom>
                  <a:solidFill>
                    <a:schemeClr val="accent4"/>
                  </a:solidFill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oMath>
                      </m:oMathPara>
                    </a14:m>
                    <a:endParaRPr lang="en-US" dirty="0"/>
                  </a:p>
                </p:txBody>
              </p:sp>
            </mc:Choice>
            <mc:Fallback xmlns="">
              <p:sp>
                <p:nvSpPr>
                  <p:cNvPr id="45" name="Rectangle 44">
                    <a:extLst>
                      <a:ext uri="{FF2B5EF4-FFF2-40B4-BE49-F238E27FC236}">
                        <a16:creationId xmlns:a16="http://schemas.microsoft.com/office/drawing/2014/main" id="{CEE3D22B-1575-32C0-2630-D0B5B9C24834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5920966" y="2236206"/>
                    <a:ext cx="597529" cy="516047"/>
                  </a:xfrm>
                  <a:prstGeom prst="rect">
                    <a:avLst/>
                  </a:prstGeom>
                  <a:blipFill>
                    <a:blip r:embed="rId19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grpSp>
          <p:nvGrpSpPr>
            <p:cNvPr id="20" name="Group 19">
              <a:extLst>
                <a:ext uri="{FF2B5EF4-FFF2-40B4-BE49-F238E27FC236}">
                  <a16:creationId xmlns:a16="http://schemas.microsoft.com/office/drawing/2014/main" id="{0BE8CF02-52E9-92EB-E046-6350722135ED}"/>
                </a:ext>
              </a:extLst>
            </p:cNvPr>
            <p:cNvGrpSpPr/>
            <p:nvPr/>
          </p:nvGrpSpPr>
          <p:grpSpPr>
            <a:xfrm>
              <a:off x="9018762" y="6151073"/>
              <a:ext cx="1611517" cy="516047"/>
              <a:chOff x="4906978" y="2236206"/>
              <a:chExt cx="1611517" cy="516047"/>
            </a:xfrm>
          </p:grpSpPr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42" name="Rectangle 41">
                    <a:extLst>
                      <a:ext uri="{FF2B5EF4-FFF2-40B4-BE49-F238E27FC236}">
                        <a16:creationId xmlns:a16="http://schemas.microsoft.com/office/drawing/2014/main" id="{49864487-DD15-5691-1956-EF2FDAAF0D8B}"/>
                      </a:ext>
                    </a:extLst>
                  </p:cNvPr>
                  <p:cNvSpPr/>
                  <p:nvPr/>
                </p:nvSpPr>
                <p:spPr>
                  <a:xfrm>
                    <a:off x="4906978" y="2236206"/>
                    <a:ext cx="1013988" cy="516047"/>
                  </a:xfrm>
                  <a:prstGeom prst="rect">
                    <a:avLst/>
                  </a:prstGeom>
                  <a:solidFill>
                    <a:schemeClr val="accent4"/>
                  </a:solidFill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𝑇</m:t>
                          </m:r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(1)</m:t>
                          </m:r>
                        </m:oMath>
                      </m:oMathPara>
                    </a14:m>
                    <a:endParaRPr lang="en-US" dirty="0">
                      <a:solidFill>
                        <a:schemeClr val="bg1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42" name="Rectangle 41">
                    <a:extLst>
                      <a:ext uri="{FF2B5EF4-FFF2-40B4-BE49-F238E27FC236}">
                        <a16:creationId xmlns:a16="http://schemas.microsoft.com/office/drawing/2014/main" id="{49864487-DD15-5691-1956-EF2FDAAF0D8B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4906978" y="2236206"/>
                    <a:ext cx="1013988" cy="516047"/>
                  </a:xfrm>
                  <a:prstGeom prst="rect">
                    <a:avLst/>
                  </a:prstGeom>
                  <a:blipFill>
                    <a:blip r:embed="rId20"/>
                    <a:stretch>
                      <a:fillRect l="-6122" b="-9091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43" name="Rectangle 42">
                    <a:extLst>
                      <a:ext uri="{FF2B5EF4-FFF2-40B4-BE49-F238E27FC236}">
                        <a16:creationId xmlns:a16="http://schemas.microsoft.com/office/drawing/2014/main" id="{4FAE5F37-D27E-0D0D-7D49-0C4BBD608DAD}"/>
                      </a:ext>
                    </a:extLst>
                  </p:cNvPr>
                  <p:cNvSpPr/>
                  <p:nvPr/>
                </p:nvSpPr>
                <p:spPr>
                  <a:xfrm>
                    <a:off x="5920966" y="2236206"/>
                    <a:ext cx="597529" cy="516047"/>
                  </a:xfrm>
                  <a:prstGeom prst="rect">
                    <a:avLst/>
                  </a:prstGeom>
                  <a:solidFill>
                    <a:schemeClr val="accent4"/>
                  </a:solidFill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oMath>
                      </m:oMathPara>
                    </a14:m>
                    <a:endParaRPr lang="en-US" dirty="0"/>
                  </a:p>
                </p:txBody>
              </p:sp>
            </mc:Choice>
            <mc:Fallback xmlns="">
              <p:sp>
                <p:nvSpPr>
                  <p:cNvPr id="43" name="Rectangle 42">
                    <a:extLst>
                      <a:ext uri="{FF2B5EF4-FFF2-40B4-BE49-F238E27FC236}">
                        <a16:creationId xmlns:a16="http://schemas.microsoft.com/office/drawing/2014/main" id="{4FAE5F37-D27E-0D0D-7D49-0C4BBD608DAD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5920966" y="2236206"/>
                    <a:ext cx="597529" cy="516047"/>
                  </a:xfrm>
                  <a:prstGeom prst="rect">
                    <a:avLst/>
                  </a:prstGeom>
                  <a:blipFill>
                    <a:blip r:embed="rId21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cxnSp>
          <p:nvCxnSpPr>
            <p:cNvPr id="21" name="Straight Connector 20">
              <a:extLst>
                <a:ext uri="{FF2B5EF4-FFF2-40B4-BE49-F238E27FC236}">
                  <a16:creationId xmlns:a16="http://schemas.microsoft.com/office/drawing/2014/main" id="{D0C767D4-B9DF-ABEC-00CF-061AEC1D8938}"/>
                </a:ext>
              </a:extLst>
            </p:cNvPr>
            <p:cNvCxnSpPr>
              <a:stCxn id="62" idx="2"/>
              <a:endCxn id="58" idx="0"/>
            </p:cNvCxnSpPr>
            <p:nvPr/>
          </p:nvCxnSpPr>
          <p:spPr>
            <a:xfrm flipH="1">
              <a:off x="3381467" y="2693026"/>
              <a:ext cx="1836345" cy="477950"/>
            </a:xfrm>
            <a:prstGeom prst="line">
              <a:avLst/>
            </a:prstGeom>
            <a:solidFill>
              <a:schemeClr val="tx1">
                <a:lumMod val="85000"/>
              </a:schemeClr>
            </a:solidFill>
            <a:ln>
              <a:solidFill>
                <a:schemeClr val="tx1">
                  <a:lumMod val="8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Straight Connector 21">
              <a:extLst>
                <a:ext uri="{FF2B5EF4-FFF2-40B4-BE49-F238E27FC236}">
                  <a16:creationId xmlns:a16="http://schemas.microsoft.com/office/drawing/2014/main" id="{DE02BDCC-74E7-AC04-4583-23B64066931A}"/>
                </a:ext>
              </a:extLst>
            </p:cNvPr>
            <p:cNvCxnSpPr>
              <a:cxnSpLocks/>
              <a:stCxn id="62" idx="2"/>
              <a:endCxn id="60" idx="0"/>
            </p:cNvCxnSpPr>
            <p:nvPr/>
          </p:nvCxnSpPr>
          <p:spPr>
            <a:xfrm>
              <a:off x="5217812" y="2693026"/>
              <a:ext cx="1946079" cy="477950"/>
            </a:xfrm>
            <a:prstGeom prst="line">
              <a:avLst/>
            </a:prstGeom>
            <a:solidFill>
              <a:schemeClr val="tx1">
                <a:lumMod val="85000"/>
              </a:schemeClr>
            </a:solidFill>
            <a:ln>
              <a:solidFill>
                <a:schemeClr val="tx1">
                  <a:lumMod val="8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Straight Connector 22">
              <a:extLst>
                <a:ext uri="{FF2B5EF4-FFF2-40B4-BE49-F238E27FC236}">
                  <a16:creationId xmlns:a16="http://schemas.microsoft.com/office/drawing/2014/main" id="{498BCAEF-E0A9-F723-CFF4-D52AF2E42475}"/>
                </a:ext>
              </a:extLst>
            </p:cNvPr>
            <p:cNvCxnSpPr>
              <a:cxnSpLocks/>
              <a:stCxn id="58" idx="2"/>
              <a:endCxn id="56" idx="0"/>
            </p:cNvCxnSpPr>
            <p:nvPr/>
          </p:nvCxnSpPr>
          <p:spPr>
            <a:xfrm flipH="1">
              <a:off x="2068715" y="3687023"/>
              <a:ext cx="1312752" cy="738615"/>
            </a:xfrm>
            <a:prstGeom prst="line">
              <a:avLst/>
            </a:prstGeom>
            <a:solidFill>
              <a:schemeClr val="tx1">
                <a:lumMod val="85000"/>
              </a:schemeClr>
            </a:solidFill>
            <a:ln>
              <a:solidFill>
                <a:schemeClr val="tx1">
                  <a:lumMod val="8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Straight Connector 23">
              <a:extLst>
                <a:ext uri="{FF2B5EF4-FFF2-40B4-BE49-F238E27FC236}">
                  <a16:creationId xmlns:a16="http://schemas.microsoft.com/office/drawing/2014/main" id="{57889796-DC44-9332-C332-C78FC0823717}"/>
                </a:ext>
              </a:extLst>
            </p:cNvPr>
            <p:cNvCxnSpPr>
              <a:cxnSpLocks/>
              <a:stCxn id="58" idx="2"/>
              <a:endCxn id="54" idx="0"/>
            </p:cNvCxnSpPr>
            <p:nvPr/>
          </p:nvCxnSpPr>
          <p:spPr>
            <a:xfrm>
              <a:off x="3381467" y="3687023"/>
              <a:ext cx="1004519" cy="738612"/>
            </a:xfrm>
            <a:prstGeom prst="line">
              <a:avLst/>
            </a:prstGeom>
            <a:solidFill>
              <a:schemeClr val="tx1">
                <a:lumMod val="85000"/>
              </a:schemeClr>
            </a:solidFill>
            <a:ln>
              <a:solidFill>
                <a:schemeClr val="tx1">
                  <a:lumMod val="8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Connector 24">
              <a:extLst>
                <a:ext uri="{FF2B5EF4-FFF2-40B4-BE49-F238E27FC236}">
                  <a16:creationId xmlns:a16="http://schemas.microsoft.com/office/drawing/2014/main" id="{8398F669-5E8D-CACF-CFCE-9D9CFC610F7C}"/>
                </a:ext>
              </a:extLst>
            </p:cNvPr>
            <p:cNvCxnSpPr>
              <a:cxnSpLocks/>
              <a:stCxn id="60" idx="2"/>
              <a:endCxn id="52" idx="0"/>
            </p:cNvCxnSpPr>
            <p:nvPr/>
          </p:nvCxnSpPr>
          <p:spPr>
            <a:xfrm flipH="1">
              <a:off x="6610537" y="3687023"/>
              <a:ext cx="553354" cy="738612"/>
            </a:xfrm>
            <a:prstGeom prst="line">
              <a:avLst/>
            </a:prstGeom>
            <a:solidFill>
              <a:schemeClr val="tx1">
                <a:lumMod val="85000"/>
              </a:schemeClr>
            </a:solidFill>
            <a:ln>
              <a:solidFill>
                <a:schemeClr val="tx1">
                  <a:lumMod val="8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51C13F3F-3B8E-F28D-4406-1197C8D01FC3}"/>
                </a:ext>
              </a:extLst>
            </p:cNvPr>
            <p:cNvCxnSpPr>
              <a:cxnSpLocks/>
              <a:stCxn id="60" idx="2"/>
              <a:endCxn id="50" idx="0"/>
            </p:cNvCxnSpPr>
            <p:nvPr/>
          </p:nvCxnSpPr>
          <p:spPr>
            <a:xfrm>
              <a:off x="7163891" y="3687023"/>
              <a:ext cx="1598193" cy="738612"/>
            </a:xfrm>
            <a:prstGeom prst="line">
              <a:avLst/>
            </a:prstGeom>
            <a:solidFill>
              <a:schemeClr val="tx1">
                <a:lumMod val="85000"/>
              </a:schemeClr>
            </a:solidFill>
            <a:ln>
              <a:solidFill>
                <a:schemeClr val="tx1">
                  <a:lumMod val="8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A9D1C99C-29A4-2596-2E71-277BFC3CEFE2}"/>
                </a:ext>
              </a:extLst>
            </p:cNvPr>
            <p:cNvSpPr txBox="1"/>
            <p:nvPr/>
          </p:nvSpPr>
          <p:spPr>
            <a:xfrm>
              <a:off x="2640168" y="5412460"/>
              <a:ext cx="133882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……………</a:t>
              </a:r>
            </a:p>
          </p:txBody>
        </p:sp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91055418-285E-F91D-26E1-C9D2F65F4F84}"/>
                </a:ext>
              </a:extLst>
            </p:cNvPr>
            <p:cNvSpPr txBox="1"/>
            <p:nvPr/>
          </p:nvSpPr>
          <p:spPr>
            <a:xfrm>
              <a:off x="7293573" y="5369633"/>
              <a:ext cx="133882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……………</a:t>
              </a:r>
            </a:p>
          </p:txBody>
        </p:sp>
        <p:cxnSp>
          <p:nvCxnSpPr>
            <p:cNvPr id="29" name="Straight Connector 28">
              <a:extLst>
                <a:ext uri="{FF2B5EF4-FFF2-40B4-BE49-F238E27FC236}">
                  <a16:creationId xmlns:a16="http://schemas.microsoft.com/office/drawing/2014/main" id="{F922A24D-DE73-99D1-8E70-BF0C69DC6F45}"/>
                </a:ext>
              </a:extLst>
            </p:cNvPr>
            <p:cNvCxnSpPr>
              <a:cxnSpLocks/>
              <a:endCxn id="48" idx="0"/>
            </p:cNvCxnSpPr>
            <p:nvPr/>
          </p:nvCxnSpPr>
          <p:spPr>
            <a:xfrm flipH="1">
              <a:off x="947852" y="5884752"/>
              <a:ext cx="805758" cy="266324"/>
            </a:xfrm>
            <a:prstGeom prst="line">
              <a:avLst/>
            </a:prstGeom>
            <a:ln>
              <a:solidFill>
                <a:schemeClr val="tx1">
                  <a:lumMod val="8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Straight Connector 29">
              <a:extLst>
                <a:ext uri="{FF2B5EF4-FFF2-40B4-BE49-F238E27FC236}">
                  <a16:creationId xmlns:a16="http://schemas.microsoft.com/office/drawing/2014/main" id="{1FA1DB67-2488-9BEC-C1CF-B5FC6C4B10E0}"/>
                </a:ext>
              </a:extLst>
            </p:cNvPr>
            <p:cNvCxnSpPr>
              <a:cxnSpLocks/>
              <a:stCxn id="46" idx="0"/>
            </p:cNvCxnSpPr>
            <p:nvPr/>
          </p:nvCxnSpPr>
          <p:spPr>
            <a:xfrm flipH="1" flipV="1">
              <a:off x="2640168" y="5928507"/>
              <a:ext cx="234305" cy="222568"/>
            </a:xfrm>
            <a:prstGeom prst="line">
              <a:avLst/>
            </a:prstGeom>
            <a:ln>
              <a:solidFill>
                <a:schemeClr val="tx1">
                  <a:lumMod val="8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Straight Connector 30">
              <a:extLst>
                <a:ext uri="{FF2B5EF4-FFF2-40B4-BE49-F238E27FC236}">
                  <a16:creationId xmlns:a16="http://schemas.microsoft.com/office/drawing/2014/main" id="{5BBD427F-17DB-B558-E7E4-7406E464C7C2}"/>
                </a:ext>
              </a:extLst>
            </p:cNvPr>
            <p:cNvCxnSpPr>
              <a:cxnSpLocks/>
              <a:stCxn id="56" idx="2"/>
            </p:cNvCxnSpPr>
            <p:nvPr/>
          </p:nvCxnSpPr>
          <p:spPr>
            <a:xfrm flipH="1">
              <a:off x="1707164" y="4941685"/>
              <a:ext cx="361551" cy="266324"/>
            </a:xfrm>
            <a:prstGeom prst="line">
              <a:avLst/>
            </a:prstGeom>
            <a:ln>
              <a:solidFill>
                <a:schemeClr val="tx1">
                  <a:lumMod val="8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" name="Straight Connector 31">
              <a:extLst>
                <a:ext uri="{FF2B5EF4-FFF2-40B4-BE49-F238E27FC236}">
                  <a16:creationId xmlns:a16="http://schemas.microsoft.com/office/drawing/2014/main" id="{F62394F9-930D-8741-7E10-FC34C3A3321D}"/>
                </a:ext>
              </a:extLst>
            </p:cNvPr>
            <p:cNvCxnSpPr>
              <a:cxnSpLocks/>
              <a:stCxn id="56" idx="2"/>
            </p:cNvCxnSpPr>
            <p:nvPr/>
          </p:nvCxnSpPr>
          <p:spPr>
            <a:xfrm>
              <a:off x="2068715" y="4941685"/>
              <a:ext cx="298764" cy="262171"/>
            </a:xfrm>
            <a:prstGeom prst="line">
              <a:avLst/>
            </a:prstGeom>
            <a:ln>
              <a:solidFill>
                <a:schemeClr val="tx1">
                  <a:lumMod val="8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" name="Straight Connector 32">
              <a:extLst>
                <a:ext uri="{FF2B5EF4-FFF2-40B4-BE49-F238E27FC236}">
                  <a16:creationId xmlns:a16="http://schemas.microsoft.com/office/drawing/2014/main" id="{FE34A9B4-FC61-792E-DF74-E9795BED6A93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050796" y="4941682"/>
              <a:ext cx="361551" cy="266324"/>
            </a:xfrm>
            <a:prstGeom prst="line">
              <a:avLst/>
            </a:prstGeom>
            <a:ln>
              <a:solidFill>
                <a:schemeClr val="tx1">
                  <a:lumMod val="8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Connector 33">
              <a:extLst>
                <a:ext uri="{FF2B5EF4-FFF2-40B4-BE49-F238E27FC236}">
                  <a16:creationId xmlns:a16="http://schemas.microsoft.com/office/drawing/2014/main" id="{6255DA95-43F5-6481-384F-99B1705D1998}"/>
                </a:ext>
              </a:extLst>
            </p:cNvPr>
            <p:cNvCxnSpPr>
              <a:cxnSpLocks/>
            </p:cNvCxnSpPr>
            <p:nvPr/>
          </p:nvCxnSpPr>
          <p:spPr>
            <a:xfrm>
              <a:off x="4412347" y="4941682"/>
              <a:ext cx="298764" cy="262171"/>
            </a:xfrm>
            <a:prstGeom prst="line">
              <a:avLst/>
            </a:prstGeom>
            <a:ln>
              <a:solidFill>
                <a:schemeClr val="tx1">
                  <a:lumMod val="8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" name="Straight Connector 34">
              <a:extLst>
                <a:ext uri="{FF2B5EF4-FFF2-40B4-BE49-F238E27FC236}">
                  <a16:creationId xmlns:a16="http://schemas.microsoft.com/office/drawing/2014/main" id="{ACA2E7F2-B363-FC47-B7AF-4D644BED88A5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280379" y="4941682"/>
              <a:ext cx="361551" cy="266324"/>
            </a:xfrm>
            <a:prstGeom prst="line">
              <a:avLst/>
            </a:prstGeom>
            <a:ln>
              <a:solidFill>
                <a:schemeClr val="tx1">
                  <a:lumMod val="8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" name="Straight Connector 35">
              <a:extLst>
                <a:ext uri="{FF2B5EF4-FFF2-40B4-BE49-F238E27FC236}">
                  <a16:creationId xmlns:a16="http://schemas.microsoft.com/office/drawing/2014/main" id="{A4A754C1-450F-3F9C-F163-C427C1A804D5}"/>
                </a:ext>
              </a:extLst>
            </p:cNvPr>
            <p:cNvCxnSpPr>
              <a:cxnSpLocks/>
            </p:cNvCxnSpPr>
            <p:nvPr/>
          </p:nvCxnSpPr>
          <p:spPr>
            <a:xfrm>
              <a:off x="6641930" y="4941682"/>
              <a:ext cx="298764" cy="262171"/>
            </a:xfrm>
            <a:prstGeom prst="line">
              <a:avLst/>
            </a:prstGeom>
            <a:ln>
              <a:solidFill>
                <a:schemeClr val="tx1">
                  <a:lumMod val="8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" name="Straight Connector 36">
              <a:extLst>
                <a:ext uri="{FF2B5EF4-FFF2-40B4-BE49-F238E27FC236}">
                  <a16:creationId xmlns:a16="http://schemas.microsoft.com/office/drawing/2014/main" id="{C962A442-54CB-7500-C0FD-CB0BBE8C9879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8400533" y="4941682"/>
              <a:ext cx="361551" cy="266324"/>
            </a:xfrm>
            <a:prstGeom prst="line">
              <a:avLst/>
            </a:prstGeom>
            <a:ln>
              <a:solidFill>
                <a:schemeClr val="tx1">
                  <a:lumMod val="8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" name="Straight Connector 37">
              <a:extLst>
                <a:ext uri="{FF2B5EF4-FFF2-40B4-BE49-F238E27FC236}">
                  <a16:creationId xmlns:a16="http://schemas.microsoft.com/office/drawing/2014/main" id="{55D344F1-D9D1-9E50-CBFD-65C794B0536A}"/>
                </a:ext>
              </a:extLst>
            </p:cNvPr>
            <p:cNvCxnSpPr>
              <a:cxnSpLocks/>
            </p:cNvCxnSpPr>
            <p:nvPr/>
          </p:nvCxnSpPr>
          <p:spPr>
            <a:xfrm>
              <a:off x="8762084" y="4941682"/>
              <a:ext cx="298764" cy="262171"/>
            </a:xfrm>
            <a:prstGeom prst="line">
              <a:avLst/>
            </a:prstGeom>
            <a:ln>
              <a:solidFill>
                <a:schemeClr val="tx1">
                  <a:lumMod val="8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" name="Straight Connector 38">
              <a:extLst>
                <a:ext uri="{FF2B5EF4-FFF2-40B4-BE49-F238E27FC236}">
                  <a16:creationId xmlns:a16="http://schemas.microsoft.com/office/drawing/2014/main" id="{3B285A30-127F-0B0C-1165-EEB9D8622B19}"/>
                </a:ext>
              </a:extLst>
            </p:cNvPr>
            <p:cNvCxnSpPr>
              <a:cxnSpLocks/>
              <a:stCxn id="44" idx="0"/>
            </p:cNvCxnSpPr>
            <p:nvPr/>
          </p:nvCxnSpPr>
          <p:spPr>
            <a:xfrm flipV="1">
              <a:off x="4902449" y="5928507"/>
              <a:ext cx="315363" cy="222567"/>
            </a:xfrm>
            <a:prstGeom prst="line">
              <a:avLst/>
            </a:prstGeom>
            <a:ln>
              <a:solidFill>
                <a:schemeClr val="tx1">
                  <a:lumMod val="8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" name="Straight Connector 39">
              <a:extLst>
                <a:ext uri="{FF2B5EF4-FFF2-40B4-BE49-F238E27FC236}">
                  <a16:creationId xmlns:a16="http://schemas.microsoft.com/office/drawing/2014/main" id="{353C5F3F-4836-A4F5-2E10-A9724B222C91}"/>
                </a:ext>
              </a:extLst>
            </p:cNvPr>
            <p:cNvCxnSpPr>
              <a:cxnSpLocks/>
              <a:stCxn id="42" idx="0"/>
            </p:cNvCxnSpPr>
            <p:nvPr/>
          </p:nvCxnSpPr>
          <p:spPr>
            <a:xfrm flipH="1" flipV="1">
              <a:off x="9018762" y="5884752"/>
              <a:ext cx="506994" cy="266321"/>
            </a:xfrm>
            <a:prstGeom prst="line">
              <a:avLst/>
            </a:prstGeom>
            <a:ln>
              <a:solidFill>
                <a:schemeClr val="tx1">
                  <a:lumMod val="8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1" name="TextBox 40">
              <a:extLst>
                <a:ext uri="{FF2B5EF4-FFF2-40B4-BE49-F238E27FC236}">
                  <a16:creationId xmlns:a16="http://schemas.microsoft.com/office/drawing/2014/main" id="{9C4B37B9-F9BD-7A92-5892-1D958E0F6623}"/>
                </a:ext>
              </a:extLst>
            </p:cNvPr>
            <p:cNvSpPr txBox="1"/>
            <p:nvPr/>
          </p:nvSpPr>
          <p:spPr>
            <a:xfrm>
              <a:off x="6791312" y="6187287"/>
              <a:ext cx="133882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……………</a:t>
              </a:r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41985" name="Rectangle 3">
                <a:extLst>
                  <a:ext uri="{FF2B5EF4-FFF2-40B4-BE49-F238E27FC236}">
                    <a16:creationId xmlns:a16="http://schemas.microsoft.com/office/drawing/2014/main" id="{41B9A6AD-BAB4-8317-3B97-398EFDF6F01E}"/>
                  </a:ext>
                </a:extLst>
              </p:cNvPr>
              <p:cNvSpPr txBox="1">
                <a:spLocks noChangeArrowheads="1"/>
              </p:cNvSpPr>
              <p:nvPr>
                <p:custDataLst>
                  <p:tags r:id="rId6"/>
                </p:custDataLst>
              </p:nvPr>
            </p:nvSpPr>
            <p:spPr>
              <a:xfrm>
                <a:off x="7688792" y="3968850"/>
                <a:ext cx="3360207" cy="1938994"/>
              </a:xfrm>
              <a:prstGeom prst="rect">
                <a:avLst/>
              </a:prstGeom>
              <a:ln>
                <a:solidFill>
                  <a:schemeClr val="accent4"/>
                </a:solidFill>
              </a:ln>
            </p:spPr>
            <p:txBody>
              <a:bodyPr vert="horz" lIns="91440" tIns="45720" rIns="91440" bIns="45720" rtlCol="0">
                <a:normAutofit/>
              </a:bodyPr>
              <a:lstStyle>
                <a:lvl1pPr marL="228600" indent="-228600" algn="l" defTabSz="914400" rtl="0" eaLnBrk="1" latinLnBrk="0" hangingPunct="1">
                  <a:lnSpc>
                    <a:spcPct val="120000"/>
                  </a:lnSpc>
                  <a:spcBef>
                    <a:spcPts val="1000"/>
                  </a:spcBef>
                  <a:buSzPct val="125000"/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None/>
                </a:pPr>
                <a14:m>
                  <m:oMath xmlns:m="http://schemas.openxmlformats.org/officeDocument/2006/math">
                    <m:sSup>
                      <m:sSupPr>
                        <m:ctrlPr>
                          <a:rPr lang="en-US" b="0" i="1" smtClean="0">
                            <a:solidFill>
                              <a:schemeClr val="accent4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solidFill>
                              <a:schemeClr val="accent4"/>
                            </a:solidFill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  <m:sup>
                        <m:r>
                          <a:rPr lang="en-US" b="0" i="1" smtClean="0">
                            <a:solidFill>
                              <a:schemeClr val="accent4"/>
                            </a:solidFill>
                            <a:latin typeface="Cambria Math" panose="02040503050406030204" pitchFamily="18" charset="0"/>
                          </a:rPr>
                          <m:t>𝑘</m:t>
                        </m:r>
                      </m:sup>
                    </m:sSup>
                  </m:oMath>
                </a14:m>
                <a:r>
                  <a:rPr lang="en-US" dirty="0"/>
                  <a:t> is strictly worse, so it IS the runtime! The base cases dominate the runtime!</a:t>
                </a:r>
              </a:p>
            </p:txBody>
          </p:sp>
        </mc:Choice>
        <mc:Fallback xmlns="">
          <p:sp>
            <p:nvSpPr>
              <p:cNvPr id="41985" name="Rectangle 3">
                <a:extLst>
                  <a:ext uri="{FF2B5EF4-FFF2-40B4-BE49-F238E27FC236}">
                    <a16:creationId xmlns:a16="http://schemas.microsoft.com/office/drawing/2014/main" id="{41B9A6AD-BAB4-8317-3B97-398EFDF6F01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>
                <p:custDataLst>
                  <p:tags r:id="rId22"/>
                </p:custDataLst>
              </p:nvPr>
            </p:nvSpPr>
            <p:spPr>
              <a:xfrm>
                <a:off x="7688792" y="3968850"/>
                <a:ext cx="3360207" cy="1938994"/>
              </a:xfrm>
              <a:prstGeom prst="rect">
                <a:avLst/>
              </a:prstGeom>
              <a:blipFill>
                <a:blip r:embed="rId23"/>
                <a:stretch>
                  <a:fillRect l="-2247" t="-649" r="-4494" b="-1299"/>
                </a:stretch>
              </a:blipFill>
              <a:ln>
                <a:solidFill>
                  <a:schemeClr val="accent4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605988193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9C63398-4073-C624-1574-17112535555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986" name="Rectangle 2">
            <a:extLst>
              <a:ext uri="{FF2B5EF4-FFF2-40B4-BE49-F238E27FC236}">
                <a16:creationId xmlns:a16="http://schemas.microsoft.com/office/drawing/2014/main" id="{31700CAF-1F3B-B821-32C4-FB4FFB3892F0}"/>
              </a:ext>
            </a:extLst>
          </p:cNvPr>
          <p:cNvSpPr>
            <a:spLocks noGrp="1" noChangeArrowheads="1"/>
          </p:cNvSpPr>
          <p:nvPr>
            <p:ph type="title"/>
            <p:custDataLst>
              <p:tags r:id="rId1"/>
            </p:custDataLst>
          </p:nvPr>
        </p:nvSpPr>
        <p:spPr>
          <a:xfrm>
            <a:off x="1143001" y="75307"/>
            <a:ext cx="9905998" cy="651482"/>
          </a:xfrm>
        </p:spPr>
        <p:txBody>
          <a:bodyPr/>
          <a:lstStyle/>
          <a:p>
            <a:pPr algn="ctr"/>
            <a:r>
              <a:rPr lang="en-US" dirty="0"/>
              <a:t>The Master Theorem (from </a:t>
            </a:r>
            <a:r>
              <a:rPr lang="en-US" dirty="0" err="1"/>
              <a:t>Cormen</a:t>
            </a:r>
            <a:r>
              <a:rPr lang="en-US" dirty="0"/>
              <a:t>)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1987" name="Rectangle 3">
                <a:extLst>
                  <a:ext uri="{FF2B5EF4-FFF2-40B4-BE49-F238E27FC236}">
                    <a16:creationId xmlns:a16="http://schemas.microsoft.com/office/drawing/2014/main" id="{EBA3FA5A-2B91-9BD7-B23A-A800764DDFC3}"/>
                  </a:ext>
                </a:extLst>
              </p:cNvPr>
              <p:cNvSpPr>
                <a:spLocks noGrp="1" noChangeArrowheads="1"/>
              </p:cNvSpPr>
              <p:nvPr>
                <p:ph sz="quarter" idx="1"/>
                <p:custDataLst>
                  <p:tags r:id="rId2"/>
                </p:custDataLst>
              </p:nvPr>
            </p:nvSpPr>
            <p:spPr>
              <a:xfrm>
                <a:off x="1637169" y="1272522"/>
                <a:ext cx="9017251" cy="1823767"/>
              </a:xfrm>
              <a:solidFill>
                <a:schemeClr val="tx1">
                  <a:lumMod val="65000"/>
                </a:schemeClr>
              </a:solidFill>
              <a:ln>
                <a:solidFill>
                  <a:schemeClr val="bg1"/>
                </a:solidFill>
              </a:ln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dirty="0">
                    <a:solidFill>
                      <a:schemeClr val="bg1"/>
                    </a:solidFill>
                  </a:rPr>
                  <a:t>Consider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𝑇</m:t>
                    </m:r>
                    <m:d>
                      <m:dPr>
                        <m:ctrlPr>
                          <a:rPr lang="en-US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</m:d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𝑇</m:t>
                    </m:r>
                    <m:d>
                      <m:dPr>
                        <m:ctrlPr>
                          <a:rPr lang="en-US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f>
                          <m:fPr>
                            <m:ctrlPr>
                              <a:rPr lang="en-US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𝑛</m:t>
                            </m:r>
                          </m:num>
                          <m:den>
                            <m:r>
                              <a:rPr lang="en-US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𝑏</m:t>
                            </m:r>
                          </m:den>
                        </m:f>
                      </m:e>
                    </m:d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b="0" i="1" smtClean="0">
                        <a:solidFill>
                          <a:schemeClr val="accent3"/>
                        </a:solidFill>
                        <a:latin typeface="Cambria Math" panose="02040503050406030204" pitchFamily="18" charset="0"/>
                      </a:rPr>
                      <m:t>𝑓</m:t>
                    </m:r>
                    <m:r>
                      <a:rPr lang="en-US" b="0" i="1" smtClean="0">
                        <a:solidFill>
                          <a:schemeClr val="accent3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0" i="1" smtClean="0">
                        <a:solidFill>
                          <a:schemeClr val="accent3"/>
                        </a:solidFill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b="0" i="1" smtClean="0">
                        <a:solidFill>
                          <a:schemeClr val="accent3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>
                    <a:solidFill>
                      <a:schemeClr val="accent3"/>
                    </a:solidFill>
                  </a:rPr>
                  <a:t> </a:t>
                </a:r>
                <a:r>
                  <a:rPr lang="en-US" dirty="0">
                    <a:solidFill>
                      <a:schemeClr val="bg1"/>
                    </a:solidFill>
                  </a:rPr>
                  <a:t>		Let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accent4"/>
                        </a:solidFill>
                        <a:latin typeface="Cambria Math" panose="02040503050406030204" pitchFamily="18" charset="0"/>
                      </a:rPr>
                      <m:t>𝑘</m:t>
                    </m:r>
                    <m:r>
                      <a:rPr lang="en-US" b="0" i="1" smtClean="0">
                        <a:solidFill>
                          <a:schemeClr val="accent4"/>
                        </a:solidFill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b="0" i="1" smtClean="0">
                            <a:solidFill>
                              <a:schemeClr val="accent4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func>
                          <m:funcPr>
                            <m:ctrlPr>
                              <a:rPr lang="en-US" b="0" i="1" smtClean="0">
                                <a:solidFill>
                                  <a:schemeClr val="accent4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funcPr>
                          <m:fName>
                            <m:r>
                              <m:rPr>
                                <m:sty m:val="p"/>
                              </m:rPr>
                              <a:rPr lang="en-US" b="0" i="0" smtClean="0">
                                <a:solidFill>
                                  <a:schemeClr val="accent4"/>
                                </a:solidFill>
                                <a:latin typeface="Cambria Math" panose="02040503050406030204" pitchFamily="18" charset="0"/>
                              </a:rPr>
                              <m:t>lg</m:t>
                            </m:r>
                          </m:fName>
                          <m:e>
                            <m:r>
                              <a:rPr lang="en-US" b="0" i="1" smtClean="0">
                                <a:solidFill>
                                  <a:schemeClr val="accent4"/>
                                </a:solidFill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</m:func>
                      </m:num>
                      <m:den>
                        <m:func>
                          <m:funcPr>
                            <m:ctrlPr>
                              <a:rPr lang="en-US" b="0" i="1" smtClean="0">
                                <a:solidFill>
                                  <a:schemeClr val="accent4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funcPr>
                          <m:fName>
                            <m:r>
                              <m:rPr>
                                <m:sty m:val="p"/>
                              </m:rPr>
                              <a:rPr lang="en-US" b="0" i="0" smtClean="0">
                                <a:solidFill>
                                  <a:schemeClr val="accent4"/>
                                </a:solidFill>
                                <a:latin typeface="Cambria Math" panose="02040503050406030204" pitchFamily="18" charset="0"/>
                              </a:rPr>
                              <m:t>lg</m:t>
                            </m:r>
                          </m:fName>
                          <m:e>
                            <m:r>
                              <a:rPr lang="en-US" b="0" i="1" smtClean="0">
                                <a:solidFill>
                                  <a:schemeClr val="accent4"/>
                                </a:solidFill>
                                <a:latin typeface="Cambria Math" panose="02040503050406030204" pitchFamily="18" charset="0"/>
                              </a:rPr>
                              <m:t>𝑏</m:t>
                            </m:r>
                          </m:e>
                        </m:func>
                      </m:den>
                    </m:f>
                    <m:r>
                      <a:rPr lang="en-US" b="0" i="1" smtClean="0">
                        <a:solidFill>
                          <a:schemeClr val="accent4"/>
                        </a:solidFill>
                        <a:latin typeface="Cambria Math" panose="02040503050406030204" pitchFamily="18" charset="0"/>
                      </a:rPr>
                      <m:t>=</m:t>
                    </m:r>
                    <m:func>
                      <m:funcPr>
                        <m:ctrlPr>
                          <a:rPr lang="en-US" b="0" i="1" smtClean="0">
                            <a:solidFill>
                              <a:schemeClr val="accent4"/>
                            </a:solidFill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sSub>
                          <m:sSubPr>
                            <m:ctrlPr>
                              <a:rPr lang="en-US" b="0" i="1" smtClean="0">
                                <a:solidFill>
                                  <a:schemeClr val="accent4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b="0" i="0" smtClean="0">
                                <a:solidFill>
                                  <a:schemeClr val="accent4"/>
                                </a:solidFill>
                                <a:latin typeface="Cambria Math" panose="02040503050406030204" pitchFamily="18" charset="0"/>
                              </a:rPr>
                              <m:t>log</m:t>
                            </m:r>
                          </m:e>
                          <m:sub>
                            <m:r>
                              <a:rPr lang="en-US" b="0" i="1" smtClean="0">
                                <a:solidFill>
                                  <a:schemeClr val="accent4"/>
                                </a:solidFill>
                                <a:latin typeface="Cambria Math" panose="02040503050406030204" pitchFamily="18" charset="0"/>
                              </a:rPr>
                              <m:t>𝑏</m:t>
                            </m:r>
                          </m:sub>
                        </m:sSub>
                      </m:fName>
                      <m:e>
                        <m:r>
                          <a:rPr lang="en-US" b="0" i="1" smtClean="0">
                            <a:solidFill>
                              <a:schemeClr val="accent4"/>
                            </a:solidFill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</m:func>
                  </m:oMath>
                </a14:m>
                <a:endParaRPr lang="en-US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41987" name="Rectangle 3">
                <a:extLst>
                  <a:ext uri="{FF2B5EF4-FFF2-40B4-BE49-F238E27FC236}">
                    <a16:creationId xmlns:a16="http://schemas.microsoft.com/office/drawing/2014/main" id="{EBA3FA5A-2B91-9BD7-B23A-A800764DDFC3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"/>
                <p:custDataLst>
                  <p:tags r:id="rId8"/>
                </p:custDataLst>
              </p:nvPr>
            </p:nvSpPr>
            <p:spPr>
              <a:xfrm>
                <a:off x="1637169" y="1272522"/>
                <a:ext cx="9017251" cy="1823767"/>
              </a:xfrm>
              <a:blipFill>
                <a:blip r:embed="rId9"/>
                <a:stretch>
                  <a:fillRect l="-983"/>
                </a:stretch>
              </a:blipFill>
              <a:ln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" name="Rectangle 3">
            <a:extLst>
              <a:ext uri="{FF2B5EF4-FFF2-40B4-BE49-F238E27FC236}">
                <a16:creationId xmlns:a16="http://schemas.microsoft.com/office/drawing/2014/main" id="{1AD0AFD1-91E8-3C3A-50CB-8FF30CF04C5A}"/>
              </a:ext>
            </a:extLst>
          </p:cNvPr>
          <p:cNvSpPr txBox="1">
            <a:spLocks noChangeArrowheads="1"/>
          </p:cNvSpPr>
          <p:nvPr>
            <p:custDataLst>
              <p:tags r:id="rId3"/>
            </p:custDataLst>
          </p:nvPr>
        </p:nvSpPr>
        <p:spPr>
          <a:xfrm>
            <a:off x="1637169" y="794781"/>
            <a:ext cx="9017250" cy="5356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dirty="0"/>
              <a:t>The Master Theorem:</a:t>
            </a:r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09E681DA-D72E-9861-0071-C2D3866911CE}"/>
              </a:ext>
            </a:extLst>
          </p:cNvPr>
          <p:cNvGrpSpPr/>
          <p:nvPr/>
        </p:nvGrpSpPr>
        <p:grpSpPr>
          <a:xfrm>
            <a:off x="1233286" y="3252915"/>
            <a:ext cx="6027593" cy="3400235"/>
            <a:chOff x="440858" y="2176979"/>
            <a:chExt cx="10189421" cy="4490144"/>
          </a:xfrm>
        </p:grpSpPr>
        <p:grpSp>
          <p:nvGrpSpPr>
            <p:cNvPr id="10" name="Group 9">
              <a:extLst>
                <a:ext uri="{FF2B5EF4-FFF2-40B4-BE49-F238E27FC236}">
                  <a16:creationId xmlns:a16="http://schemas.microsoft.com/office/drawing/2014/main" id="{D5E67602-1930-FD48-AAB1-E5C58B56B78C}"/>
                </a:ext>
              </a:extLst>
            </p:cNvPr>
            <p:cNvGrpSpPr/>
            <p:nvPr/>
          </p:nvGrpSpPr>
          <p:grpSpPr>
            <a:xfrm>
              <a:off x="4710818" y="2176979"/>
              <a:ext cx="1899720" cy="516047"/>
              <a:chOff x="4906978" y="2236206"/>
              <a:chExt cx="1899720" cy="516047"/>
            </a:xfrm>
          </p:grpSpPr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62" name="Rectangle 61">
                    <a:extLst>
                      <a:ext uri="{FF2B5EF4-FFF2-40B4-BE49-F238E27FC236}">
                        <a16:creationId xmlns:a16="http://schemas.microsoft.com/office/drawing/2014/main" id="{5728654A-1991-2A10-58B2-73B910E8AB2B}"/>
                      </a:ext>
                    </a:extLst>
                  </p:cNvPr>
                  <p:cNvSpPr/>
                  <p:nvPr/>
                </p:nvSpPr>
                <p:spPr>
                  <a:xfrm>
                    <a:off x="4906978" y="2236206"/>
                    <a:ext cx="1013988" cy="516047"/>
                  </a:xfrm>
                  <a:prstGeom prst="rect">
                    <a:avLst/>
                  </a:prstGeom>
                  <a:solidFill>
                    <a:schemeClr val="accent3"/>
                  </a:solidFill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𝑇</m:t>
                          </m:r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)</m:t>
                          </m:r>
                        </m:oMath>
                      </m:oMathPara>
                    </a14:m>
                    <a:endParaRPr lang="en-US" dirty="0">
                      <a:solidFill>
                        <a:schemeClr val="bg1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62" name="Rectangle 61">
                    <a:extLst>
                      <a:ext uri="{FF2B5EF4-FFF2-40B4-BE49-F238E27FC236}">
                        <a16:creationId xmlns:a16="http://schemas.microsoft.com/office/drawing/2014/main" id="{5728654A-1991-2A10-58B2-73B910E8AB2B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4906978" y="2236206"/>
                    <a:ext cx="1013988" cy="516047"/>
                  </a:xfrm>
                  <a:prstGeom prst="rect">
                    <a:avLst/>
                  </a:prstGeom>
                  <a:blipFill>
                    <a:blip r:embed="rId10"/>
                    <a:stretch>
                      <a:fillRect l="-6000" b="-9091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63" name="Rectangle 62">
                    <a:extLst>
                      <a:ext uri="{FF2B5EF4-FFF2-40B4-BE49-F238E27FC236}">
                        <a16:creationId xmlns:a16="http://schemas.microsoft.com/office/drawing/2014/main" id="{EED8E18A-4EBE-D213-3446-01565E31E8D4}"/>
                      </a:ext>
                    </a:extLst>
                  </p:cNvPr>
                  <p:cNvSpPr/>
                  <p:nvPr/>
                </p:nvSpPr>
                <p:spPr>
                  <a:xfrm>
                    <a:off x="5920967" y="2236206"/>
                    <a:ext cx="885731" cy="516047"/>
                  </a:xfrm>
                  <a:prstGeom prst="rect">
                    <a:avLst/>
                  </a:prstGeom>
                  <a:solidFill>
                    <a:schemeClr val="accent3"/>
                  </a:solidFill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𝑓</m:t>
                          </m:r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)</m:t>
                          </m:r>
                        </m:oMath>
                      </m:oMathPara>
                    </a14:m>
                    <a:endParaRPr lang="en-US" dirty="0">
                      <a:solidFill>
                        <a:schemeClr val="bg1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63" name="Rectangle 62">
                    <a:extLst>
                      <a:ext uri="{FF2B5EF4-FFF2-40B4-BE49-F238E27FC236}">
                        <a16:creationId xmlns:a16="http://schemas.microsoft.com/office/drawing/2014/main" id="{EED8E18A-4EBE-D213-3446-01565E31E8D4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5920967" y="2236206"/>
                    <a:ext cx="885731" cy="516047"/>
                  </a:xfrm>
                  <a:prstGeom prst="rect">
                    <a:avLst/>
                  </a:prstGeom>
                  <a:blipFill>
                    <a:blip r:embed="rId11"/>
                    <a:stretch>
                      <a:fillRect l="-18182" r="-6818" b="-9091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grpSp>
          <p:nvGrpSpPr>
            <p:cNvPr id="11" name="Group 10">
              <a:extLst>
                <a:ext uri="{FF2B5EF4-FFF2-40B4-BE49-F238E27FC236}">
                  <a16:creationId xmlns:a16="http://schemas.microsoft.com/office/drawing/2014/main" id="{3FF6FE8E-D573-3D9E-738D-FB39541A4375}"/>
                </a:ext>
              </a:extLst>
            </p:cNvPr>
            <p:cNvGrpSpPr/>
            <p:nvPr/>
          </p:nvGrpSpPr>
          <p:grpSpPr>
            <a:xfrm>
              <a:off x="6656897" y="3170976"/>
              <a:ext cx="1611517" cy="516047"/>
              <a:chOff x="4906978" y="2236206"/>
              <a:chExt cx="1611517" cy="516047"/>
            </a:xfrm>
          </p:grpSpPr>
          <p:sp>
            <p:nvSpPr>
              <p:cNvPr id="60" name="Rectangle 59">
                <a:extLst>
                  <a:ext uri="{FF2B5EF4-FFF2-40B4-BE49-F238E27FC236}">
                    <a16:creationId xmlns:a16="http://schemas.microsoft.com/office/drawing/2014/main" id="{5C554656-46F4-7F1D-5302-2F34EA5E9BE9}"/>
                  </a:ext>
                </a:extLst>
              </p:cNvPr>
              <p:cNvSpPr/>
              <p:nvPr/>
            </p:nvSpPr>
            <p:spPr>
              <a:xfrm>
                <a:off x="4906978" y="2236206"/>
                <a:ext cx="1013988" cy="516047"/>
              </a:xfrm>
              <a:prstGeom prst="rect">
                <a:avLst/>
              </a:prstGeom>
              <a:solidFill>
                <a:schemeClr val="tx1">
                  <a:lumMod val="85000"/>
                </a:schemeClr>
              </a:solidFill>
              <a:ln>
                <a:solidFill>
                  <a:schemeClr val="tx1">
                    <a:lumMod val="8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>
                  <a:solidFill>
                    <a:schemeClr val="tx1">
                      <a:lumMod val="85000"/>
                    </a:schemeClr>
                  </a:solidFill>
                </a:endParaRPr>
              </a:p>
            </p:txBody>
          </p:sp>
          <p:sp>
            <p:nvSpPr>
              <p:cNvPr id="61" name="Rectangle 60">
                <a:extLst>
                  <a:ext uri="{FF2B5EF4-FFF2-40B4-BE49-F238E27FC236}">
                    <a16:creationId xmlns:a16="http://schemas.microsoft.com/office/drawing/2014/main" id="{AED1D365-3B5F-3EFF-92B6-341CA93FB416}"/>
                  </a:ext>
                </a:extLst>
              </p:cNvPr>
              <p:cNvSpPr/>
              <p:nvPr/>
            </p:nvSpPr>
            <p:spPr>
              <a:xfrm>
                <a:off x="5920966" y="2236206"/>
                <a:ext cx="597529" cy="516047"/>
              </a:xfrm>
              <a:prstGeom prst="rect">
                <a:avLst/>
              </a:prstGeom>
              <a:solidFill>
                <a:schemeClr val="tx1">
                  <a:lumMod val="85000"/>
                </a:schemeClr>
              </a:solidFill>
              <a:ln>
                <a:solidFill>
                  <a:schemeClr val="tx1">
                    <a:lumMod val="8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>
                  <a:solidFill>
                    <a:schemeClr val="tx1">
                      <a:lumMod val="85000"/>
                    </a:schemeClr>
                  </a:solidFill>
                </a:endParaRPr>
              </a:p>
            </p:txBody>
          </p:sp>
        </p:grpSp>
        <p:grpSp>
          <p:nvGrpSpPr>
            <p:cNvPr id="12" name="Group 11">
              <a:extLst>
                <a:ext uri="{FF2B5EF4-FFF2-40B4-BE49-F238E27FC236}">
                  <a16:creationId xmlns:a16="http://schemas.microsoft.com/office/drawing/2014/main" id="{FFC71C82-892F-3D23-321C-23DF22BB16F2}"/>
                </a:ext>
              </a:extLst>
            </p:cNvPr>
            <p:cNvGrpSpPr/>
            <p:nvPr/>
          </p:nvGrpSpPr>
          <p:grpSpPr>
            <a:xfrm>
              <a:off x="2874473" y="3170976"/>
              <a:ext cx="1611517" cy="516047"/>
              <a:chOff x="4906978" y="2236206"/>
              <a:chExt cx="1611517" cy="516047"/>
            </a:xfrm>
          </p:grpSpPr>
          <p:sp>
            <p:nvSpPr>
              <p:cNvPr id="58" name="Rectangle 57">
                <a:extLst>
                  <a:ext uri="{FF2B5EF4-FFF2-40B4-BE49-F238E27FC236}">
                    <a16:creationId xmlns:a16="http://schemas.microsoft.com/office/drawing/2014/main" id="{4B22AD4C-4A6C-01B0-96BE-76B0540244A9}"/>
                  </a:ext>
                </a:extLst>
              </p:cNvPr>
              <p:cNvSpPr/>
              <p:nvPr/>
            </p:nvSpPr>
            <p:spPr>
              <a:xfrm>
                <a:off x="4906978" y="2236206"/>
                <a:ext cx="1013988" cy="516047"/>
              </a:xfrm>
              <a:prstGeom prst="rect">
                <a:avLst/>
              </a:prstGeom>
              <a:solidFill>
                <a:schemeClr val="tx1">
                  <a:lumMod val="85000"/>
                </a:schemeClr>
              </a:solidFill>
              <a:ln>
                <a:solidFill>
                  <a:schemeClr val="tx1">
                    <a:lumMod val="8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>
                  <a:solidFill>
                    <a:schemeClr val="tx1">
                      <a:lumMod val="85000"/>
                    </a:schemeClr>
                  </a:solidFill>
                </a:endParaRPr>
              </a:p>
            </p:txBody>
          </p:sp>
          <p:sp>
            <p:nvSpPr>
              <p:cNvPr id="59" name="Rectangle 58">
                <a:extLst>
                  <a:ext uri="{FF2B5EF4-FFF2-40B4-BE49-F238E27FC236}">
                    <a16:creationId xmlns:a16="http://schemas.microsoft.com/office/drawing/2014/main" id="{3897F4F5-641E-91B5-9EB0-8362D21E63EF}"/>
                  </a:ext>
                </a:extLst>
              </p:cNvPr>
              <p:cNvSpPr/>
              <p:nvPr/>
            </p:nvSpPr>
            <p:spPr>
              <a:xfrm>
                <a:off x="5920966" y="2236206"/>
                <a:ext cx="597529" cy="516047"/>
              </a:xfrm>
              <a:prstGeom prst="rect">
                <a:avLst/>
              </a:prstGeom>
              <a:solidFill>
                <a:schemeClr val="tx1">
                  <a:lumMod val="85000"/>
                </a:schemeClr>
              </a:solidFill>
              <a:ln>
                <a:solidFill>
                  <a:schemeClr val="tx1">
                    <a:lumMod val="8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>
                  <a:solidFill>
                    <a:schemeClr val="tx1">
                      <a:lumMod val="85000"/>
                    </a:schemeClr>
                  </a:solidFill>
                </a:endParaRPr>
              </a:p>
            </p:txBody>
          </p:sp>
        </p:grpSp>
        <p:grpSp>
          <p:nvGrpSpPr>
            <p:cNvPr id="13" name="Group 12">
              <a:extLst>
                <a:ext uri="{FF2B5EF4-FFF2-40B4-BE49-F238E27FC236}">
                  <a16:creationId xmlns:a16="http://schemas.microsoft.com/office/drawing/2014/main" id="{58492A83-A7E7-7719-7067-458ED5A38462}"/>
                </a:ext>
              </a:extLst>
            </p:cNvPr>
            <p:cNvGrpSpPr/>
            <p:nvPr/>
          </p:nvGrpSpPr>
          <p:grpSpPr>
            <a:xfrm>
              <a:off x="1561721" y="4425638"/>
              <a:ext cx="1611517" cy="516047"/>
              <a:chOff x="4906978" y="2236206"/>
              <a:chExt cx="1611517" cy="516047"/>
            </a:xfrm>
          </p:grpSpPr>
          <p:sp>
            <p:nvSpPr>
              <p:cNvPr id="56" name="Rectangle 55">
                <a:extLst>
                  <a:ext uri="{FF2B5EF4-FFF2-40B4-BE49-F238E27FC236}">
                    <a16:creationId xmlns:a16="http://schemas.microsoft.com/office/drawing/2014/main" id="{CFDA5E70-7B4A-419A-F290-4B361FD083CB}"/>
                  </a:ext>
                </a:extLst>
              </p:cNvPr>
              <p:cNvSpPr/>
              <p:nvPr/>
            </p:nvSpPr>
            <p:spPr>
              <a:xfrm>
                <a:off x="4906978" y="2236206"/>
                <a:ext cx="1013988" cy="516047"/>
              </a:xfrm>
              <a:prstGeom prst="rect">
                <a:avLst/>
              </a:prstGeom>
              <a:solidFill>
                <a:schemeClr val="tx1">
                  <a:lumMod val="85000"/>
                </a:schemeClr>
              </a:solidFill>
              <a:ln>
                <a:solidFill>
                  <a:schemeClr val="tx1">
                    <a:lumMod val="8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>
                  <a:solidFill>
                    <a:schemeClr val="tx1">
                      <a:lumMod val="85000"/>
                    </a:schemeClr>
                  </a:solidFill>
                </a:endParaRPr>
              </a:p>
            </p:txBody>
          </p:sp>
          <p:sp>
            <p:nvSpPr>
              <p:cNvPr id="57" name="Rectangle 56">
                <a:extLst>
                  <a:ext uri="{FF2B5EF4-FFF2-40B4-BE49-F238E27FC236}">
                    <a16:creationId xmlns:a16="http://schemas.microsoft.com/office/drawing/2014/main" id="{25F6B8A3-A209-7382-8C43-31182F57CA60}"/>
                  </a:ext>
                </a:extLst>
              </p:cNvPr>
              <p:cNvSpPr/>
              <p:nvPr/>
            </p:nvSpPr>
            <p:spPr>
              <a:xfrm>
                <a:off x="5920966" y="2236206"/>
                <a:ext cx="597529" cy="516047"/>
              </a:xfrm>
              <a:prstGeom prst="rect">
                <a:avLst/>
              </a:prstGeom>
              <a:solidFill>
                <a:schemeClr val="tx1">
                  <a:lumMod val="85000"/>
                </a:schemeClr>
              </a:solidFill>
              <a:ln>
                <a:solidFill>
                  <a:schemeClr val="tx1">
                    <a:lumMod val="8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>
                  <a:solidFill>
                    <a:schemeClr val="tx1">
                      <a:lumMod val="85000"/>
                    </a:schemeClr>
                  </a:solidFill>
                </a:endParaRPr>
              </a:p>
            </p:txBody>
          </p:sp>
        </p:grpSp>
        <p:grpSp>
          <p:nvGrpSpPr>
            <p:cNvPr id="14" name="Group 13">
              <a:extLst>
                <a:ext uri="{FF2B5EF4-FFF2-40B4-BE49-F238E27FC236}">
                  <a16:creationId xmlns:a16="http://schemas.microsoft.com/office/drawing/2014/main" id="{06168A59-5391-F002-5B86-3F75F2E990E2}"/>
                </a:ext>
              </a:extLst>
            </p:cNvPr>
            <p:cNvGrpSpPr/>
            <p:nvPr/>
          </p:nvGrpSpPr>
          <p:grpSpPr>
            <a:xfrm>
              <a:off x="3878992" y="4425635"/>
              <a:ext cx="1611517" cy="516047"/>
              <a:chOff x="4906978" y="2236206"/>
              <a:chExt cx="1611517" cy="516047"/>
            </a:xfrm>
          </p:grpSpPr>
          <p:sp>
            <p:nvSpPr>
              <p:cNvPr id="54" name="Rectangle 53">
                <a:extLst>
                  <a:ext uri="{FF2B5EF4-FFF2-40B4-BE49-F238E27FC236}">
                    <a16:creationId xmlns:a16="http://schemas.microsoft.com/office/drawing/2014/main" id="{16BFFB9C-2C38-7F18-61D3-097411083899}"/>
                  </a:ext>
                </a:extLst>
              </p:cNvPr>
              <p:cNvSpPr/>
              <p:nvPr/>
            </p:nvSpPr>
            <p:spPr>
              <a:xfrm>
                <a:off x="4906978" y="2236206"/>
                <a:ext cx="1013988" cy="516047"/>
              </a:xfrm>
              <a:prstGeom prst="rect">
                <a:avLst/>
              </a:prstGeom>
              <a:solidFill>
                <a:schemeClr val="tx1">
                  <a:lumMod val="85000"/>
                </a:schemeClr>
              </a:solidFill>
              <a:ln>
                <a:solidFill>
                  <a:schemeClr val="tx1">
                    <a:lumMod val="8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>
                  <a:solidFill>
                    <a:schemeClr val="tx1">
                      <a:lumMod val="85000"/>
                    </a:schemeClr>
                  </a:solidFill>
                </a:endParaRPr>
              </a:p>
            </p:txBody>
          </p:sp>
          <p:sp>
            <p:nvSpPr>
              <p:cNvPr id="55" name="Rectangle 54">
                <a:extLst>
                  <a:ext uri="{FF2B5EF4-FFF2-40B4-BE49-F238E27FC236}">
                    <a16:creationId xmlns:a16="http://schemas.microsoft.com/office/drawing/2014/main" id="{DB082173-7D5E-2878-2014-2E8065BE890C}"/>
                  </a:ext>
                </a:extLst>
              </p:cNvPr>
              <p:cNvSpPr/>
              <p:nvPr/>
            </p:nvSpPr>
            <p:spPr>
              <a:xfrm>
                <a:off x="5920966" y="2236206"/>
                <a:ext cx="597529" cy="516047"/>
              </a:xfrm>
              <a:prstGeom prst="rect">
                <a:avLst/>
              </a:prstGeom>
              <a:solidFill>
                <a:schemeClr val="tx1">
                  <a:lumMod val="85000"/>
                </a:schemeClr>
              </a:solidFill>
              <a:ln>
                <a:solidFill>
                  <a:schemeClr val="tx1">
                    <a:lumMod val="8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>
                  <a:solidFill>
                    <a:schemeClr val="tx1">
                      <a:lumMod val="85000"/>
                    </a:schemeClr>
                  </a:solidFill>
                </a:endParaRPr>
              </a:p>
            </p:txBody>
          </p:sp>
        </p:grpSp>
        <p:grpSp>
          <p:nvGrpSpPr>
            <p:cNvPr id="15" name="Group 14">
              <a:extLst>
                <a:ext uri="{FF2B5EF4-FFF2-40B4-BE49-F238E27FC236}">
                  <a16:creationId xmlns:a16="http://schemas.microsoft.com/office/drawing/2014/main" id="{7E23009D-5DA1-05DD-8EFB-67C66E521505}"/>
                </a:ext>
              </a:extLst>
            </p:cNvPr>
            <p:cNvGrpSpPr/>
            <p:nvPr/>
          </p:nvGrpSpPr>
          <p:grpSpPr>
            <a:xfrm>
              <a:off x="6103543" y="4425635"/>
              <a:ext cx="1611517" cy="516047"/>
              <a:chOff x="4906978" y="2236206"/>
              <a:chExt cx="1611517" cy="516047"/>
            </a:xfrm>
          </p:grpSpPr>
          <p:sp>
            <p:nvSpPr>
              <p:cNvPr id="52" name="Rectangle 51">
                <a:extLst>
                  <a:ext uri="{FF2B5EF4-FFF2-40B4-BE49-F238E27FC236}">
                    <a16:creationId xmlns:a16="http://schemas.microsoft.com/office/drawing/2014/main" id="{BAE7E607-70DC-8254-A20C-AC795061B79C}"/>
                  </a:ext>
                </a:extLst>
              </p:cNvPr>
              <p:cNvSpPr/>
              <p:nvPr/>
            </p:nvSpPr>
            <p:spPr>
              <a:xfrm>
                <a:off x="4906978" y="2236206"/>
                <a:ext cx="1013988" cy="516047"/>
              </a:xfrm>
              <a:prstGeom prst="rect">
                <a:avLst/>
              </a:prstGeom>
              <a:solidFill>
                <a:schemeClr val="tx1">
                  <a:lumMod val="85000"/>
                </a:schemeClr>
              </a:solidFill>
              <a:ln>
                <a:solidFill>
                  <a:schemeClr val="tx1">
                    <a:lumMod val="8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>
                  <a:solidFill>
                    <a:schemeClr val="tx1">
                      <a:lumMod val="85000"/>
                    </a:schemeClr>
                  </a:solidFill>
                </a:endParaRPr>
              </a:p>
            </p:txBody>
          </p:sp>
          <p:sp>
            <p:nvSpPr>
              <p:cNvPr id="53" name="Rectangle 52">
                <a:extLst>
                  <a:ext uri="{FF2B5EF4-FFF2-40B4-BE49-F238E27FC236}">
                    <a16:creationId xmlns:a16="http://schemas.microsoft.com/office/drawing/2014/main" id="{2B509017-6CC6-5491-431F-C8872B147858}"/>
                  </a:ext>
                </a:extLst>
              </p:cNvPr>
              <p:cNvSpPr/>
              <p:nvPr/>
            </p:nvSpPr>
            <p:spPr>
              <a:xfrm>
                <a:off x="5920966" y="2236206"/>
                <a:ext cx="597529" cy="516047"/>
              </a:xfrm>
              <a:prstGeom prst="rect">
                <a:avLst/>
              </a:prstGeom>
              <a:solidFill>
                <a:schemeClr val="tx1">
                  <a:lumMod val="85000"/>
                </a:schemeClr>
              </a:solidFill>
              <a:ln>
                <a:solidFill>
                  <a:schemeClr val="tx1">
                    <a:lumMod val="8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>
                  <a:solidFill>
                    <a:schemeClr val="tx1">
                      <a:lumMod val="85000"/>
                    </a:schemeClr>
                  </a:solidFill>
                </a:endParaRPr>
              </a:p>
            </p:txBody>
          </p:sp>
        </p:grpSp>
        <p:grpSp>
          <p:nvGrpSpPr>
            <p:cNvPr id="16" name="Group 15">
              <a:extLst>
                <a:ext uri="{FF2B5EF4-FFF2-40B4-BE49-F238E27FC236}">
                  <a16:creationId xmlns:a16="http://schemas.microsoft.com/office/drawing/2014/main" id="{5A453C85-06BF-6BF1-E845-57DA473F047D}"/>
                </a:ext>
              </a:extLst>
            </p:cNvPr>
            <p:cNvGrpSpPr/>
            <p:nvPr/>
          </p:nvGrpSpPr>
          <p:grpSpPr>
            <a:xfrm>
              <a:off x="8255090" y="4425635"/>
              <a:ext cx="1611517" cy="516047"/>
              <a:chOff x="4906978" y="2236206"/>
              <a:chExt cx="1611517" cy="516047"/>
            </a:xfrm>
          </p:grpSpPr>
          <p:sp>
            <p:nvSpPr>
              <p:cNvPr id="50" name="Rectangle 49">
                <a:extLst>
                  <a:ext uri="{FF2B5EF4-FFF2-40B4-BE49-F238E27FC236}">
                    <a16:creationId xmlns:a16="http://schemas.microsoft.com/office/drawing/2014/main" id="{326C903D-D547-7B6D-410D-C0337A8548E8}"/>
                  </a:ext>
                </a:extLst>
              </p:cNvPr>
              <p:cNvSpPr/>
              <p:nvPr/>
            </p:nvSpPr>
            <p:spPr>
              <a:xfrm>
                <a:off x="4906978" y="2236206"/>
                <a:ext cx="1013988" cy="516047"/>
              </a:xfrm>
              <a:prstGeom prst="rect">
                <a:avLst/>
              </a:prstGeom>
              <a:solidFill>
                <a:schemeClr val="tx1">
                  <a:lumMod val="85000"/>
                </a:schemeClr>
              </a:solidFill>
              <a:ln>
                <a:solidFill>
                  <a:schemeClr val="tx1">
                    <a:lumMod val="8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>
                  <a:solidFill>
                    <a:schemeClr val="tx1">
                      <a:lumMod val="85000"/>
                    </a:schemeClr>
                  </a:solidFill>
                </a:endParaRPr>
              </a:p>
            </p:txBody>
          </p:sp>
          <p:sp>
            <p:nvSpPr>
              <p:cNvPr id="51" name="Rectangle 50">
                <a:extLst>
                  <a:ext uri="{FF2B5EF4-FFF2-40B4-BE49-F238E27FC236}">
                    <a16:creationId xmlns:a16="http://schemas.microsoft.com/office/drawing/2014/main" id="{DBFF297B-B057-DE8A-12B1-F52D2D636C55}"/>
                  </a:ext>
                </a:extLst>
              </p:cNvPr>
              <p:cNvSpPr/>
              <p:nvPr/>
            </p:nvSpPr>
            <p:spPr>
              <a:xfrm>
                <a:off x="5920966" y="2236206"/>
                <a:ext cx="597529" cy="516047"/>
              </a:xfrm>
              <a:prstGeom prst="rect">
                <a:avLst/>
              </a:prstGeom>
              <a:solidFill>
                <a:schemeClr val="tx1">
                  <a:lumMod val="85000"/>
                </a:schemeClr>
              </a:solidFill>
              <a:ln>
                <a:solidFill>
                  <a:schemeClr val="tx1">
                    <a:lumMod val="8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>
                  <a:solidFill>
                    <a:schemeClr val="tx1">
                      <a:lumMod val="85000"/>
                    </a:schemeClr>
                  </a:solidFill>
                </a:endParaRPr>
              </a:p>
            </p:txBody>
          </p:sp>
        </p:grpSp>
        <p:grpSp>
          <p:nvGrpSpPr>
            <p:cNvPr id="17" name="Group 16">
              <a:extLst>
                <a:ext uri="{FF2B5EF4-FFF2-40B4-BE49-F238E27FC236}">
                  <a16:creationId xmlns:a16="http://schemas.microsoft.com/office/drawing/2014/main" id="{116DB9F3-C47B-2823-A853-0B50A161E9F5}"/>
                </a:ext>
              </a:extLst>
            </p:cNvPr>
            <p:cNvGrpSpPr/>
            <p:nvPr/>
          </p:nvGrpSpPr>
          <p:grpSpPr>
            <a:xfrm>
              <a:off x="440858" y="6151076"/>
              <a:ext cx="1611517" cy="516047"/>
              <a:chOff x="4906978" y="2236206"/>
              <a:chExt cx="1611517" cy="516047"/>
            </a:xfrm>
          </p:grpSpPr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48" name="Rectangle 47">
                    <a:extLst>
                      <a:ext uri="{FF2B5EF4-FFF2-40B4-BE49-F238E27FC236}">
                        <a16:creationId xmlns:a16="http://schemas.microsoft.com/office/drawing/2014/main" id="{A7F21F50-EBA0-A142-D692-D250146E45F2}"/>
                      </a:ext>
                    </a:extLst>
                  </p:cNvPr>
                  <p:cNvSpPr/>
                  <p:nvPr/>
                </p:nvSpPr>
                <p:spPr>
                  <a:xfrm>
                    <a:off x="4906978" y="2236206"/>
                    <a:ext cx="1013988" cy="516047"/>
                  </a:xfrm>
                  <a:prstGeom prst="rect">
                    <a:avLst/>
                  </a:prstGeom>
                  <a:solidFill>
                    <a:schemeClr val="accent4"/>
                  </a:solidFill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𝑇</m:t>
                          </m:r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(1)</m:t>
                          </m:r>
                        </m:oMath>
                      </m:oMathPara>
                    </a14:m>
                    <a:endParaRPr lang="en-US" dirty="0">
                      <a:solidFill>
                        <a:schemeClr val="bg1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48" name="Rectangle 47">
                    <a:extLst>
                      <a:ext uri="{FF2B5EF4-FFF2-40B4-BE49-F238E27FC236}">
                        <a16:creationId xmlns:a16="http://schemas.microsoft.com/office/drawing/2014/main" id="{A7F21F50-EBA0-A142-D692-D250146E45F2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4906978" y="2236206"/>
                    <a:ext cx="1013988" cy="516047"/>
                  </a:xfrm>
                  <a:prstGeom prst="rect">
                    <a:avLst/>
                  </a:prstGeom>
                  <a:blipFill>
                    <a:blip r:embed="rId12"/>
                    <a:stretch>
                      <a:fillRect l="-4000" b="-9091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49" name="Rectangle 48">
                    <a:extLst>
                      <a:ext uri="{FF2B5EF4-FFF2-40B4-BE49-F238E27FC236}">
                        <a16:creationId xmlns:a16="http://schemas.microsoft.com/office/drawing/2014/main" id="{FB47E67C-86BE-D51B-FA53-8E2C30E22C90}"/>
                      </a:ext>
                    </a:extLst>
                  </p:cNvPr>
                  <p:cNvSpPr/>
                  <p:nvPr/>
                </p:nvSpPr>
                <p:spPr>
                  <a:xfrm>
                    <a:off x="5920966" y="2236206"/>
                    <a:ext cx="597529" cy="516047"/>
                  </a:xfrm>
                  <a:prstGeom prst="rect">
                    <a:avLst/>
                  </a:prstGeom>
                  <a:solidFill>
                    <a:schemeClr val="accent4"/>
                  </a:solidFill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oMath>
                      </m:oMathPara>
                    </a14:m>
                    <a:endParaRPr lang="en-US" dirty="0"/>
                  </a:p>
                </p:txBody>
              </p:sp>
            </mc:Choice>
            <mc:Fallback xmlns="">
              <p:sp>
                <p:nvSpPr>
                  <p:cNvPr id="49" name="Rectangle 48">
                    <a:extLst>
                      <a:ext uri="{FF2B5EF4-FFF2-40B4-BE49-F238E27FC236}">
                        <a16:creationId xmlns:a16="http://schemas.microsoft.com/office/drawing/2014/main" id="{FB47E67C-86BE-D51B-FA53-8E2C30E22C90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5920966" y="2236206"/>
                    <a:ext cx="597529" cy="516047"/>
                  </a:xfrm>
                  <a:prstGeom prst="rect">
                    <a:avLst/>
                  </a:prstGeom>
                  <a:blipFill>
                    <a:blip r:embed="rId13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grpSp>
          <p:nvGrpSpPr>
            <p:cNvPr id="18" name="Group 17">
              <a:extLst>
                <a:ext uri="{FF2B5EF4-FFF2-40B4-BE49-F238E27FC236}">
                  <a16:creationId xmlns:a16="http://schemas.microsoft.com/office/drawing/2014/main" id="{DA0A5B2F-89F8-6A72-1173-A3968CDBDEED}"/>
                </a:ext>
              </a:extLst>
            </p:cNvPr>
            <p:cNvGrpSpPr/>
            <p:nvPr/>
          </p:nvGrpSpPr>
          <p:grpSpPr>
            <a:xfrm>
              <a:off x="2367479" y="6151075"/>
              <a:ext cx="1611517" cy="516047"/>
              <a:chOff x="4906978" y="2236206"/>
              <a:chExt cx="1611517" cy="516047"/>
            </a:xfrm>
          </p:grpSpPr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46" name="Rectangle 45">
                    <a:extLst>
                      <a:ext uri="{FF2B5EF4-FFF2-40B4-BE49-F238E27FC236}">
                        <a16:creationId xmlns:a16="http://schemas.microsoft.com/office/drawing/2014/main" id="{B86B3C54-9EB5-5905-1193-FA57BB589D29}"/>
                      </a:ext>
                    </a:extLst>
                  </p:cNvPr>
                  <p:cNvSpPr/>
                  <p:nvPr/>
                </p:nvSpPr>
                <p:spPr>
                  <a:xfrm>
                    <a:off x="4906978" y="2236206"/>
                    <a:ext cx="1013988" cy="516047"/>
                  </a:xfrm>
                  <a:prstGeom prst="rect">
                    <a:avLst/>
                  </a:prstGeom>
                  <a:solidFill>
                    <a:schemeClr val="accent4"/>
                  </a:solidFill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𝑇</m:t>
                          </m:r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(1)</m:t>
                          </m:r>
                        </m:oMath>
                      </m:oMathPara>
                    </a14:m>
                    <a:endParaRPr lang="en-US" dirty="0">
                      <a:solidFill>
                        <a:schemeClr val="bg1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46" name="Rectangle 45">
                    <a:extLst>
                      <a:ext uri="{FF2B5EF4-FFF2-40B4-BE49-F238E27FC236}">
                        <a16:creationId xmlns:a16="http://schemas.microsoft.com/office/drawing/2014/main" id="{B86B3C54-9EB5-5905-1193-FA57BB589D29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4906978" y="2236206"/>
                    <a:ext cx="1013988" cy="516047"/>
                  </a:xfrm>
                  <a:prstGeom prst="rect">
                    <a:avLst/>
                  </a:prstGeom>
                  <a:blipFill>
                    <a:blip r:embed="rId14"/>
                    <a:stretch>
                      <a:fillRect l="-6000" b="-9091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47" name="Rectangle 46">
                    <a:extLst>
                      <a:ext uri="{FF2B5EF4-FFF2-40B4-BE49-F238E27FC236}">
                        <a16:creationId xmlns:a16="http://schemas.microsoft.com/office/drawing/2014/main" id="{820D7423-847A-4294-865A-B82C6AC0852B}"/>
                      </a:ext>
                    </a:extLst>
                  </p:cNvPr>
                  <p:cNvSpPr/>
                  <p:nvPr/>
                </p:nvSpPr>
                <p:spPr>
                  <a:xfrm>
                    <a:off x="5920966" y="2236206"/>
                    <a:ext cx="597529" cy="516047"/>
                  </a:xfrm>
                  <a:prstGeom prst="rect">
                    <a:avLst/>
                  </a:prstGeom>
                  <a:solidFill>
                    <a:schemeClr val="accent4"/>
                  </a:solidFill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oMath>
                      </m:oMathPara>
                    </a14:m>
                    <a:endParaRPr lang="en-US" dirty="0"/>
                  </a:p>
                </p:txBody>
              </p:sp>
            </mc:Choice>
            <mc:Fallback xmlns="">
              <p:sp>
                <p:nvSpPr>
                  <p:cNvPr id="47" name="Rectangle 46">
                    <a:extLst>
                      <a:ext uri="{FF2B5EF4-FFF2-40B4-BE49-F238E27FC236}">
                        <a16:creationId xmlns:a16="http://schemas.microsoft.com/office/drawing/2014/main" id="{820D7423-847A-4294-865A-B82C6AC0852B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5920966" y="2236206"/>
                    <a:ext cx="597529" cy="516047"/>
                  </a:xfrm>
                  <a:prstGeom prst="rect">
                    <a:avLst/>
                  </a:prstGeom>
                  <a:blipFill>
                    <a:blip r:embed="rId15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grpSp>
          <p:nvGrpSpPr>
            <p:cNvPr id="19" name="Group 18">
              <a:extLst>
                <a:ext uri="{FF2B5EF4-FFF2-40B4-BE49-F238E27FC236}">
                  <a16:creationId xmlns:a16="http://schemas.microsoft.com/office/drawing/2014/main" id="{6ADF3AD4-35BC-4D7B-5189-CC94371936AF}"/>
                </a:ext>
              </a:extLst>
            </p:cNvPr>
            <p:cNvGrpSpPr/>
            <p:nvPr/>
          </p:nvGrpSpPr>
          <p:grpSpPr>
            <a:xfrm>
              <a:off x="4395455" y="6151074"/>
              <a:ext cx="1611517" cy="516047"/>
              <a:chOff x="4906978" y="2236206"/>
              <a:chExt cx="1611517" cy="516047"/>
            </a:xfrm>
          </p:grpSpPr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44" name="Rectangle 43">
                    <a:extLst>
                      <a:ext uri="{FF2B5EF4-FFF2-40B4-BE49-F238E27FC236}">
                        <a16:creationId xmlns:a16="http://schemas.microsoft.com/office/drawing/2014/main" id="{0C2983D3-DEEB-8457-C09A-C970BD6B54E3}"/>
                      </a:ext>
                    </a:extLst>
                  </p:cNvPr>
                  <p:cNvSpPr/>
                  <p:nvPr/>
                </p:nvSpPr>
                <p:spPr>
                  <a:xfrm>
                    <a:off x="4906978" y="2236206"/>
                    <a:ext cx="1013988" cy="516047"/>
                  </a:xfrm>
                  <a:prstGeom prst="rect">
                    <a:avLst/>
                  </a:prstGeom>
                  <a:solidFill>
                    <a:schemeClr val="accent4"/>
                  </a:solidFill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𝑇</m:t>
                          </m:r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(1)</m:t>
                          </m:r>
                        </m:oMath>
                      </m:oMathPara>
                    </a14:m>
                    <a:endParaRPr lang="en-US" dirty="0">
                      <a:solidFill>
                        <a:schemeClr val="bg1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44" name="Rectangle 43">
                    <a:extLst>
                      <a:ext uri="{FF2B5EF4-FFF2-40B4-BE49-F238E27FC236}">
                        <a16:creationId xmlns:a16="http://schemas.microsoft.com/office/drawing/2014/main" id="{0C2983D3-DEEB-8457-C09A-C970BD6B54E3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4906978" y="2236206"/>
                    <a:ext cx="1013988" cy="516047"/>
                  </a:xfrm>
                  <a:prstGeom prst="rect">
                    <a:avLst/>
                  </a:prstGeom>
                  <a:blipFill>
                    <a:blip r:embed="rId16"/>
                    <a:stretch>
                      <a:fillRect l="-6000" b="-9091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45" name="Rectangle 44">
                    <a:extLst>
                      <a:ext uri="{FF2B5EF4-FFF2-40B4-BE49-F238E27FC236}">
                        <a16:creationId xmlns:a16="http://schemas.microsoft.com/office/drawing/2014/main" id="{FD2EDDA7-2F4B-464D-37A5-1F611C4DA1FE}"/>
                      </a:ext>
                    </a:extLst>
                  </p:cNvPr>
                  <p:cNvSpPr/>
                  <p:nvPr/>
                </p:nvSpPr>
                <p:spPr>
                  <a:xfrm>
                    <a:off x="5920966" y="2236206"/>
                    <a:ext cx="597529" cy="516047"/>
                  </a:xfrm>
                  <a:prstGeom prst="rect">
                    <a:avLst/>
                  </a:prstGeom>
                  <a:solidFill>
                    <a:schemeClr val="accent4"/>
                  </a:solidFill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oMath>
                      </m:oMathPara>
                    </a14:m>
                    <a:endParaRPr lang="en-US" dirty="0"/>
                  </a:p>
                </p:txBody>
              </p:sp>
            </mc:Choice>
            <mc:Fallback xmlns="">
              <p:sp>
                <p:nvSpPr>
                  <p:cNvPr id="45" name="Rectangle 44">
                    <a:extLst>
                      <a:ext uri="{FF2B5EF4-FFF2-40B4-BE49-F238E27FC236}">
                        <a16:creationId xmlns:a16="http://schemas.microsoft.com/office/drawing/2014/main" id="{FD2EDDA7-2F4B-464D-37A5-1F611C4DA1FE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5920966" y="2236206"/>
                    <a:ext cx="597529" cy="516047"/>
                  </a:xfrm>
                  <a:prstGeom prst="rect">
                    <a:avLst/>
                  </a:prstGeom>
                  <a:blipFill>
                    <a:blip r:embed="rId17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grpSp>
          <p:nvGrpSpPr>
            <p:cNvPr id="20" name="Group 19">
              <a:extLst>
                <a:ext uri="{FF2B5EF4-FFF2-40B4-BE49-F238E27FC236}">
                  <a16:creationId xmlns:a16="http://schemas.microsoft.com/office/drawing/2014/main" id="{6DF8DDEB-0CD7-FAE2-4C7F-FBAB9378BF16}"/>
                </a:ext>
              </a:extLst>
            </p:cNvPr>
            <p:cNvGrpSpPr/>
            <p:nvPr/>
          </p:nvGrpSpPr>
          <p:grpSpPr>
            <a:xfrm>
              <a:off x="9018762" y="6151073"/>
              <a:ext cx="1611517" cy="516047"/>
              <a:chOff x="4906978" y="2236206"/>
              <a:chExt cx="1611517" cy="516047"/>
            </a:xfrm>
          </p:grpSpPr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42" name="Rectangle 41">
                    <a:extLst>
                      <a:ext uri="{FF2B5EF4-FFF2-40B4-BE49-F238E27FC236}">
                        <a16:creationId xmlns:a16="http://schemas.microsoft.com/office/drawing/2014/main" id="{01394952-5706-95D7-DF2A-0AD4CD2CE4D2}"/>
                      </a:ext>
                    </a:extLst>
                  </p:cNvPr>
                  <p:cNvSpPr/>
                  <p:nvPr/>
                </p:nvSpPr>
                <p:spPr>
                  <a:xfrm>
                    <a:off x="4906978" y="2236206"/>
                    <a:ext cx="1013988" cy="516047"/>
                  </a:xfrm>
                  <a:prstGeom prst="rect">
                    <a:avLst/>
                  </a:prstGeom>
                  <a:solidFill>
                    <a:schemeClr val="accent4"/>
                  </a:solidFill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𝑇</m:t>
                          </m:r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(1)</m:t>
                          </m:r>
                        </m:oMath>
                      </m:oMathPara>
                    </a14:m>
                    <a:endParaRPr lang="en-US" dirty="0">
                      <a:solidFill>
                        <a:schemeClr val="bg1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42" name="Rectangle 41">
                    <a:extLst>
                      <a:ext uri="{FF2B5EF4-FFF2-40B4-BE49-F238E27FC236}">
                        <a16:creationId xmlns:a16="http://schemas.microsoft.com/office/drawing/2014/main" id="{01394952-5706-95D7-DF2A-0AD4CD2CE4D2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4906978" y="2236206"/>
                    <a:ext cx="1013988" cy="516047"/>
                  </a:xfrm>
                  <a:prstGeom prst="rect">
                    <a:avLst/>
                  </a:prstGeom>
                  <a:blipFill>
                    <a:blip r:embed="rId18"/>
                    <a:stretch>
                      <a:fillRect l="-6122" b="-9091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43" name="Rectangle 42">
                    <a:extLst>
                      <a:ext uri="{FF2B5EF4-FFF2-40B4-BE49-F238E27FC236}">
                        <a16:creationId xmlns:a16="http://schemas.microsoft.com/office/drawing/2014/main" id="{55828942-492C-7AC2-0153-6D16ECD6123C}"/>
                      </a:ext>
                    </a:extLst>
                  </p:cNvPr>
                  <p:cNvSpPr/>
                  <p:nvPr/>
                </p:nvSpPr>
                <p:spPr>
                  <a:xfrm>
                    <a:off x="5920966" y="2236206"/>
                    <a:ext cx="597529" cy="516047"/>
                  </a:xfrm>
                  <a:prstGeom prst="rect">
                    <a:avLst/>
                  </a:prstGeom>
                  <a:solidFill>
                    <a:schemeClr val="accent4"/>
                  </a:solidFill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oMath>
                      </m:oMathPara>
                    </a14:m>
                    <a:endParaRPr lang="en-US" dirty="0"/>
                  </a:p>
                </p:txBody>
              </p:sp>
            </mc:Choice>
            <mc:Fallback xmlns="">
              <p:sp>
                <p:nvSpPr>
                  <p:cNvPr id="43" name="Rectangle 42">
                    <a:extLst>
                      <a:ext uri="{FF2B5EF4-FFF2-40B4-BE49-F238E27FC236}">
                        <a16:creationId xmlns:a16="http://schemas.microsoft.com/office/drawing/2014/main" id="{55828942-492C-7AC2-0153-6D16ECD6123C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5920966" y="2236206"/>
                    <a:ext cx="597529" cy="516047"/>
                  </a:xfrm>
                  <a:prstGeom prst="rect">
                    <a:avLst/>
                  </a:prstGeom>
                  <a:blipFill>
                    <a:blip r:embed="rId19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cxnSp>
          <p:nvCxnSpPr>
            <p:cNvPr id="21" name="Straight Connector 20">
              <a:extLst>
                <a:ext uri="{FF2B5EF4-FFF2-40B4-BE49-F238E27FC236}">
                  <a16:creationId xmlns:a16="http://schemas.microsoft.com/office/drawing/2014/main" id="{144D4A49-E086-FAA7-C5EE-F4A925674477}"/>
                </a:ext>
              </a:extLst>
            </p:cNvPr>
            <p:cNvCxnSpPr>
              <a:stCxn id="62" idx="2"/>
              <a:endCxn id="58" idx="0"/>
            </p:cNvCxnSpPr>
            <p:nvPr/>
          </p:nvCxnSpPr>
          <p:spPr>
            <a:xfrm flipH="1">
              <a:off x="3381467" y="2693026"/>
              <a:ext cx="1836345" cy="477950"/>
            </a:xfrm>
            <a:prstGeom prst="line">
              <a:avLst/>
            </a:prstGeom>
            <a:solidFill>
              <a:schemeClr val="tx1">
                <a:lumMod val="85000"/>
              </a:schemeClr>
            </a:solidFill>
            <a:ln>
              <a:solidFill>
                <a:schemeClr val="tx1">
                  <a:lumMod val="8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Straight Connector 21">
              <a:extLst>
                <a:ext uri="{FF2B5EF4-FFF2-40B4-BE49-F238E27FC236}">
                  <a16:creationId xmlns:a16="http://schemas.microsoft.com/office/drawing/2014/main" id="{FFEE16A7-1009-9F01-1871-014A3399D643}"/>
                </a:ext>
              </a:extLst>
            </p:cNvPr>
            <p:cNvCxnSpPr>
              <a:cxnSpLocks/>
              <a:stCxn id="62" idx="2"/>
              <a:endCxn id="60" idx="0"/>
            </p:cNvCxnSpPr>
            <p:nvPr/>
          </p:nvCxnSpPr>
          <p:spPr>
            <a:xfrm>
              <a:off x="5217812" y="2693026"/>
              <a:ext cx="1946079" cy="477950"/>
            </a:xfrm>
            <a:prstGeom prst="line">
              <a:avLst/>
            </a:prstGeom>
            <a:solidFill>
              <a:schemeClr val="tx1">
                <a:lumMod val="85000"/>
              </a:schemeClr>
            </a:solidFill>
            <a:ln>
              <a:solidFill>
                <a:schemeClr val="tx1">
                  <a:lumMod val="8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Straight Connector 22">
              <a:extLst>
                <a:ext uri="{FF2B5EF4-FFF2-40B4-BE49-F238E27FC236}">
                  <a16:creationId xmlns:a16="http://schemas.microsoft.com/office/drawing/2014/main" id="{38528B6A-BD19-3B16-36AC-9A25CFFA9AF2}"/>
                </a:ext>
              </a:extLst>
            </p:cNvPr>
            <p:cNvCxnSpPr>
              <a:cxnSpLocks/>
              <a:stCxn id="58" idx="2"/>
              <a:endCxn id="56" idx="0"/>
            </p:cNvCxnSpPr>
            <p:nvPr/>
          </p:nvCxnSpPr>
          <p:spPr>
            <a:xfrm flipH="1">
              <a:off x="2068715" y="3687023"/>
              <a:ext cx="1312752" cy="738615"/>
            </a:xfrm>
            <a:prstGeom prst="line">
              <a:avLst/>
            </a:prstGeom>
            <a:solidFill>
              <a:schemeClr val="tx1">
                <a:lumMod val="85000"/>
              </a:schemeClr>
            </a:solidFill>
            <a:ln>
              <a:solidFill>
                <a:schemeClr val="tx1">
                  <a:lumMod val="8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Straight Connector 23">
              <a:extLst>
                <a:ext uri="{FF2B5EF4-FFF2-40B4-BE49-F238E27FC236}">
                  <a16:creationId xmlns:a16="http://schemas.microsoft.com/office/drawing/2014/main" id="{6EDCAA09-0845-3743-B833-7695F53584B3}"/>
                </a:ext>
              </a:extLst>
            </p:cNvPr>
            <p:cNvCxnSpPr>
              <a:cxnSpLocks/>
              <a:stCxn id="58" idx="2"/>
              <a:endCxn id="54" idx="0"/>
            </p:cNvCxnSpPr>
            <p:nvPr/>
          </p:nvCxnSpPr>
          <p:spPr>
            <a:xfrm>
              <a:off x="3381467" y="3687023"/>
              <a:ext cx="1004519" cy="738612"/>
            </a:xfrm>
            <a:prstGeom prst="line">
              <a:avLst/>
            </a:prstGeom>
            <a:solidFill>
              <a:schemeClr val="tx1">
                <a:lumMod val="85000"/>
              </a:schemeClr>
            </a:solidFill>
            <a:ln>
              <a:solidFill>
                <a:schemeClr val="tx1">
                  <a:lumMod val="8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Connector 24">
              <a:extLst>
                <a:ext uri="{FF2B5EF4-FFF2-40B4-BE49-F238E27FC236}">
                  <a16:creationId xmlns:a16="http://schemas.microsoft.com/office/drawing/2014/main" id="{6129C49D-6DA6-00B1-C952-7D39F1C9FE92}"/>
                </a:ext>
              </a:extLst>
            </p:cNvPr>
            <p:cNvCxnSpPr>
              <a:cxnSpLocks/>
              <a:stCxn id="60" idx="2"/>
              <a:endCxn id="52" idx="0"/>
            </p:cNvCxnSpPr>
            <p:nvPr/>
          </p:nvCxnSpPr>
          <p:spPr>
            <a:xfrm flipH="1">
              <a:off x="6610537" y="3687023"/>
              <a:ext cx="553354" cy="738612"/>
            </a:xfrm>
            <a:prstGeom prst="line">
              <a:avLst/>
            </a:prstGeom>
            <a:solidFill>
              <a:schemeClr val="tx1">
                <a:lumMod val="85000"/>
              </a:schemeClr>
            </a:solidFill>
            <a:ln>
              <a:solidFill>
                <a:schemeClr val="tx1">
                  <a:lumMod val="8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DB11FFD8-089E-1C76-5642-A0A20747930F}"/>
                </a:ext>
              </a:extLst>
            </p:cNvPr>
            <p:cNvCxnSpPr>
              <a:cxnSpLocks/>
              <a:stCxn id="60" idx="2"/>
              <a:endCxn id="50" idx="0"/>
            </p:cNvCxnSpPr>
            <p:nvPr/>
          </p:nvCxnSpPr>
          <p:spPr>
            <a:xfrm>
              <a:off x="7163891" y="3687023"/>
              <a:ext cx="1598193" cy="738612"/>
            </a:xfrm>
            <a:prstGeom prst="line">
              <a:avLst/>
            </a:prstGeom>
            <a:solidFill>
              <a:schemeClr val="tx1">
                <a:lumMod val="85000"/>
              </a:schemeClr>
            </a:solidFill>
            <a:ln>
              <a:solidFill>
                <a:schemeClr val="tx1">
                  <a:lumMod val="8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B4DAF70A-7A38-A75B-104C-BB118000DDEC}"/>
                </a:ext>
              </a:extLst>
            </p:cNvPr>
            <p:cNvSpPr txBox="1"/>
            <p:nvPr/>
          </p:nvSpPr>
          <p:spPr>
            <a:xfrm>
              <a:off x="2640168" y="5412460"/>
              <a:ext cx="133882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……………</a:t>
              </a:r>
            </a:p>
          </p:txBody>
        </p:sp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CAC650CC-285E-7E0D-CA75-20F265516D94}"/>
                </a:ext>
              </a:extLst>
            </p:cNvPr>
            <p:cNvSpPr txBox="1"/>
            <p:nvPr/>
          </p:nvSpPr>
          <p:spPr>
            <a:xfrm>
              <a:off x="7293573" y="5369633"/>
              <a:ext cx="133882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……………</a:t>
              </a:r>
            </a:p>
          </p:txBody>
        </p:sp>
        <p:cxnSp>
          <p:nvCxnSpPr>
            <p:cNvPr id="29" name="Straight Connector 28">
              <a:extLst>
                <a:ext uri="{FF2B5EF4-FFF2-40B4-BE49-F238E27FC236}">
                  <a16:creationId xmlns:a16="http://schemas.microsoft.com/office/drawing/2014/main" id="{815F211F-4586-F8C5-5BB3-C83EC3A9B5FB}"/>
                </a:ext>
              </a:extLst>
            </p:cNvPr>
            <p:cNvCxnSpPr>
              <a:cxnSpLocks/>
              <a:endCxn id="48" idx="0"/>
            </p:cNvCxnSpPr>
            <p:nvPr/>
          </p:nvCxnSpPr>
          <p:spPr>
            <a:xfrm flipH="1">
              <a:off x="947852" y="5884752"/>
              <a:ext cx="805758" cy="266324"/>
            </a:xfrm>
            <a:prstGeom prst="line">
              <a:avLst/>
            </a:prstGeom>
            <a:ln>
              <a:solidFill>
                <a:schemeClr val="tx1">
                  <a:lumMod val="8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Straight Connector 29">
              <a:extLst>
                <a:ext uri="{FF2B5EF4-FFF2-40B4-BE49-F238E27FC236}">
                  <a16:creationId xmlns:a16="http://schemas.microsoft.com/office/drawing/2014/main" id="{E2CC64E9-9454-0F2E-5877-D2B92E56C7CE}"/>
                </a:ext>
              </a:extLst>
            </p:cNvPr>
            <p:cNvCxnSpPr>
              <a:cxnSpLocks/>
              <a:stCxn id="46" idx="0"/>
            </p:cNvCxnSpPr>
            <p:nvPr/>
          </p:nvCxnSpPr>
          <p:spPr>
            <a:xfrm flipH="1" flipV="1">
              <a:off x="2640168" y="5928507"/>
              <a:ext cx="234305" cy="222568"/>
            </a:xfrm>
            <a:prstGeom prst="line">
              <a:avLst/>
            </a:prstGeom>
            <a:ln>
              <a:solidFill>
                <a:schemeClr val="tx1">
                  <a:lumMod val="8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Straight Connector 30">
              <a:extLst>
                <a:ext uri="{FF2B5EF4-FFF2-40B4-BE49-F238E27FC236}">
                  <a16:creationId xmlns:a16="http://schemas.microsoft.com/office/drawing/2014/main" id="{A2C92FEB-09C9-27BB-C08F-1EB23848E9B5}"/>
                </a:ext>
              </a:extLst>
            </p:cNvPr>
            <p:cNvCxnSpPr>
              <a:cxnSpLocks/>
              <a:stCxn id="56" idx="2"/>
            </p:cNvCxnSpPr>
            <p:nvPr/>
          </p:nvCxnSpPr>
          <p:spPr>
            <a:xfrm flipH="1">
              <a:off x="1707164" y="4941685"/>
              <a:ext cx="361551" cy="266324"/>
            </a:xfrm>
            <a:prstGeom prst="line">
              <a:avLst/>
            </a:prstGeom>
            <a:ln>
              <a:solidFill>
                <a:schemeClr val="tx1">
                  <a:lumMod val="8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" name="Straight Connector 31">
              <a:extLst>
                <a:ext uri="{FF2B5EF4-FFF2-40B4-BE49-F238E27FC236}">
                  <a16:creationId xmlns:a16="http://schemas.microsoft.com/office/drawing/2014/main" id="{5ED6C25B-B142-287D-1B02-5E0CDC1C5E8E}"/>
                </a:ext>
              </a:extLst>
            </p:cNvPr>
            <p:cNvCxnSpPr>
              <a:cxnSpLocks/>
              <a:stCxn id="56" idx="2"/>
            </p:cNvCxnSpPr>
            <p:nvPr/>
          </p:nvCxnSpPr>
          <p:spPr>
            <a:xfrm>
              <a:off x="2068715" y="4941685"/>
              <a:ext cx="298764" cy="262171"/>
            </a:xfrm>
            <a:prstGeom prst="line">
              <a:avLst/>
            </a:prstGeom>
            <a:ln>
              <a:solidFill>
                <a:schemeClr val="tx1">
                  <a:lumMod val="8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" name="Straight Connector 32">
              <a:extLst>
                <a:ext uri="{FF2B5EF4-FFF2-40B4-BE49-F238E27FC236}">
                  <a16:creationId xmlns:a16="http://schemas.microsoft.com/office/drawing/2014/main" id="{D6F2487F-4449-53C0-5EB1-F8CB5158B50B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050796" y="4941682"/>
              <a:ext cx="361551" cy="266324"/>
            </a:xfrm>
            <a:prstGeom prst="line">
              <a:avLst/>
            </a:prstGeom>
            <a:ln>
              <a:solidFill>
                <a:schemeClr val="tx1">
                  <a:lumMod val="8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Connector 33">
              <a:extLst>
                <a:ext uri="{FF2B5EF4-FFF2-40B4-BE49-F238E27FC236}">
                  <a16:creationId xmlns:a16="http://schemas.microsoft.com/office/drawing/2014/main" id="{0A1353CF-93A3-842B-8033-C3B850E154BB}"/>
                </a:ext>
              </a:extLst>
            </p:cNvPr>
            <p:cNvCxnSpPr>
              <a:cxnSpLocks/>
            </p:cNvCxnSpPr>
            <p:nvPr/>
          </p:nvCxnSpPr>
          <p:spPr>
            <a:xfrm>
              <a:off x="4412347" y="4941682"/>
              <a:ext cx="298764" cy="262171"/>
            </a:xfrm>
            <a:prstGeom prst="line">
              <a:avLst/>
            </a:prstGeom>
            <a:ln>
              <a:solidFill>
                <a:schemeClr val="tx1">
                  <a:lumMod val="8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" name="Straight Connector 34">
              <a:extLst>
                <a:ext uri="{FF2B5EF4-FFF2-40B4-BE49-F238E27FC236}">
                  <a16:creationId xmlns:a16="http://schemas.microsoft.com/office/drawing/2014/main" id="{6146DB28-DC90-4CCC-54DA-6673025030A9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280379" y="4941682"/>
              <a:ext cx="361551" cy="266324"/>
            </a:xfrm>
            <a:prstGeom prst="line">
              <a:avLst/>
            </a:prstGeom>
            <a:ln>
              <a:solidFill>
                <a:schemeClr val="tx1">
                  <a:lumMod val="8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" name="Straight Connector 35">
              <a:extLst>
                <a:ext uri="{FF2B5EF4-FFF2-40B4-BE49-F238E27FC236}">
                  <a16:creationId xmlns:a16="http://schemas.microsoft.com/office/drawing/2014/main" id="{1849F807-3709-F08F-B089-9F682EEF6894}"/>
                </a:ext>
              </a:extLst>
            </p:cNvPr>
            <p:cNvCxnSpPr>
              <a:cxnSpLocks/>
            </p:cNvCxnSpPr>
            <p:nvPr/>
          </p:nvCxnSpPr>
          <p:spPr>
            <a:xfrm>
              <a:off x="6641930" y="4941682"/>
              <a:ext cx="298764" cy="262171"/>
            </a:xfrm>
            <a:prstGeom prst="line">
              <a:avLst/>
            </a:prstGeom>
            <a:ln>
              <a:solidFill>
                <a:schemeClr val="tx1">
                  <a:lumMod val="8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" name="Straight Connector 36">
              <a:extLst>
                <a:ext uri="{FF2B5EF4-FFF2-40B4-BE49-F238E27FC236}">
                  <a16:creationId xmlns:a16="http://schemas.microsoft.com/office/drawing/2014/main" id="{525AA6AB-C3FA-E660-4479-373A77D57BBC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8400533" y="4941682"/>
              <a:ext cx="361551" cy="266324"/>
            </a:xfrm>
            <a:prstGeom prst="line">
              <a:avLst/>
            </a:prstGeom>
            <a:ln>
              <a:solidFill>
                <a:schemeClr val="tx1">
                  <a:lumMod val="8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" name="Straight Connector 37">
              <a:extLst>
                <a:ext uri="{FF2B5EF4-FFF2-40B4-BE49-F238E27FC236}">
                  <a16:creationId xmlns:a16="http://schemas.microsoft.com/office/drawing/2014/main" id="{8F22A5D6-F073-E1BA-68C4-D40A680C5135}"/>
                </a:ext>
              </a:extLst>
            </p:cNvPr>
            <p:cNvCxnSpPr>
              <a:cxnSpLocks/>
            </p:cNvCxnSpPr>
            <p:nvPr/>
          </p:nvCxnSpPr>
          <p:spPr>
            <a:xfrm>
              <a:off x="8762084" y="4941682"/>
              <a:ext cx="298764" cy="262171"/>
            </a:xfrm>
            <a:prstGeom prst="line">
              <a:avLst/>
            </a:prstGeom>
            <a:ln>
              <a:solidFill>
                <a:schemeClr val="tx1">
                  <a:lumMod val="8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" name="Straight Connector 38">
              <a:extLst>
                <a:ext uri="{FF2B5EF4-FFF2-40B4-BE49-F238E27FC236}">
                  <a16:creationId xmlns:a16="http://schemas.microsoft.com/office/drawing/2014/main" id="{69A50DD2-4D5E-0848-9756-66D0A7E4B059}"/>
                </a:ext>
              </a:extLst>
            </p:cNvPr>
            <p:cNvCxnSpPr>
              <a:cxnSpLocks/>
              <a:stCxn id="44" idx="0"/>
            </p:cNvCxnSpPr>
            <p:nvPr/>
          </p:nvCxnSpPr>
          <p:spPr>
            <a:xfrm flipV="1">
              <a:off x="4902449" y="5928507"/>
              <a:ext cx="315363" cy="222567"/>
            </a:xfrm>
            <a:prstGeom prst="line">
              <a:avLst/>
            </a:prstGeom>
            <a:ln>
              <a:solidFill>
                <a:schemeClr val="tx1">
                  <a:lumMod val="8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" name="Straight Connector 39">
              <a:extLst>
                <a:ext uri="{FF2B5EF4-FFF2-40B4-BE49-F238E27FC236}">
                  <a16:creationId xmlns:a16="http://schemas.microsoft.com/office/drawing/2014/main" id="{9BC3EEF2-98A7-37D4-4031-BF8C4E06D937}"/>
                </a:ext>
              </a:extLst>
            </p:cNvPr>
            <p:cNvCxnSpPr>
              <a:cxnSpLocks/>
              <a:stCxn id="42" idx="0"/>
            </p:cNvCxnSpPr>
            <p:nvPr/>
          </p:nvCxnSpPr>
          <p:spPr>
            <a:xfrm flipH="1" flipV="1">
              <a:off x="9018762" y="5884752"/>
              <a:ext cx="506994" cy="266321"/>
            </a:xfrm>
            <a:prstGeom prst="line">
              <a:avLst/>
            </a:prstGeom>
            <a:ln>
              <a:solidFill>
                <a:schemeClr val="tx1">
                  <a:lumMod val="8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1" name="TextBox 40">
              <a:extLst>
                <a:ext uri="{FF2B5EF4-FFF2-40B4-BE49-F238E27FC236}">
                  <a16:creationId xmlns:a16="http://schemas.microsoft.com/office/drawing/2014/main" id="{46EB56F8-2F79-A636-88A0-D27327ACF691}"/>
                </a:ext>
              </a:extLst>
            </p:cNvPr>
            <p:cNvSpPr txBox="1"/>
            <p:nvPr/>
          </p:nvSpPr>
          <p:spPr>
            <a:xfrm>
              <a:off x="6791312" y="6187287"/>
              <a:ext cx="133882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……………</a:t>
              </a:r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41985" name="Rectangle 3">
                <a:extLst>
                  <a:ext uri="{FF2B5EF4-FFF2-40B4-BE49-F238E27FC236}">
                    <a16:creationId xmlns:a16="http://schemas.microsoft.com/office/drawing/2014/main" id="{277325B5-AE15-DA91-72E7-02D09CD05B6D}"/>
                  </a:ext>
                </a:extLst>
              </p:cNvPr>
              <p:cNvSpPr txBox="1">
                <a:spLocks noChangeArrowheads="1"/>
              </p:cNvSpPr>
              <p:nvPr>
                <p:custDataLst>
                  <p:tags r:id="rId4"/>
                </p:custDataLst>
              </p:nvPr>
            </p:nvSpPr>
            <p:spPr>
              <a:xfrm>
                <a:off x="7688792" y="3968850"/>
                <a:ext cx="3360207" cy="1938994"/>
              </a:xfrm>
              <a:prstGeom prst="rect">
                <a:avLst/>
              </a:prstGeom>
              <a:ln>
                <a:solidFill>
                  <a:schemeClr val="tx1">
                    <a:lumMod val="95000"/>
                  </a:schemeClr>
                </a:solidFill>
              </a:ln>
            </p:spPr>
            <p:txBody>
              <a:bodyPr vert="horz" lIns="91440" tIns="45720" rIns="91440" bIns="45720" rtlCol="0">
                <a:normAutofit/>
              </a:bodyPr>
              <a:lstStyle>
                <a:lvl1pPr marL="228600" indent="-228600" algn="l" defTabSz="914400" rtl="0" eaLnBrk="1" latinLnBrk="0" hangingPunct="1">
                  <a:lnSpc>
                    <a:spcPct val="120000"/>
                  </a:lnSpc>
                  <a:spcBef>
                    <a:spcPts val="1000"/>
                  </a:spcBef>
                  <a:buSzPct val="125000"/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None/>
                </a:pPr>
                <a14:m>
                  <m:oMath xmlns:m="http://schemas.openxmlformats.org/officeDocument/2006/math">
                    <m:sSup>
                      <m:sSupPr>
                        <m:ctrlPr>
                          <a:rPr lang="en-US" b="0" i="1" smtClean="0">
                            <a:solidFill>
                              <a:schemeClr val="accent4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solidFill>
                              <a:schemeClr val="accent4"/>
                            </a:solidFill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  <m:sup>
                        <m:r>
                          <a:rPr lang="en-US" b="0" i="1" smtClean="0">
                            <a:solidFill>
                              <a:schemeClr val="accent4"/>
                            </a:solidFill>
                            <a:latin typeface="Cambria Math" panose="02040503050406030204" pitchFamily="18" charset="0"/>
                          </a:rPr>
                          <m:t>𝑘</m:t>
                        </m:r>
                      </m:sup>
                    </m:sSup>
                  </m:oMath>
                </a14:m>
                <a:r>
                  <a:rPr lang="en-US" dirty="0"/>
                  <a:t> and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accent3"/>
                        </a:solidFill>
                        <a:latin typeface="Cambria Math" panose="02040503050406030204" pitchFamily="18" charset="0"/>
                      </a:rPr>
                      <m:t>𝑓</m:t>
                    </m:r>
                    <m:r>
                      <a:rPr lang="en-US" b="0" i="1" smtClean="0">
                        <a:solidFill>
                          <a:schemeClr val="accent3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0" i="1" smtClean="0">
                        <a:solidFill>
                          <a:schemeClr val="accent3"/>
                        </a:solidFill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b="0" i="1" smtClean="0">
                        <a:solidFill>
                          <a:schemeClr val="accent3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>
                    <a:solidFill>
                      <a:schemeClr val="accent3"/>
                    </a:solidFill>
                  </a:rPr>
                  <a:t> </a:t>
                </a:r>
                <a:r>
                  <a:rPr lang="en-US" dirty="0"/>
                  <a:t>have same runtime! You do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b="0" i="1" smtClean="0">
                            <a:solidFill>
                              <a:schemeClr val="accent4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solidFill>
                              <a:schemeClr val="accent4"/>
                            </a:solidFill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  <m:sup>
                        <m:r>
                          <a:rPr lang="en-US" b="0" i="1" smtClean="0">
                            <a:solidFill>
                              <a:schemeClr val="accent4"/>
                            </a:solidFill>
                            <a:latin typeface="Cambria Math" panose="02040503050406030204" pitchFamily="18" charset="0"/>
                          </a:rPr>
                          <m:t>𝑘</m:t>
                        </m:r>
                      </m:sup>
                    </m:sSup>
                  </m:oMath>
                </a14:m>
                <a:r>
                  <a:rPr lang="en-US" dirty="0"/>
                  <a:t> work at each layer for </a:t>
                </a:r>
                <a14:m>
                  <m:oMath xmlns:m="http://schemas.openxmlformats.org/officeDocument/2006/math">
                    <m:func>
                      <m:func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</a:rPr>
                          <m:t>log</m:t>
                        </m:r>
                      </m:fName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</m:func>
                  </m:oMath>
                </a14:m>
                <a:r>
                  <a:rPr lang="en-US" dirty="0"/>
                  <a:t> layers!</a:t>
                </a:r>
              </a:p>
            </p:txBody>
          </p:sp>
        </mc:Choice>
        <mc:Fallback xmlns="">
          <p:sp>
            <p:nvSpPr>
              <p:cNvPr id="41985" name="Rectangle 3">
                <a:extLst>
                  <a:ext uri="{FF2B5EF4-FFF2-40B4-BE49-F238E27FC236}">
                    <a16:creationId xmlns:a16="http://schemas.microsoft.com/office/drawing/2014/main" id="{277325B5-AE15-DA91-72E7-02D09CD05B6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>
                <p:custDataLst>
                  <p:tags r:id="rId20"/>
                </p:custDataLst>
              </p:nvPr>
            </p:nvSpPr>
            <p:spPr>
              <a:xfrm>
                <a:off x="7688792" y="3968850"/>
                <a:ext cx="3360207" cy="1938994"/>
              </a:xfrm>
              <a:prstGeom prst="rect">
                <a:avLst/>
              </a:prstGeom>
              <a:blipFill>
                <a:blip r:embed="rId21"/>
                <a:stretch>
                  <a:fillRect l="-2247" t="-649" b="-1948"/>
                </a:stretch>
              </a:blipFill>
              <a:ln>
                <a:solidFill>
                  <a:schemeClr val="tx1">
                    <a:lumMod val="95000"/>
                  </a:schemeClr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" name="Rectangle 3">
                <a:extLst>
                  <a:ext uri="{FF2B5EF4-FFF2-40B4-BE49-F238E27FC236}">
                    <a16:creationId xmlns:a16="http://schemas.microsoft.com/office/drawing/2014/main" id="{2E0F7921-7A89-7D04-EF8D-AA313352A6EF}"/>
                  </a:ext>
                </a:extLst>
              </p:cNvPr>
              <p:cNvSpPr txBox="1">
                <a:spLocks noChangeArrowheads="1"/>
              </p:cNvSpPr>
              <p:nvPr>
                <p:custDataLst>
                  <p:tags r:id="rId5"/>
                </p:custDataLst>
              </p:nvPr>
            </p:nvSpPr>
            <p:spPr>
              <a:xfrm>
                <a:off x="3014209" y="2216930"/>
                <a:ext cx="7462318" cy="651482"/>
              </a:xfrm>
              <a:prstGeom prst="rect">
                <a:avLst/>
              </a:prstGeo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txBody>
              <a:bodyPr vert="horz" lIns="91440" tIns="45720" rIns="91440" bIns="45720" rtlCol="0" anchor="ctr">
                <a:normAutofit fontScale="92500"/>
              </a:bodyPr>
              <a:lstStyle>
                <a:lvl1pPr marL="228600" indent="-228600" algn="l" defTabSz="914400" rtl="0" eaLnBrk="1" latinLnBrk="0" hangingPunct="1">
                  <a:lnSpc>
                    <a:spcPct val="120000"/>
                  </a:lnSpc>
                  <a:spcBef>
                    <a:spcPts val="1000"/>
                  </a:spcBef>
                  <a:buSzPct val="125000"/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 algn="ctr">
                  <a:buNone/>
                </a:pPr>
                <a:r>
                  <a:rPr lang="en-US" dirty="0">
                    <a:solidFill>
                      <a:schemeClr val="bg1"/>
                    </a:solidFill>
                  </a:rPr>
                  <a:t>If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accent3"/>
                        </a:solidFill>
                        <a:latin typeface="Cambria Math" panose="02040503050406030204" pitchFamily="18" charset="0"/>
                      </a:rPr>
                      <m:t>𝑓</m:t>
                    </m:r>
                    <m:d>
                      <m:dPr>
                        <m:ctrlPr>
                          <a:rPr lang="en-US" b="0" i="1" smtClean="0">
                            <a:solidFill>
                              <a:schemeClr val="accent3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solidFill>
                              <a:schemeClr val="accent3"/>
                            </a:solidFill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</m:d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∈</m:t>
                    </m:r>
                    <m:r>
                      <m:rPr>
                        <m:sty m:val="p"/>
                      </m:rPr>
                      <a:rPr lang="en-US" b="0" i="0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Θ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(</m:t>
                    </m:r>
                    <m:sSup>
                      <m:sSupPr>
                        <m:ctrlPr>
                          <a:rPr lang="en-US" b="0" i="1" smtClean="0">
                            <a:solidFill>
                              <a:schemeClr val="accent4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solidFill>
                              <a:schemeClr val="accent4"/>
                            </a:solidFill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  <m:sup>
                        <m:r>
                          <a:rPr lang="en-US" b="0" i="1" smtClean="0">
                            <a:solidFill>
                              <a:schemeClr val="accent4"/>
                            </a:solidFill>
                            <a:latin typeface="Cambria Math" panose="02040503050406030204" pitchFamily="18" charset="0"/>
                          </a:rPr>
                          <m:t>𝑘</m:t>
                        </m:r>
                      </m:sup>
                    </m:sSup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>
                    <a:solidFill>
                      <a:schemeClr val="bg1"/>
                    </a:solidFill>
                  </a:rPr>
                  <a:t> then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𝑇</m:t>
                    </m:r>
                    <m:d>
                      <m:dPr>
                        <m:ctrlPr>
                          <a:rPr lang="en-US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</m:d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∈</m:t>
                    </m:r>
                    <m:r>
                      <m:rPr>
                        <m:sty m:val="p"/>
                      </m:rPr>
                      <a:rPr lang="en-US" b="0" i="0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Θ</m:t>
                    </m:r>
                    <m:d>
                      <m:dPr>
                        <m:ctrlPr>
                          <a:rPr lang="en-US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𝑓</m:t>
                        </m:r>
                        <m:d>
                          <m:dPr>
                            <m:ctrlPr>
                              <a:rPr lang="en-US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𝑛</m:t>
                            </m:r>
                          </m:e>
                        </m:d>
                        <m:func>
                          <m:funcPr>
                            <m:ctrlPr>
                              <a:rPr lang="en-US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funcPr>
                          <m:fName>
                            <m:r>
                              <m:rPr>
                                <m:sty m:val="p"/>
                              </m:rPr>
                              <a:rPr lang="en-US" b="0" i="0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log</m:t>
                            </m:r>
                          </m:fName>
                          <m:e>
                            <m:r>
                              <a:rPr lang="en-US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𝑛</m:t>
                            </m:r>
                          </m:e>
                        </m:func>
                      </m:e>
                    </m:d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1" i="0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𝚯</m:t>
                    </m:r>
                    <m:r>
                      <a:rPr lang="en-US" b="1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(</m:t>
                    </m:r>
                    <m:sSup>
                      <m:sSupPr>
                        <m:ctrlPr>
                          <a:rPr lang="en-US" b="1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1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𝒏</m:t>
                        </m:r>
                      </m:e>
                      <m:sup>
                        <m:r>
                          <a:rPr lang="en-US" b="1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𝒌</m:t>
                        </m:r>
                      </m:sup>
                    </m:sSup>
                    <m:func>
                      <m:funcPr>
                        <m:ctrlPr>
                          <a:rPr lang="en-US" b="1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a:rPr lang="en-US" b="1" i="0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𝐥𝐨𝐠</m:t>
                        </m:r>
                      </m:fName>
                      <m:e>
                        <m:r>
                          <a:rPr lang="en-US" b="1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𝒏</m:t>
                        </m:r>
                      </m:e>
                    </m:func>
                    <m:r>
                      <a:rPr lang="en-US" b="1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b="1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4" name="Rectangle 3">
                <a:extLst>
                  <a:ext uri="{FF2B5EF4-FFF2-40B4-BE49-F238E27FC236}">
                    <a16:creationId xmlns:a16="http://schemas.microsoft.com/office/drawing/2014/main" id="{2E0F7921-7A89-7D04-EF8D-AA313352A6E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>
                <p:custDataLst>
                  <p:tags r:id="rId22"/>
                </p:custDataLst>
              </p:nvPr>
            </p:nvSpPr>
            <p:spPr>
              <a:xfrm>
                <a:off x="3014209" y="2216930"/>
                <a:ext cx="7462318" cy="651482"/>
              </a:xfrm>
              <a:prstGeom prst="rect">
                <a:avLst/>
              </a:prstGeom>
              <a:blipFill>
                <a:blip r:embed="rId23"/>
                <a:stretch>
                  <a:fillRect b="-5660"/>
                </a:stretch>
              </a:blipFill>
              <a:ln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Rectangle 3">
            <a:extLst>
              <a:ext uri="{FF2B5EF4-FFF2-40B4-BE49-F238E27FC236}">
                <a16:creationId xmlns:a16="http://schemas.microsoft.com/office/drawing/2014/main" id="{83E9DE6C-0D0F-2F34-FAA2-ACDAFECA9B03}"/>
              </a:ext>
            </a:extLst>
          </p:cNvPr>
          <p:cNvSpPr txBox="1">
            <a:spLocks noChangeArrowheads="1"/>
          </p:cNvSpPr>
          <p:nvPr>
            <p:custDataLst>
              <p:tags r:id="rId6"/>
            </p:custDataLst>
          </p:nvPr>
        </p:nvSpPr>
        <p:spPr>
          <a:xfrm>
            <a:off x="1717952" y="2216931"/>
            <a:ext cx="1131684" cy="651481"/>
          </a:xfrm>
          <a:prstGeom prst="rect">
            <a:avLst/>
          </a:prstGeom>
          <a:ln>
            <a:solidFill>
              <a:schemeClr val="bg1"/>
            </a:solidFill>
          </a:ln>
        </p:spPr>
        <p:txBody>
          <a:bodyPr vert="horz" lIns="91440" tIns="45720" rIns="91440" bIns="45720" rtlCol="0" anchor="ctr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dirty="0">
                <a:solidFill>
                  <a:schemeClr val="bg1"/>
                </a:solidFill>
              </a:rPr>
              <a:t>Case 2:</a:t>
            </a:r>
          </a:p>
        </p:txBody>
      </p:sp>
    </p:spTree>
    <p:extLst>
      <p:ext uri="{BB962C8B-B14F-4D97-AF65-F5344CB8AC3E}">
        <p14:creationId xmlns:p14="http://schemas.microsoft.com/office/powerpoint/2010/main" val="4145334843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B950CA0-362D-6CDC-6326-A1A0209DB4F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986" name="Rectangle 2">
            <a:extLst>
              <a:ext uri="{FF2B5EF4-FFF2-40B4-BE49-F238E27FC236}">
                <a16:creationId xmlns:a16="http://schemas.microsoft.com/office/drawing/2014/main" id="{1ADB3359-828F-BF19-EDF1-7445DE8FCA94}"/>
              </a:ext>
            </a:extLst>
          </p:cNvPr>
          <p:cNvSpPr>
            <a:spLocks noGrp="1" noChangeArrowheads="1"/>
          </p:cNvSpPr>
          <p:nvPr>
            <p:ph type="title"/>
            <p:custDataLst>
              <p:tags r:id="rId1"/>
            </p:custDataLst>
          </p:nvPr>
        </p:nvSpPr>
        <p:spPr>
          <a:xfrm>
            <a:off x="1143001" y="75307"/>
            <a:ext cx="9905998" cy="651482"/>
          </a:xfrm>
        </p:spPr>
        <p:txBody>
          <a:bodyPr/>
          <a:lstStyle/>
          <a:p>
            <a:pPr algn="ctr"/>
            <a:r>
              <a:rPr lang="en-US" dirty="0"/>
              <a:t>The Master Theorem (from </a:t>
            </a:r>
            <a:r>
              <a:rPr lang="en-US" dirty="0" err="1"/>
              <a:t>Cormen</a:t>
            </a:r>
            <a:r>
              <a:rPr lang="en-US" dirty="0"/>
              <a:t>)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1987" name="Rectangle 3">
                <a:extLst>
                  <a:ext uri="{FF2B5EF4-FFF2-40B4-BE49-F238E27FC236}">
                    <a16:creationId xmlns:a16="http://schemas.microsoft.com/office/drawing/2014/main" id="{EE307E5F-0ACF-FF0F-DA2C-A614E15140FF}"/>
                  </a:ext>
                </a:extLst>
              </p:cNvPr>
              <p:cNvSpPr>
                <a:spLocks noGrp="1" noChangeArrowheads="1"/>
              </p:cNvSpPr>
              <p:nvPr>
                <p:ph sz="quarter" idx="1"/>
                <p:custDataLst>
                  <p:tags r:id="rId2"/>
                </p:custDataLst>
              </p:nvPr>
            </p:nvSpPr>
            <p:spPr>
              <a:xfrm>
                <a:off x="1637169" y="1272522"/>
                <a:ext cx="9017251" cy="1902601"/>
              </a:xfrm>
              <a:solidFill>
                <a:schemeClr val="tx1">
                  <a:lumMod val="65000"/>
                </a:schemeClr>
              </a:solidFill>
              <a:ln>
                <a:solidFill>
                  <a:schemeClr val="bg1"/>
                </a:solidFill>
              </a:ln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dirty="0">
                    <a:solidFill>
                      <a:schemeClr val="bg1"/>
                    </a:solidFill>
                  </a:rPr>
                  <a:t>Consider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𝑇</m:t>
                    </m:r>
                    <m:d>
                      <m:dPr>
                        <m:ctrlPr>
                          <a:rPr lang="en-US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</m:d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𝑇</m:t>
                    </m:r>
                    <m:d>
                      <m:dPr>
                        <m:ctrlPr>
                          <a:rPr lang="en-US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f>
                          <m:fPr>
                            <m:ctrlPr>
                              <a:rPr lang="en-US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𝑛</m:t>
                            </m:r>
                          </m:num>
                          <m:den>
                            <m:r>
                              <a:rPr lang="en-US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𝑏</m:t>
                            </m:r>
                          </m:den>
                        </m:f>
                      </m:e>
                    </m:d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b="0" i="1" smtClean="0">
                        <a:solidFill>
                          <a:schemeClr val="accent3"/>
                        </a:solidFill>
                        <a:latin typeface="Cambria Math" panose="02040503050406030204" pitchFamily="18" charset="0"/>
                      </a:rPr>
                      <m:t>𝑓</m:t>
                    </m:r>
                    <m:r>
                      <a:rPr lang="en-US" b="0" i="1" smtClean="0">
                        <a:solidFill>
                          <a:schemeClr val="accent3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0" i="1" smtClean="0">
                        <a:solidFill>
                          <a:schemeClr val="accent3"/>
                        </a:solidFill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b="0" i="1" smtClean="0">
                        <a:solidFill>
                          <a:schemeClr val="accent3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>
                    <a:solidFill>
                      <a:schemeClr val="accent3"/>
                    </a:solidFill>
                  </a:rPr>
                  <a:t> </a:t>
                </a:r>
                <a:r>
                  <a:rPr lang="en-US" dirty="0">
                    <a:solidFill>
                      <a:schemeClr val="bg1"/>
                    </a:solidFill>
                  </a:rPr>
                  <a:t>		Let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accent4"/>
                        </a:solidFill>
                        <a:latin typeface="Cambria Math" panose="02040503050406030204" pitchFamily="18" charset="0"/>
                      </a:rPr>
                      <m:t>𝑘</m:t>
                    </m:r>
                    <m:r>
                      <a:rPr lang="en-US" b="0" i="1" smtClean="0">
                        <a:solidFill>
                          <a:schemeClr val="accent4"/>
                        </a:solidFill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b="0" i="1" smtClean="0">
                            <a:solidFill>
                              <a:schemeClr val="accent4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func>
                          <m:funcPr>
                            <m:ctrlPr>
                              <a:rPr lang="en-US" b="0" i="1" smtClean="0">
                                <a:solidFill>
                                  <a:schemeClr val="accent4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funcPr>
                          <m:fName>
                            <m:r>
                              <m:rPr>
                                <m:sty m:val="p"/>
                              </m:rPr>
                              <a:rPr lang="en-US" b="0" i="0" smtClean="0">
                                <a:solidFill>
                                  <a:schemeClr val="accent4"/>
                                </a:solidFill>
                                <a:latin typeface="Cambria Math" panose="02040503050406030204" pitchFamily="18" charset="0"/>
                              </a:rPr>
                              <m:t>lg</m:t>
                            </m:r>
                          </m:fName>
                          <m:e>
                            <m:r>
                              <a:rPr lang="en-US" b="0" i="1" smtClean="0">
                                <a:solidFill>
                                  <a:schemeClr val="accent4"/>
                                </a:solidFill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</m:func>
                      </m:num>
                      <m:den>
                        <m:func>
                          <m:funcPr>
                            <m:ctrlPr>
                              <a:rPr lang="en-US" b="0" i="1" smtClean="0">
                                <a:solidFill>
                                  <a:schemeClr val="accent4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funcPr>
                          <m:fName>
                            <m:r>
                              <m:rPr>
                                <m:sty m:val="p"/>
                              </m:rPr>
                              <a:rPr lang="en-US" b="0" i="0" smtClean="0">
                                <a:solidFill>
                                  <a:schemeClr val="accent4"/>
                                </a:solidFill>
                                <a:latin typeface="Cambria Math" panose="02040503050406030204" pitchFamily="18" charset="0"/>
                              </a:rPr>
                              <m:t>lg</m:t>
                            </m:r>
                          </m:fName>
                          <m:e>
                            <m:r>
                              <a:rPr lang="en-US" b="0" i="1" smtClean="0">
                                <a:solidFill>
                                  <a:schemeClr val="accent4"/>
                                </a:solidFill>
                                <a:latin typeface="Cambria Math" panose="02040503050406030204" pitchFamily="18" charset="0"/>
                              </a:rPr>
                              <m:t>𝑏</m:t>
                            </m:r>
                          </m:e>
                        </m:func>
                      </m:den>
                    </m:f>
                    <m:r>
                      <a:rPr lang="en-US" b="0" i="1" smtClean="0">
                        <a:solidFill>
                          <a:schemeClr val="accent4"/>
                        </a:solidFill>
                        <a:latin typeface="Cambria Math" panose="02040503050406030204" pitchFamily="18" charset="0"/>
                      </a:rPr>
                      <m:t>=</m:t>
                    </m:r>
                    <m:func>
                      <m:funcPr>
                        <m:ctrlPr>
                          <a:rPr lang="en-US" b="0" i="1" smtClean="0">
                            <a:solidFill>
                              <a:schemeClr val="accent4"/>
                            </a:solidFill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sSub>
                          <m:sSubPr>
                            <m:ctrlPr>
                              <a:rPr lang="en-US" b="0" i="1" smtClean="0">
                                <a:solidFill>
                                  <a:schemeClr val="accent4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b="0" i="0" smtClean="0">
                                <a:solidFill>
                                  <a:schemeClr val="accent4"/>
                                </a:solidFill>
                                <a:latin typeface="Cambria Math" panose="02040503050406030204" pitchFamily="18" charset="0"/>
                              </a:rPr>
                              <m:t>log</m:t>
                            </m:r>
                          </m:e>
                          <m:sub>
                            <m:r>
                              <a:rPr lang="en-US" b="0" i="1" smtClean="0">
                                <a:solidFill>
                                  <a:schemeClr val="accent4"/>
                                </a:solidFill>
                                <a:latin typeface="Cambria Math" panose="02040503050406030204" pitchFamily="18" charset="0"/>
                              </a:rPr>
                              <m:t>𝑏</m:t>
                            </m:r>
                          </m:sub>
                        </m:sSub>
                      </m:fName>
                      <m:e>
                        <m:r>
                          <a:rPr lang="en-US" b="0" i="1" smtClean="0">
                            <a:solidFill>
                              <a:schemeClr val="accent4"/>
                            </a:solidFill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</m:func>
                  </m:oMath>
                </a14:m>
                <a:endParaRPr lang="en-US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41987" name="Rectangle 3">
                <a:extLst>
                  <a:ext uri="{FF2B5EF4-FFF2-40B4-BE49-F238E27FC236}">
                    <a16:creationId xmlns:a16="http://schemas.microsoft.com/office/drawing/2014/main" id="{EE307E5F-0ACF-FF0F-DA2C-A614E15140F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"/>
                <p:custDataLst>
                  <p:tags r:id="rId8"/>
                </p:custDataLst>
              </p:nvPr>
            </p:nvSpPr>
            <p:spPr>
              <a:xfrm>
                <a:off x="1637169" y="1272522"/>
                <a:ext cx="9017251" cy="1902601"/>
              </a:xfrm>
              <a:blipFill>
                <a:blip r:embed="rId9"/>
                <a:stretch>
                  <a:fillRect l="-983"/>
                </a:stretch>
              </a:blipFill>
              <a:ln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" name="Rectangle 3">
            <a:extLst>
              <a:ext uri="{FF2B5EF4-FFF2-40B4-BE49-F238E27FC236}">
                <a16:creationId xmlns:a16="http://schemas.microsoft.com/office/drawing/2014/main" id="{0AF04233-3EA0-211D-8263-3D9AD23F952A}"/>
              </a:ext>
            </a:extLst>
          </p:cNvPr>
          <p:cNvSpPr txBox="1">
            <a:spLocks noChangeArrowheads="1"/>
          </p:cNvSpPr>
          <p:nvPr>
            <p:custDataLst>
              <p:tags r:id="rId3"/>
            </p:custDataLst>
          </p:nvPr>
        </p:nvSpPr>
        <p:spPr>
          <a:xfrm>
            <a:off x="1637169" y="794781"/>
            <a:ext cx="9017250" cy="5356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dirty="0"/>
              <a:t>The Master Theorem:</a:t>
            </a:r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28E42E84-7BB4-6150-88B9-FED9C0A1397E}"/>
              </a:ext>
            </a:extLst>
          </p:cNvPr>
          <p:cNvGrpSpPr/>
          <p:nvPr/>
        </p:nvGrpSpPr>
        <p:grpSpPr>
          <a:xfrm>
            <a:off x="1233286" y="3252915"/>
            <a:ext cx="6027593" cy="3400235"/>
            <a:chOff x="440858" y="2176979"/>
            <a:chExt cx="10189421" cy="4490144"/>
          </a:xfrm>
        </p:grpSpPr>
        <p:grpSp>
          <p:nvGrpSpPr>
            <p:cNvPr id="10" name="Group 9">
              <a:extLst>
                <a:ext uri="{FF2B5EF4-FFF2-40B4-BE49-F238E27FC236}">
                  <a16:creationId xmlns:a16="http://schemas.microsoft.com/office/drawing/2014/main" id="{2BD339B3-E381-AF3F-D3F3-C4DF45FAD701}"/>
                </a:ext>
              </a:extLst>
            </p:cNvPr>
            <p:cNvGrpSpPr/>
            <p:nvPr/>
          </p:nvGrpSpPr>
          <p:grpSpPr>
            <a:xfrm>
              <a:off x="4710818" y="2176979"/>
              <a:ext cx="1899720" cy="516047"/>
              <a:chOff x="4906978" y="2236206"/>
              <a:chExt cx="1899720" cy="516047"/>
            </a:xfrm>
          </p:grpSpPr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62" name="Rectangle 61">
                    <a:extLst>
                      <a:ext uri="{FF2B5EF4-FFF2-40B4-BE49-F238E27FC236}">
                        <a16:creationId xmlns:a16="http://schemas.microsoft.com/office/drawing/2014/main" id="{0169B402-CFED-4BA4-69BC-F12600539761}"/>
                      </a:ext>
                    </a:extLst>
                  </p:cNvPr>
                  <p:cNvSpPr/>
                  <p:nvPr/>
                </p:nvSpPr>
                <p:spPr>
                  <a:xfrm>
                    <a:off x="4906978" y="2236206"/>
                    <a:ext cx="1013988" cy="516047"/>
                  </a:xfrm>
                  <a:prstGeom prst="rect">
                    <a:avLst/>
                  </a:prstGeom>
                  <a:solidFill>
                    <a:schemeClr val="accent3"/>
                  </a:solidFill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𝑇</m:t>
                          </m:r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)</m:t>
                          </m:r>
                        </m:oMath>
                      </m:oMathPara>
                    </a14:m>
                    <a:endParaRPr lang="en-US" dirty="0">
                      <a:solidFill>
                        <a:schemeClr val="bg1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62" name="Rectangle 61">
                    <a:extLst>
                      <a:ext uri="{FF2B5EF4-FFF2-40B4-BE49-F238E27FC236}">
                        <a16:creationId xmlns:a16="http://schemas.microsoft.com/office/drawing/2014/main" id="{0169B402-CFED-4BA4-69BC-F12600539761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4906978" y="2236206"/>
                    <a:ext cx="1013988" cy="516047"/>
                  </a:xfrm>
                  <a:prstGeom prst="rect">
                    <a:avLst/>
                  </a:prstGeom>
                  <a:blipFill>
                    <a:blip r:embed="rId10"/>
                    <a:stretch>
                      <a:fillRect l="-6000" b="-9091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63" name="Rectangle 62">
                    <a:extLst>
                      <a:ext uri="{FF2B5EF4-FFF2-40B4-BE49-F238E27FC236}">
                        <a16:creationId xmlns:a16="http://schemas.microsoft.com/office/drawing/2014/main" id="{C453FC59-7EBF-307A-135B-E721F452F52A}"/>
                      </a:ext>
                    </a:extLst>
                  </p:cNvPr>
                  <p:cNvSpPr/>
                  <p:nvPr/>
                </p:nvSpPr>
                <p:spPr>
                  <a:xfrm>
                    <a:off x="5920967" y="2236206"/>
                    <a:ext cx="885731" cy="516047"/>
                  </a:xfrm>
                  <a:prstGeom prst="rect">
                    <a:avLst/>
                  </a:prstGeom>
                  <a:solidFill>
                    <a:schemeClr val="accent3"/>
                  </a:solidFill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𝑓</m:t>
                          </m:r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)</m:t>
                          </m:r>
                        </m:oMath>
                      </m:oMathPara>
                    </a14:m>
                    <a:endParaRPr lang="en-US" dirty="0">
                      <a:solidFill>
                        <a:schemeClr val="bg1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63" name="Rectangle 62">
                    <a:extLst>
                      <a:ext uri="{FF2B5EF4-FFF2-40B4-BE49-F238E27FC236}">
                        <a16:creationId xmlns:a16="http://schemas.microsoft.com/office/drawing/2014/main" id="{C453FC59-7EBF-307A-135B-E721F452F52A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5920967" y="2236206"/>
                    <a:ext cx="885731" cy="516047"/>
                  </a:xfrm>
                  <a:prstGeom prst="rect">
                    <a:avLst/>
                  </a:prstGeom>
                  <a:blipFill>
                    <a:blip r:embed="rId11"/>
                    <a:stretch>
                      <a:fillRect l="-18182" r="-6818" b="-9091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grpSp>
          <p:nvGrpSpPr>
            <p:cNvPr id="11" name="Group 10">
              <a:extLst>
                <a:ext uri="{FF2B5EF4-FFF2-40B4-BE49-F238E27FC236}">
                  <a16:creationId xmlns:a16="http://schemas.microsoft.com/office/drawing/2014/main" id="{9C521E0C-FBDD-1956-9562-7A8EA67E8FE8}"/>
                </a:ext>
              </a:extLst>
            </p:cNvPr>
            <p:cNvGrpSpPr/>
            <p:nvPr/>
          </p:nvGrpSpPr>
          <p:grpSpPr>
            <a:xfrm>
              <a:off x="6656897" y="3170976"/>
              <a:ext cx="1611517" cy="516047"/>
              <a:chOff x="4906978" y="2236206"/>
              <a:chExt cx="1611517" cy="516047"/>
            </a:xfrm>
          </p:grpSpPr>
          <p:sp>
            <p:nvSpPr>
              <p:cNvPr id="60" name="Rectangle 59">
                <a:extLst>
                  <a:ext uri="{FF2B5EF4-FFF2-40B4-BE49-F238E27FC236}">
                    <a16:creationId xmlns:a16="http://schemas.microsoft.com/office/drawing/2014/main" id="{2067CC56-4ED6-ACB5-4E64-DD17335E4919}"/>
                  </a:ext>
                </a:extLst>
              </p:cNvPr>
              <p:cNvSpPr/>
              <p:nvPr/>
            </p:nvSpPr>
            <p:spPr>
              <a:xfrm>
                <a:off x="4906978" y="2236206"/>
                <a:ext cx="1013988" cy="516047"/>
              </a:xfrm>
              <a:prstGeom prst="rect">
                <a:avLst/>
              </a:prstGeom>
              <a:solidFill>
                <a:schemeClr val="tx1">
                  <a:lumMod val="85000"/>
                </a:schemeClr>
              </a:solidFill>
              <a:ln>
                <a:solidFill>
                  <a:schemeClr val="tx1">
                    <a:lumMod val="8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>
                  <a:solidFill>
                    <a:schemeClr val="tx1">
                      <a:lumMod val="85000"/>
                    </a:schemeClr>
                  </a:solidFill>
                </a:endParaRPr>
              </a:p>
            </p:txBody>
          </p:sp>
          <p:sp>
            <p:nvSpPr>
              <p:cNvPr id="61" name="Rectangle 60">
                <a:extLst>
                  <a:ext uri="{FF2B5EF4-FFF2-40B4-BE49-F238E27FC236}">
                    <a16:creationId xmlns:a16="http://schemas.microsoft.com/office/drawing/2014/main" id="{511C84E3-F5D8-49AA-9106-EC7F8AAF7EA0}"/>
                  </a:ext>
                </a:extLst>
              </p:cNvPr>
              <p:cNvSpPr/>
              <p:nvPr/>
            </p:nvSpPr>
            <p:spPr>
              <a:xfrm>
                <a:off x="5920966" y="2236206"/>
                <a:ext cx="597529" cy="516047"/>
              </a:xfrm>
              <a:prstGeom prst="rect">
                <a:avLst/>
              </a:prstGeom>
              <a:solidFill>
                <a:schemeClr val="tx1">
                  <a:lumMod val="85000"/>
                </a:schemeClr>
              </a:solidFill>
              <a:ln>
                <a:solidFill>
                  <a:schemeClr val="tx1">
                    <a:lumMod val="8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>
                  <a:solidFill>
                    <a:schemeClr val="tx1">
                      <a:lumMod val="85000"/>
                    </a:schemeClr>
                  </a:solidFill>
                </a:endParaRPr>
              </a:p>
            </p:txBody>
          </p:sp>
        </p:grpSp>
        <p:grpSp>
          <p:nvGrpSpPr>
            <p:cNvPr id="12" name="Group 11">
              <a:extLst>
                <a:ext uri="{FF2B5EF4-FFF2-40B4-BE49-F238E27FC236}">
                  <a16:creationId xmlns:a16="http://schemas.microsoft.com/office/drawing/2014/main" id="{76A60668-42E3-9364-8F03-A5FCD34D603D}"/>
                </a:ext>
              </a:extLst>
            </p:cNvPr>
            <p:cNvGrpSpPr/>
            <p:nvPr/>
          </p:nvGrpSpPr>
          <p:grpSpPr>
            <a:xfrm>
              <a:off x="2874473" y="3170976"/>
              <a:ext cx="1611517" cy="516047"/>
              <a:chOff x="4906978" y="2236206"/>
              <a:chExt cx="1611517" cy="516047"/>
            </a:xfrm>
          </p:grpSpPr>
          <p:sp>
            <p:nvSpPr>
              <p:cNvPr id="58" name="Rectangle 57">
                <a:extLst>
                  <a:ext uri="{FF2B5EF4-FFF2-40B4-BE49-F238E27FC236}">
                    <a16:creationId xmlns:a16="http://schemas.microsoft.com/office/drawing/2014/main" id="{99D770C8-7A43-027F-A327-9DC53139F9A2}"/>
                  </a:ext>
                </a:extLst>
              </p:cNvPr>
              <p:cNvSpPr/>
              <p:nvPr/>
            </p:nvSpPr>
            <p:spPr>
              <a:xfrm>
                <a:off x="4906978" y="2236206"/>
                <a:ext cx="1013988" cy="516047"/>
              </a:xfrm>
              <a:prstGeom prst="rect">
                <a:avLst/>
              </a:prstGeom>
              <a:solidFill>
                <a:schemeClr val="tx1">
                  <a:lumMod val="85000"/>
                </a:schemeClr>
              </a:solidFill>
              <a:ln>
                <a:solidFill>
                  <a:schemeClr val="tx1">
                    <a:lumMod val="8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>
                  <a:solidFill>
                    <a:schemeClr val="tx1">
                      <a:lumMod val="85000"/>
                    </a:schemeClr>
                  </a:solidFill>
                </a:endParaRPr>
              </a:p>
            </p:txBody>
          </p:sp>
          <p:sp>
            <p:nvSpPr>
              <p:cNvPr id="59" name="Rectangle 58">
                <a:extLst>
                  <a:ext uri="{FF2B5EF4-FFF2-40B4-BE49-F238E27FC236}">
                    <a16:creationId xmlns:a16="http://schemas.microsoft.com/office/drawing/2014/main" id="{AB0C8E68-E1FC-CAD8-258A-1C9683F152FA}"/>
                  </a:ext>
                </a:extLst>
              </p:cNvPr>
              <p:cNvSpPr/>
              <p:nvPr/>
            </p:nvSpPr>
            <p:spPr>
              <a:xfrm>
                <a:off x="5920966" y="2236206"/>
                <a:ext cx="597529" cy="516047"/>
              </a:xfrm>
              <a:prstGeom prst="rect">
                <a:avLst/>
              </a:prstGeom>
              <a:solidFill>
                <a:schemeClr val="tx1">
                  <a:lumMod val="85000"/>
                </a:schemeClr>
              </a:solidFill>
              <a:ln>
                <a:solidFill>
                  <a:schemeClr val="tx1">
                    <a:lumMod val="8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>
                  <a:solidFill>
                    <a:schemeClr val="tx1">
                      <a:lumMod val="85000"/>
                    </a:schemeClr>
                  </a:solidFill>
                </a:endParaRPr>
              </a:p>
            </p:txBody>
          </p:sp>
        </p:grpSp>
        <p:grpSp>
          <p:nvGrpSpPr>
            <p:cNvPr id="13" name="Group 12">
              <a:extLst>
                <a:ext uri="{FF2B5EF4-FFF2-40B4-BE49-F238E27FC236}">
                  <a16:creationId xmlns:a16="http://schemas.microsoft.com/office/drawing/2014/main" id="{EF1CBE7F-20AD-197E-E1F9-08EFBFCB2BF7}"/>
                </a:ext>
              </a:extLst>
            </p:cNvPr>
            <p:cNvGrpSpPr/>
            <p:nvPr/>
          </p:nvGrpSpPr>
          <p:grpSpPr>
            <a:xfrm>
              <a:off x="1561721" y="4425638"/>
              <a:ext cx="1611517" cy="516047"/>
              <a:chOff x="4906978" y="2236206"/>
              <a:chExt cx="1611517" cy="516047"/>
            </a:xfrm>
          </p:grpSpPr>
          <p:sp>
            <p:nvSpPr>
              <p:cNvPr id="56" name="Rectangle 55">
                <a:extLst>
                  <a:ext uri="{FF2B5EF4-FFF2-40B4-BE49-F238E27FC236}">
                    <a16:creationId xmlns:a16="http://schemas.microsoft.com/office/drawing/2014/main" id="{C35DF4AD-4663-7168-1949-5AAC39553E6B}"/>
                  </a:ext>
                </a:extLst>
              </p:cNvPr>
              <p:cNvSpPr/>
              <p:nvPr/>
            </p:nvSpPr>
            <p:spPr>
              <a:xfrm>
                <a:off x="4906978" y="2236206"/>
                <a:ext cx="1013988" cy="516047"/>
              </a:xfrm>
              <a:prstGeom prst="rect">
                <a:avLst/>
              </a:prstGeom>
              <a:solidFill>
                <a:schemeClr val="tx1">
                  <a:lumMod val="85000"/>
                </a:schemeClr>
              </a:solidFill>
              <a:ln>
                <a:solidFill>
                  <a:schemeClr val="tx1">
                    <a:lumMod val="8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>
                  <a:solidFill>
                    <a:schemeClr val="tx1">
                      <a:lumMod val="85000"/>
                    </a:schemeClr>
                  </a:solidFill>
                </a:endParaRPr>
              </a:p>
            </p:txBody>
          </p:sp>
          <p:sp>
            <p:nvSpPr>
              <p:cNvPr id="57" name="Rectangle 56">
                <a:extLst>
                  <a:ext uri="{FF2B5EF4-FFF2-40B4-BE49-F238E27FC236}">
                    <a16:creationId xmlns:a16="http://schemas.microsoft.com/office/drawing/2014/main" id="{DCE0BC2F-5834-C536-0CD0-DF254E8D3AE7}"/>
                  </a:ext>
                </a:extLst>
              </p:cNvPr>
              <p:cNvSpPr/>
              <p:nvPr/>
            </p:nvSpPr>
            <p:spPr>
              <a:xfrm>
                <a:off x="5920966" y="2236206"/>
                <a:ext cx="597529" cy="516047"/>
              </a:xfrm>
              <a:prstGeom prst="rect">
                <a:avLst/>
              </a:prstGeom>
              <a:solidFill>
                <a:schemeClr val="tx1">
                  <a:lumMod val="85000"/>
                </a:schemeClr>
              </a:solidFill>
              <a:ln>
                <a:solidFill>
                  <a:schemeClr val="tx1">
                    <a:lumMod val="8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>
                  <a:solidFill>
                    <a:schemeClr val="tx1">
                      <a:lumMod val="85000"/>
                    </a:schemeClr>
                  </a:solidFill>
                </a:endParaRPr>
              </a:p>
            </p:txBody>
          </p:sp>
        </p:grpSp>
        <p:grpSp>
          <p:nvGrpSpPr>
            <p:cNvPr id="14" name="Group 13">
              <a:extLst>
                <a:ext uri="{FF2B5EF4-FFF2-40B4-BE49-F238E27FC236}">
                  <a16:creationId xmlns:a16="http://schemas.microsoft.com/office/drawing/2014/main" id="{3CAC438F-AA39-FCEB-5593-D800049B43C8}"/>
                </a:ext>
              </a:extLst>
            </p:cNvPr>
            <p:cNvGrpSpPr/>
            <p:nvPr/>
          </p:nvGrpSpPr>
          <p:grpSpPr>
            <a:xfrm>
              <a:off x="3878992" y="4425635"/>
              <a:ext cx="1611517" cy="516047"/>
              <a:chOff x="4906978" y="2236206"/>
              <a:chExt cx="1611517" cy="516047"/>
            </a:xfrm>
          </p:grpSpPr>
          <p:sp>
            <p:nvSpPr>
              <p:cNvPr id="54" name="Rectangle 53">
                <a:extLst>
                  <a:ext uri="{FF2B5EF4-FFF2-40B4-BE49-F238E27FC236}">
                    <a16:creationId xmlns:a16="http://schemas.microsoft.com/office/drawing/2014/main" id="{3C53F33C-D964-A16B-4E51-C68F98AF5032}"/>
                  </a:ext>
                </a:extLst>
              </p:cNvPr>
              <p:cNvSpPr/>
              <p:nvPr/>
            </p:nvSpPr>
            <p:spPr>
              <a:xfrm>
                <a:off x="4906978" y="2236206"/>
                <a:ext cx="1013988" cy="516047"/>
              </a:xfrm>
              <a:prstGeom prst="rect">
                <a:avLst/>
              </a:prstGeom>
              <a:solidFill>
                <a:schemeClr val="tx1">
                  <a:lumMod val="85000"/>
                </a:schemeClr>
              </a:solidFill>
              <a:ln>
                <a:solidFill>
                  <a:schemeClr val="tx1">
                    <a:lumMod val="8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>
                  <a:solidFill>
                    <a:schemeClr val="tx1">
                      <a:lumMod val="85000"/>
                    </a:schemeClr>
                  </a:solidFill>
                </a:endParaRPr>
              </a:p>
            </p:txBody>
          </p:sp>
          <p:sp>
            <p:nvSpPr>
              <p:cNvPr id="55" name="Rectangle 54">
                <a:extLst>
                  <a:ext uri="{FF2B5EF4-FFF2-40B4-BE49-F238E27FC236}">
                    <a16:creationId xmlns:a16="http://schemas.microsoft.com/office/drawing/2014/main" id="{0FC7D310-C78D-C475-48D7-8DC13B7E1841}"/>
                  </a:ext>
                </a:extLst>
              </p:cNvPr>
              <p:cNvSpPr/>
              <p:nvPr/>
            </p:nvSpPr>
            <p:spPr>
              <a:xfrm>
                <a:off x="5920966" y="2236206"/>
                <a:ext cx="597529" cy="516047"/>
              </a:xfrm>
              <a:prstGeom prst="rect">
                <a:avLst/>
              </a:prstGeom>
              <a:solidFill>
                <a:schemeClr val="tx1">
                  <a:lumMod val="85000"/>
                </a:schemeClr>
              </a:solidFill>
              <a:ln>
                <a:solidFill>
                  <a:schemeClr val="tx1">
                    <a:lumMod val="8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>
                  <a:solidFill>
                    <a:schemeClr val="tx1">
                      <a:lumMod val="85000"/>
                    </a:schemeClr>
                  </a:solidFill>
                </a:endParaRPr>
              </a:p>
            </p:txBody>
          </p:sp>
        </p:grpSp>
        <p:grpSp>
          <p:nvGrpSpPr>
            <p:cNvPr id="15" name="Group 14">
              <a:extLst>
                <a:ext uri="{FF2B5EF4-FFF2-40B4-BE49-F238E27FC236}">
                  <a16:creationId xmlns:a16="http://schemas.microsoft.com/office/drawing/2014/main" id="{3F9E49A2-7DD0-528C-ED4E-1049EF1E915E}"/>
                </a:ext>
              </a:extLst>
            </p:cNvPr>
            <p:cNvGrpSpPr/>
            <p:nvPr/>
          </p:nvGrpSpPr>
          <p:grpSpPr>
            <a:xfrm>
              <a:off x="6103543" y="4425635"/>
              <a:ext cx="1611517" cy="516047"/>
              <a:chOff x="4906978" y="2236206"/>
              <a:chExt cx="1611517" cy="516047"/>
            </a:xfrm>
          </p:grpSpPr>
          <p:sp>
            <p:nvSpPr>
              <p:cNvPr id="52" name="Rectangle 51">
                <a:extLst>
                  <a:ext uri="{FF2B5EF4-FFF2-40B4-BE49-F238E27FC236}">
                    <a16:creationId xmlns:a16="http://schemas.microsoft.com/office/drawing/2014/main" id="{BD2B57FB-5D32-E5C0-887D-D9D10150CC88}"/>
                  </a:ext>
                </a:extLst>
              </p:cNvPr>
              <p:cNvSpPr/>
              <p:nvPr/>
            </p:nvSpPr>
            <p:spPr>
              <a:xfrm>
                <a:off x="4906978" y="2236206"/>
                <a:ext cx="1013988" cy="516047"/>
              </a:xfrm>
              <a:prstGeom prst="rect">
                <a:avLst/>
              </a:prstGeom>
              <a:solidFill>
                <a:schemeClr val="tx1">
                  <a:lumMod val="85000"/>
                </a:schemeClr>
              </a:solidFill>
              <a:ln>
                <a:solidFill>
                  <a:schemeClr val="tx1">
                    <a:lumMod val="8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>
                  <a:solidFill>
                    <a:schemeClr val="tx1">
                      <a:lumMod val="85000"/>
                    </a:schemeClr>
                  </a:solidFill>
                </a:endParaRPr>
              </a:p>
            </p:txBody>
          </p:sp>
          <p:sp>
            <p:nvSpPr>
              <p:cNvPr id="53" name="Rectangle 52">
                <a:extLst>
                  <a:ext uri="{FF2B5EF4-FFF2-40B4-BE49-F238E27FC236}">
                    <a16:creationId xmlns:a16="http://schemas.microsoft.com/office/drawing/2014/main" id="{2C8EAF11-798B-B217-962C-DF4ADCCA2A16}"/>
                  </a:ext>
                </a:extLst>
              </p:cNvPr>
              <p:cNvSpPr/>
              <p:nvPr/>
            </p:nvSpPr>
            <p:spPr>
              <a:xfrm>
                <a:off x="5920966" y="2236206"/>
                <a:ext cx="597529" cy="516047"/>
              </a:xfrm>
              <a:prstGeom prst="rect">
                <a:avLst/>
              </a:prstGeom>
              <a:solidFill>
                <a:schemeClr val="tx1">
                  <a:lumMod val="85000"/>
                </a:schemeClr>
              </a:solidFill>
              <a:ln>
                <a:solidFill>
                  <a:schemeClr val="tx1">
                    <a:lumMod val="8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>
                  <a:solidFill>
                    <a:schemeClr val="tx1">
                      <a:lumMod val="85000"/>
                    </a:schemeClr>
                  </a:solidFill>
                </a:endParaRPr>
              </a:p>
            </p:txBody>
          </p:sp>
        </p:grpSp>
        <p:grpSp>
          <p:nvGrpSpPr>
            <p:cNvPr id="16" name="Group 15">
              <a:extLst>
                <a:ext uri="{FF2B5EF4-FFF2-40B4-BE49-F238E27FC236}">
                  <a16:creationId xmlns:a16="http://schemas.microsoft.com/office/drawing/2014/main" id="{0093EC1A-80B9-A12E-DCD2-AD18B87A60E3}"/>
                </a:ext>
              </a:extLst>
            </p:cNvPr>
            <p:cNvGrpSpPr/>
            <p:nvPr/>
          </p:nvGrpSpPr>
          <p:grpSpPr>
            <a:xfrm>
              <a:off x="8255090" y="4425635"/>
              <a:ext cx="1611517" cy="516047"/>
              <a:chOff x="4906978" y="2236206"/>
              <a:chExt cx="1611517" cy="516047"/>
            </a:xfrm>
          </p:grpSpPr>
          <p:sp>
            <p:nvSpPr>
              <p:cNvPr id="50" name="Rectangle 49">
                <a:extLst>
                  <a:ext uri="{FF2B5EF4-FFF2-40B4-BE49-F238E27FC236}">
                    <a16:creationId xmlns:a16="http://schemas.microsoft.com/office/drawing/2014/main" id="{ECEB4ECF-A1AB-9EF1-C20C-F615A509B7EC}"/>
                  </a:ext>
                </a:extLst>
              </p:cNvPr>
              <p:cNvSpPr/>
              <p:nvPr/>
            </p:nvSpPr>
            <p:spPr>
              <a:xfrm>
                <a:off x="4906978" y="2236206"/>
                <a:ext cx="1013988" cy="516047"/>
              </a:xfrm>
              <a:prstGeom prst="rect">
                <a:avLst/>
              </a:prstGeom>
              <a:solidFill>
                <a:schemeClr val="tx1">
                  <a:lumMod val="85000"/>
                </a:schemeClr>
              </a:solidFill>
              <a:ln>
                <a:solidFill>
                  <a:schemeClr val="tx1">
                    <a:lumMod val="8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>
                  <a:solidFill>
                    <a:schemeClr val="tx1">
                      <a:lumMod val="85000"/>
                    </a:schemeClr>
                  </a:solidFill>
                </a:endParaRPr>
              </a:p>
            </p:txBody>
          </p:sp>
          <p:sp>
            <p:nvSpPr>
              <p:cNvPr id="51" name="Rectangle 50">
                <a:extLst>
                  <a:ext uri="{FF2B5EF4-FFF2-40B4-BE49-F238E27FC236}">
                    <a16:creationId xmlns:a16="http://schemas.microsoft.com/office/drawing/2014/main" id="{81200CD4-8960-9E1B-02AF-3D8242B08974}"/>
                  </a:ext>
                </a:extLst>
              </p:cNvPr>
              <p:cNvSpPr/>
              <p:nvPr/>
            </p:nvSpPr>
            <p:spPr>
              <a:xfrm>
                <a:off x="5920966" y="2236206"/>
                <a:ext cx="597529" cy="516047"/>
              </a:xfrm>
              <a:prstGeom prst="rect">
                <a:avLst/>
              </a:prstGeom>
              <a:solidFill>
                <a:schemeClr val="tx1">
                  <a:lumMod val="85000"/>
                </a:schemeClr>
              </a:solidFill>
              <a:ln>
                <a:solidFill>
                  <a:schemeClr val="tx1">
                    <a:lumMod val="8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>
                  <a:solidFill>
                    <a:schemeClr val="tx1">
                      <a:lumMod val="85000"/>
                    </a:schemeClr>
                  </a:solidFill>
                </a:endParaRPr>
              </a:p>
            </p:txBody>
          </p:sp>
        </p:grpSp>
        <p:grpSp>
          <p:nvGrpSpPr>
            <p:cNvPr id="17" name="Group 16">
              <a:extLst>
                <a:ext uri="{FF2B5EF4-FFF2-40B4-BE49-F238E27FC236}">
                  <a16:creationId xmlns:a16="http://schemas.microsoft.com/office/drawing/2014/main" id="{FA6023E1-C462-3B51-B78F-9F1832A6CCE5}"/>
                </a:ext>
              </a:extLst>
            </p:cNvPr>
            <p:cNvGrpSpPr/>
            <p:nvPr/>
          </p:nvGrpSpPr>
          <p:grpSpPr>
            <a:xfrm>
              <a:off x="440858" y="6151076"/>
              <a:ext cx="1611517" cy="516047"/>
              <a:chOff x="4906978" y="2236206"/>
              <a:chExt cx="1611517" cy="516047"/>
            </a:xfrm>
          </p:grpSpPr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48" name="Rectangle 47">
                    <a:extLst>
                      <a:ext uri="{FF2B5EF4-FFF2-40B4-BE49-F238E27FC236}">
                        <a16:creationId xmlns:a16="http://schemas.microsoft.com/office/drawing/2014/main" id="{DE069E2C-7911-782F-C86C-DAC8D8D75A5F}"/>
                      </a:ext>
                    </a:extLst>
                  </p:cNvPr>
                  <p:cNvSpPr/>
                  <p:nvPr/>
                </p:nvSpPr>
                <p:spPr>
                  <a:xfrm>
                    <a:off x="4906978" y="2236206"/>
                    <a:ext cx="1013988" cy="516047"/>
                  </a:xfrm>
                  <a:prstGeom prst="rect">
                    <a:avLst/>
                  </a:prstGeom>
                  <a:solidFill>
                    <a:schemeClr val="tx1">
                      <a:lumMod val="85000"/>
                    </a:schemeClr>
                  </a:solidFill>
                  <a:ln>
                    <a:solidFill>
                      <a:schemeClr val="tx1">
                        <a:lumMod val="85000"/>
                      </a:schemeClr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b="0" i="1" smtClean="0">
                              <a:solidFill>
                                <a:schemeClr val="tx1">
                                  <a:lumMod val="8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𝑇</m:t>
                          </m:r>
                          <m:r>
                            <a:rPr lang="en-US" b="0" i="1" smtClean="0">
                              <a:solidFill>
                                <a:schemeClr val="tx1">
                                  <a:lumMod val="8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(1)</m:t>
                          </m:r>
                        </m:oMath>
                      </m:oMathPara>
                    </a14:m>
                    <a:endParaRPr lang="en-US" dirty="0">
                      <a:solidFill>
                        <a:schemeClr val="tx1">
                          <a:lumMod val="85000"/>
                        </a:schemeClr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48" name="Rectangle 47">
                    <a:extLst>
                      <a:ext uri="{FF2B5EF4-FFF2-40B4-BE49-F238E27FC236}">
                        <a16:creationId xmlns:a16="http://schemas.microsoft.com/office/drawing/2014/main" id="{DE069E2C-7911-782F-C86C-DAC8D8D75A5F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4906978" y="2236206"/>
                    <a:ext cx="1013988" cy="516047"/>
                  </a:xfrm>
                  <a:prstGeom prst="rect">
                    <a:avLst/>
                  </a:prstGeom>
                  <a:blipFill>
                    <a:blip r:embed="rId12"/>
                    <a:stretch>
                      <a:fillRect l="-4000" b="-9091"/>
                    </a:stretch>
                  </a:blipFill>
                  <a:ln>
                    <a:solidFill>
                      <a:schemeClr val="tx1">
                        <a:lumMod val="85000"/>
                      </a:schemeClr>
                    </a:solidFill>
                  </a:ln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49" name="Rectangle 48">
                    <a:extLst>
                      <a:ext uri="{FF2B5EF4-FFF2-40B4-BE49-F238E27FC236}">
                        <a16:creationId xmlns:a16="http://schemas.microsoft.com/office/drawing/2014/main" id="{B64633AF-4D33-E69F-8E87-8C082696C858}"/>
                      </a:ext>
                    </a:extLst>
                  </p:cNvPr>
                  <p:cNvSpPr/>
                  <p:nvPr/>
                </p:nvSpPr>
                <p:spPr>
                  <a:xfrm>
                    <a:off x="5920966" y="2236206"/>
                    <a:ext cx="597529" cy="516047"/>
                  </a:xfrm>
                  <a:prstGeom prst="rect">
                    <a:avLst/>
                  </a:prstGeom>
                  <a:solidFill>
                    <a:schemeClr val="tx1">
                      <a:lumMod val="85000"/>
                    </a:schemeClr>
                  </a:solidFill>
                  <a:ln>
                    <a:solidFill>
                      <a:schemeClr val="tx1">
                        <a:lumMod val="85000"/>
                      </a:schemeClr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b="0" i="1" smtClean="0">
                              <a:solidFill>
                                <a:schemeClr val="tx1">
                                  <a:lumMod val="8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oMath>
                      </m:oMathPara>
                    </a14:m>
                    <a:endParaRPr lang="en-US" dirty="0">
                      <a:solidFill>
                        <a:schemeClr val="tx1">
                          <a:lumMod val="85000"/>
                        </a:schemeClr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49" name="Rectangle 48">
                    <a:extLst>
                      <a:ext uri="{FF2B5EF4-FFF2-40B4-BE49-F238E27FC236}">
                        <a16:creationId xmlns:a16="http://schemas.microsoft.com/office/drawing/2014/main" id="{B64633AF-4D33-E69F-8E87-8C082696C858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5920966" y="2236206"/>
                    <a:ext cx="597529" cy="516047"/>
                  </a:xfrm>
                  <a:prstGeom prst="rect">
                    <a:avLst/>
                  </a:prstGeom>
                  <a:blipFill>
                    <a:blip r:embed="rId13"/>
                    <a:stretch>
                      <a:fillRect/>
                    </a:stretch>
                  </a:blipFill>
                  <a:ln>
                    <a:solidFill>
                      <a:schemeClr val="tx1">
                        <a:lumMod val="85000"/>
                      </a:schemeClr>
                    </a:solidFill>
                  </a:ln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grpSp>
          <p:nvGrpSpPr>
            <p:cNvPr id="18" name="Group 17">
              <a:extLst>
                <a:ext uri="{FF2B5EF4-FFF2-40B4-BE49-F238E27FC236}">
                  <a16:creationId xmlns:a16="http://schemas.microsoft.com/office/drawing/2014/main" id="{F4E13436-FD72-8DAF-B907-88ECF86E6EE7}"/>
                </a:ext>
              </a:extLst>
            </p:cNvPr>
            <p:cNvGrpSpPr/>
            <p:nvPr/>
          </p:nvGrpSpPr>
          <p:grpSpPr>
            <a:xfrm>
              <a:off x="2367479" y="6151075"/>
              <a:ext cx="1611517" cy="516047"/>
              <a:chOff x="4906978" y="2236206"/>
              <a:chExt cx="1611517" cy="516047"/>
            </a:xfrm>
          </p:grpSpPr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46" name="Rectangle 45">
                    <a:extLst>
                      <a:ext uri="{FF2B5EF4-FFF2-40B4-BE49-F238E27FC236}">
                        <a16:creationId xmlns:a16="http://schemas.microsoft.com/office/drawing/2014/main" id="{FF732BD4-C77C-50DF-91E8-4A4E8EAABBB6}"/>
                      </a:ext>
                    </a:extLst>
                  </p:cNvPr>
                  <p:cNvSpPr/>
                  <p:nvPr/>
                </p:nvSpPr>
                <p:spPr>
                  <a:xfrm>
                    <a:off x="4906978" y="2236206"/>
                    <a:ext cx="1013988" cy="516047"/>
                  </a:xfrm>
                  <a:prstGeom prst="rect">
                    <a:avLst/>
                  </a:prstGeom>
                  <a:solidFill>
                    <a:schemeClr val="tx1">
                      <a:lumMod val="85000"/>
                    </a:schemeClr>
                  </a:solidFill>
                  <a:ln>
                    <a:solidFill>
                      <a:schemeClr val="tx1">
                        <a:lumMod val="85000"/>
                      </a:schemeClr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b="0" i="1" smtClean="0">
                              <a:solidFill>
                                <a:schemeClr val="tx1">
                                  <a:lumMod val="8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𝑇</m:t>
                          </m:r>
                          <m:r>
                            <a:rPr lang="en-US" b="0" i="1" smtClean="0">
                              <a:solidFill>
                                <a:schemeClr val="tx1">
                                  <a:lumMod val="8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(1)</m:t>
                          </m:r>
                        </m:oMath>
                      </m:oMathPara>
                    </a14:m>
                    <a:endParaRPr lang="en-US" dirty="0">
                      <a:solidFill>
                        <a:schemeClr val="tx1">
                          <a:lumMod val="85000"/>
                        </a:schemeClr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46" name="Rectangle 45">
                    <a:extLst>
                      <a:ext uri="{FF2B5EF4-FFF2-40B4-BE49-F238E27FC236}">
                        <a16:creationId xmlns:a16="http://schemas.microsoft.com/office/drawing/2014/main" id="{FF732BD4-C77C-50DF-91E8-4A4E8EAABBB6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4906978" y="2236206"/>
                    <a:ext cx="1013988" cy="516047"/>
                  </a:xfrm>
                  <a:prstGeom prst="rect">
                    <a:avLst/>
                  </a:prstGeom>
                  <a:blipFill>
                    <a:blip r:embed="rId14"/>
                    <a:stretch>
                      <a:fillRect l="-6000" b="-9091"/>
                    </a:stretch>
                  </a:blipFill>
                  <a:ln>
                    <a:solidFill>
                      <a:schemeClr val="tx1">
                        <a:lumMod val="85000"/>
                      </a:schemeClr>
                    </a:solidFill>
                  </a:ln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47" name="Rectangle 46">
                    <a:extLst>
                      <a:ext uri="{FF2B5EF4-FFF2-40B4-BE49-F238E27FC236}">
                        <a16:creationId xmlns:a16="http://schemas.microsoft.com/office/drawing/2014/main" id="{9A0D3528-6244-F7EC-EC14-2F813783A809}"/>
                      </a:ext>
                    </a:extLst>
                  </p:cNvPr>
                  <p:cNvSpPr/>
                  <p:nvPr/>
                </p:nvSpPr>
                <p:spPr>
                  <a:xfrm>
                    <a:off x="5920966" y="2236206"/>
                    <a:ext cx="597529" cy="516047"/>
                  </a:xfrm>
                  <a:prstGeom prst="rect">
                    <a:avLst/>
                  </a:prstGeom>
                  <a:solidFill>
                    <a:schemeClr val="tx1">
                      <a:lumMod val="85000"/>
                    </a:schemeClr>
                  </a:solidFill>
                  <a:ln>
                    <a:solidFill>
                      <a:schemeClr val="tx1">
                        <a:lumMod val="85000"/>
                      </a:schemeClr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b="0" i="1" smtClean="0">
                              <a:solidFill>
                                <a:schemeClr val="tx1">
                                  <a:lumMod val="8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oMath>
                      </m:oMathPara>
                    </a14:m>
                    <a:endParaRPr lang="en-US" dirty="0">
                      <a:solidFill>
                        <a:schemeClr val="tx1">
                          <a:lumMod val="85000"/>
                        </a:schemeClr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47" name="Rectangle 46">
                    <a:extLst>
                      <a:ext uri="{FF2B5EF4-FFF2-40B4-BE49-F238E27FC236}">
                        <a16:creationId xmlns:a16="http://schemas.microsoft.com/office/drawing/2014/main" id="{9A0D3528-6244-F7EC-EC14-2F813783A809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5920966" y="2236206"/>
                    <a:ext cx="597529" cy="516047"/>
                  </a:xfrm>
                  <a:prstGeom prst="rect">
                    <a:avLst/>
                  </a:prstGeom>
                  <a:blipFill>
                    <a:blip r:embed="rId15"/>
                    <a:stretch>
                      <a:fillRect/>
                    </a:stretch>
                  </a:blipFill>
                  <a:ln>
                    <a:solidFill>
                      <a:schemeClr val="tx1">
                        <a:lumMod val="85000"/>
                      </a:schemeClr>
                    </a:solidFill>
                  </a:ln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grpSp>
          <p:nvGrpSpPr>
            <p:cNvPr id="19" name="Group 18">
              <a:extLst>
                <a:ext uri="{FF2B5EF4-FFF2-40B4-BE49-F238E27FC236}">
                  <a16:creationId xmlns:a16="http://schemas.microsoft.com/office/drawing/2014/main" id="{4E0D0974-8A9A-147E-9A69-893A9A973B87}"/>
                </a:ext>
              </a:extLst>
            </p:cNvPr>
            <p:cNvGrpSpPr/>
            <p:nvPr/>
          </p:nvGrpSpPr>
          <p:grpSpPr>
            <a:xfrm>
              <a:off x="4395455" y="6151074"/>
              <a:ext cx="1611517" cy="516047"/>
              <a:chOff x="4906978" y="2236206"/>
              <a:chExt cx="1611517" cy="516047"/>
            </a:xfrm>
          </p:grpSpPr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44" name="Rectangle 43">
                    <a:extLst>
                      <a:ext uri="{FF2B5EF4-FFF2-40B4-BE49-F238E27FC236}">
                        <a16:creationId xmlns:a16="http://schemas.microsoft.com/office/drawing/2014/main" id="{CC6C450C-203D-DBAB-6550-CF9561EAC7E9}"/>
                      </a:ext>
                    </a:extLst>
                  </p:cNvPr>
                  <p:cNvSpPr/>
                  <p:nvPr/>
                </p:nvSpPr>
                <p:spPr>
                  <a:xfrm>
                    <a:off x="4906978" y="2236206"/>
                    <a:ext cx="1013988" cy="516047"/>
                  </a:xfrm>
                  <a:prstGeom prst="rect">
                    <a:avLst/>
                  </a:prstGeom>
                  <a:solidFill>
                    <a:schemeClr val="tx1">
                      <a:lumMod val="85000"/>
                    </a:schemeClr>
                  </a:solidFill>
                  <a:ln>
                    <a:solidFill>
                      <a:schemeClr val="tx1">
                        <a:lumMod val="85000"/>
                      </a:schemeClr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b="0" i="1" smtClean="0">
                              <a:solidFill>
                                <a:schemeClr val="tx1">
                                  <a:lumMod val="8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𝑇</m:t>
                          </m:r>
                          <m:r>
                            <a:rPr lang="en-US" b="0" i="1" smtClean="0">
                              <a:solidFill>
                                <a:schemeClr val="tx1">
                                  <a:lumMod val="8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(1)</m:t>
                          </m:r>
                        </m:oMath>
                      </m:oMathPara>
                    </a14:m>
                    <a:endParaRPr lang="en-US" dirty="0">
                      <a:solidFill>
                        <a:schemeClr val="tx1">
                          <a:lumMod val="85000"/>
                        </a:schemeClr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44" name="Rectangle 43">
                    <a:extLst>
                      <a:ext uri="{FF2B5EF4-FFF2-40B4-BE49-F238E27FC236}">
                        <a16:creationId xmlns:a16="http://schemas.microsoft.com/office/drawing/2014/main" id="{CC6C450C-203D-DBAB-6550-CF9561EAC7E9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4906978" y="2236206"/>
                    <a:ext cx="1013988" cy="516047"/>
                  </a:xfrm>
                  <a:prstGeom prst="rect">
                    <a:avLst/>
                  </a:prstGeom>
                  <a:blipFill>
                    <a:blip r:embed="rId16"/>
                    <a:stretch>
                      <a:fillRect l="-6000" b="-9091"/>
                    </a:stretch>
                  </a:blipFill>
                  <a:ln>
                    <a:solidFill>
                      <a:schemeClr val="tx1">
                        <a:lumMod val="85000"/>
                      </a:schemeClr>
                    </a:solidFill>
                  </a:ln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45" name="Rectangle 44">
                    <a:extLst>
                      <a:ext uri="{FF2B5EF4-FFF2-40B4-BE49-F238E27FC236}">
                        <a16:creationId xmlns:a16="http://schemas.microsoft.com/office/drawing/2014/main" id="{FE645F34-A8B0-C04B-F07C-58A3AC5C0A23}"/>
                      </a:ext>
                    </a:extLst>
                  </p:cNvPr>
                  <p:cNvSpPr/>
                  <p:nvPr/>
                </p:nvSpPr>
                <p:spPr>
                  <a:xfrm>
                    <a:off x="5920966" y="2236206"/>
                    <a:ext cx="597529" cy="516047"/>
                  </a:xfrm>
                  <a:prstGeom prst="rect">
                    <a:avLst/>
                  </a:prstGeom>
                  <a:solidFill>
                    <a:schemeClr val="tx1">
                      <a:lumMod val="85000"/>
                    </a:schemeClr>
                  </a:solidFill>
                  <a:ln>
                    <a:solidFill>
                      <a:schemeClr val="tx1">
                        <a:lumMod val="85000"/>
                      </a:schemeClr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b="0" i="1" smtClean="0">
                              <a:solidFill>
                                <a:schemeClr val="tx1">
                                  <a:lumMod val="8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oMath>
                      </m:oMathPara>
                    </a14:m>
                    <a:endParaRPr lang="en-US" dirty="0">
                      <a:solidFill>
                        <a:schemeClr val="tx1">
                          <a:lumMod val="85000"/>
                        </a:schemeClr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45" name="Rectangle 44">
                    <a:extLst>
                      <a:ext uri="{FF2B5EF4-FFF2-40B4-BE49-F238E27FC236}">
                        <a16:creationId xmlns:a16="http://schemas.microsoft.com/office/drawing/2014/main" id="{FE645F34-A8B0-C04B-F07C-58A3AC5C0A23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5920966" y="2236206"/>
                    <a:ext cx="597529" cy="516047"/>
                  </a:xfrm>
                  <a:prstGeom prst="rect">
                    <a:avLst/>
                  </a:prstGeom>
                  <a:blipFill>
                    <a:blip r:embed="rId17"/>
                    <a:stretch>
                      <a:fillRect/>
                    </a:stretch>
                  </a:blipFill>
                  <a:ln>
                    <a:solidFill>
                      <a:schemeClr val="tx1">
                        <a:lumMod val="85000"/>
                      </a:schemeClr>
                    </a:solidFill>
                  </a:ln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grpSp>
          <p:nvGrpSpPr>
            <p:cNvPr id="20" name="Group 19">
              <a:extLst>
                <a:ext uri="{FF2B5EF4-FFF2-40B4-BE49-F238E27FC236}">
                  <a16:creationId xmlns:a16="http://schemas.microsoft.com/office/drawing/2014/main" id="{BC8759A4-3DC8-FC8E-0D01-B63A4C1F203D}"/>
                </a:ext>
              </a:extLst>
            </p:cNvPr>
            <p:cNvGrpSpPr/>
            <p:nvPr/>
          </p:nvGrpSpPr>
          <p:grpSpPr>
            <a:xfrm>
              <a:off x="9018762" y="6151073"/>
              <a:ext cx="1611517" cy="516047"/>
              <a:chOff x="4906978" y="2236206"/>
              <a:chExt cx="1611517" cy="516047"/>
            </a:xfrm>
          </p:grpSpPr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42" name="Rectangle 41">
                    <a:extLst>
                      <a:ext uri="{FF2B5EF4-FFF2-40B4-BE49-F238E27FC236}">
                        <a16:creationId xmlns:a16="http://schemas.microsoft.com/office/drawing/2014/main" id="{2999FF46-2829-0100-07CA-93A7D125836D}"/>
                      </a:ext>
                    </a:extLst>
                  </p:cNvPr>
                  <p:cNvSpPr/>
                  <p:nvPr/>
                </p:nvSpPr>
                <p:spPr>
                  <a:xfrm>
                    <a:off x="4906978" y="2236206"/>
                    <a:ext cx="1013988" cy="516047"/>
                  </a:xfrm>
                  <a:prstGeom prst="rect">
                    <a:avLst/>
                  </a:prstGeom>
                  <a:solidFill>
                    <a:schemeClr val="tx1">
                      <a:lumMod val="85000"/>
                    </a:schemeClr>
                  </a:solidFill>
                  <a:ln>
                    <a:solidFill>
                      <a:schemeClr val="tx1">
                        <a:lumMod val="85000"/>
                      </a:schemeClr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b="0" i="1" smtClean="0">
                              <a:solidFill>
                                <a:schemeClr val="tx1">
                                  <a:lumMod val="8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𝑇</m:t>
                          </m:r>
                          <m:r>
                            <a:rPr lang="en-US" b="0" i="1" smtClean="0">
                              <a:solidFill>
                                <a:schemeClr val="tx1">
                                  <a:lumMod val="8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(1)</m:t>
                          </m:r>
                        </m:oMath>
                      </m:oMathPara>
                    </a14:m>
                    <a:endParaRPr lang="en-US" dirty="0">
                      <a:solidFill>
                        <a:schemeClr val="tx1">
                          <a:lumMod val="85000"/>
                        </a:schemeClr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42" name="Rectangle 41">
                    <a:extLst>
                      <a:ext uri="{FF2B5EF4-FFF2-40B4-BE49-F238E27FC236}">
                        <a16:creationId xmlns:a16="http://schemas.microsoft.com/office/drawing/2014/main" id="{2999FF46-2829-0100-07CA-93A7D125836D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4906978" y="2236206"/>
                    <a:ext cx="1013988" cy="516047"/>
                  </a:xfrm>
                  <a:prstGeom prst="rect">
                    <a:avLst/>
                  </a:prstGeom>
                  <a:blipFill>
                    <a:blip r:embed="rId18"/>
                    <a:stretch>
                      <a:fillRect l="-6122" b="-9091"/>
                    </a:stretch>
                  </a:blipFill>
                  <a:ln>
                    <a:solidFill>
                      <a:schemeClr val="tx1">
                        <a:lumMod val="85000"/>
                      </a:schemeClr>
                    </a:solidFill>
                  </a:ln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43" name="Rectangle 42">
                    <a:extLst>
                      <a:ext uri="{FF2B5EF4-FFF2-40B4-BE49-F238E27FC236}">
                        <a16:creationId xmlns:a16="http://schemas.microsoft.com/office/drawing/2014/main" id="{F452B867-900C-0453-2F10-6DB5EBCE08D9}"/>
                      </a:ext>
                    </a:extLst>
                  </p:cNvPr>
                  <p:cNvSpPr/>
                  <p:nvPr/>
                </p:nvSpPr>
                <p:spPr>
                  <a:xfrm>
                    <a:off x="5920966" y="2236206"/>
                    <a:ext cx="597529" cy="516047"/>
                  </a:xfrm>
                  <a:prstGeom prst="rect">
                    <a:avLst/>
                  </a:prstGeom>
                  <a:solidFill>
                    <a:schemeClr val="tx1">
                      <a:lumMod val="85000"/>
                    </a:schemeClr>
                  </a:solidFill>
                  <a:ln>
                    <a:solidFill>
                      <a:schemeClr val="tx1">
                        <a:lumMod val="85000"/>
                      </a:schemeClr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b="0" i="1" smtClean="0">
                              <a:solidFill>
                                <a:schemeClr val="tx1">
                                  <a:lumMod val="8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oMath>
                      </m:oMathPara>
                    </a14:m>
                    <a:endParaRPr lang="en-US" dirty="0">
                      <a:solidFill>
                        <a:schemeClr val="tx1">
                          <a:lumMod val="85000"/>
                        </a:schemeClr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43" name="Rectangle 42">
                    <a:extLst>
                      <a:ext uri="{FF2B5EF4-FFF2-40B4-BE49-F238E27FC236}">
                        <a16:creationId xmlns:a16="http://schemas.microsoft.com/office/drawing/2014/main" id="{F452B867-900C-0453-2F10-6DB5EBCE08D9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5920966" y="2236206"/>
                    <a:ext cx="597529" cy="516047"/>
                  </a:xfrm>
                  <a:prstGeom prst="rect">
                    <a:avLst/>
                  </a:prstGeom>
                  <a:blipFill>
                    <a:blip r:embed="rId19"/>
                    <a:stretch>
                      <a:fillRect/>
                    </a:stretch>
                  </a:blipFill>
                  <a:ln>
                    <a:solidFill>
                      <a:schemeClr val="tx1">
                        <a:lumMod val="85000"/>
                      </a:schemeClr>
                    </a:solidFill>
                  </a:ln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cxnSp>
          <p:nvCxnSpPr>
            <p:cNvPr id="21" name="Straight Connector 20">
              <a:extLst>
                <a:ext uri="{FF2B5EF4-FFF2-40B4-BE49-F238E27FC236}">
                  <a16:creationId xmlns:a16="http://schemas.microsoft.com/office/drawing/2014/main" id="{EB659FAF-34C1-EEE3-9C67-A145814224B4}"/>
                </a:ext>
              </a:extLst>
            </p:cNvPr>
            <p:cNvCxnSpPr>
              <a:stCxn id="62" idx="2"/>
              <a:endCxn id="58" idx="0"/>
            </p:cNvCxnSpPr>
            <p:nvPr/>
          </p:nvCxnSpPr>
          <p:spPr>
            <a:xfrm flipH="1">
              <a:off x="3381467" y="2693026"/>
              <a:ext cx="1836345" cy="477950"/>
            </a:xfrm>
            <a:prstGeom prst="line">
              <a:avLst/>
            </a:prstGeom>
            <a:solidFill>
              <a:schemeClr val="tx1">
                <a:lumMod val="85000"/>
              </a:schemeClr>
            </a:solidFill>
            <a:ln>
              <a:solidFill>
                <a:schemeClr val="tx1">
                  <a:lumMod val="8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Straight Connector 21">
              <a:extLst>
                <a:ext uri="{FF2B5EF4-FFF2-40B4-BE49-F238E27FC236}">
                  <a16:creationId xmlns:a16="http://schemas.microsoft.com/office/drawing/2014/main" id="{6E43F5E1-EC2F-EDDE-F9AC-97522329341D}"/>
                </a:ext>
              </a:extLst>
            </p:cNvPr>
            <p:cNvCxnSpPr>
              <a:cxnSpLocks/>
              <a:stCxn id="62" idx="2"/>
              <a:endCxn id="60" idx="0"/>
            </p:cNvCxnSpPr>
            <p:nvPr/>
          </p:nvCxnSpPr>
          <p:spPr>
            <a:xfrm>
              <a:off x="5217812" y="2693026"/>
              <a:ext cx="1946079" cy="477950"/>
            </a:xfrm>
            <a:prstGeom prst="line">
              <a:avLst/>
            </a:prstGeom>
            <a:solidFill>
              <a:schemeClr val="tx1">
                <a:lumMod val="85000"/>
              </a:schemeClr>
            </a:solidFill>
            <a:ln>
              <a:solidFill>
                <a:schemeClr val="tx1">
                  <a:lumMod val="8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Straight Connector 22">
              <a:extLst>
                <a:ext uri="{FF2B5EF4-FFF2-40B4-BE49-F238E27FC236}">
                  <a16:creationId xmlns:a16="http://schemas.microsoft.com/office/drawing/2014/main" id="{B321231C-A038-9147-30D5-97C70AE8BE33}"/>
                </a:ext>
              </a:extLst>
            </p:cNvPr>
            <p:cNvCxnSpPr>
              <a:cxnSpLocks/>
              <a:stCxn id="58" idx="2"/>
              <a:endCxn id="56" idx="0"/>
            </p:cNvCxnSpPr>
            <p:nvPr/>
          </p:nvCxnSpPr>
          <p:spPr>
            <a:xfrm flipH="1">
              <a:off x="2068715" y="3687023"/>
              <a:ext cx="1312752" cy="738615"/>
            </a:xfrm>
            <a:prstGeom prst="line">
              <a:avLst/>
            </a:prstGeom>
            <a:solidFill>
              <a:schemeClr val="tx1">
                <a:lumMod val="85000"/>
              </a:schemeClr>
            </a:solidFill>
            <a:ln>
              <a:solidFill>
                <a:schemeClr val="tx1">
                  <a:lumMod val="8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Straight Connector 23">
              <a:extLst>
                <a:ext uri="{FF2B5EF4-FFF2-40B4-BE49-F238E27FC236}">
                  <a16:creationId xmlns:a16="http://schemas.microsoft.com/office/drawing/2014/main" id="{466F9BB7-DCEC-5445-AB78-46B531CD532A}"/>
                </a:ext>
              </a:extLst>
            </p:cNvPr>
            <p:cNvCxnSpPr>
              <a:cxnSpLocks/>
              <a:stCxn id="58" idx="2"/>
              <a:endCxn id="54" idx="0"/>
            </p:cNvCxnSpPr>
            <p:nvPr/>
          </p:nvCxnSpPr>
          <p:spPr>
            <a:xfrm>
              <a:off x="3381467" y="3687023"/>
              <a:ext cx="1004519" cy="738612"/>
            </a:xfrm>
            <a:prstGeom prst="line">
              <a:avLst/>
            </a:prstGeom>
            <a:solidFill>
              <a:schemeClr val="tx1">
                <a:lumMod val="85000"/>
              </a:schemeClr>
            </a:solidFill>
            <a:ln>
              <a:solidFill>
                <a:schemeClr val="tx1">
                  <a:lumMod val="8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Connector 24">
              <a:extLst>
                <a:ext uri="{FF2B5EF4-FFF2-40B4-BE49-F238E27FC236}">
                  <a16:creationId xmlns:a16="http://schemas.microsoft.com/office/drawing/2014/main" id="{26DDAA0B-B206-2F08-4B29-407C5F7299DC}"/>
                </a:ext>
              </a:extLst>
            </p:cNvPr>
            <p:cNvCxnSpPr>
              <a:cxnSpLocks/>
              <a:stCxn id="60" idx="2"/>
              <a:endCxn id="52" idx="0"/>
            </p:cNvCxnSpPr>
            <p:nvPr/>
          </p:nvCxnSpPr>
          <p:spPr>
            <a:xfrm flipH="1">
              <a:off x="6610537" y="3687023"/>
              <a:ext cx="553354" cy="738612"/>
            </a:xfrm>
            <a:prstGeom prst="line">
              <a:avLst/>
            </a:prstGeom>
            <a:solidFill>
              <a:schemeClr val="tx1">
                <a:lumMod val="85000"/>
              </a:schemeClr>
            </a:solidFill>
            <a:ln>
              <a:solidFill>
                <a:schemeClr val="tx1">
                  <a:lumMod val="8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B3FA7AE2-FE7C-CA89-D473-7202208B7228}"/>
                </a:ext>
              </a:extLst>
            </p:cNvPr>
            <p:cNvCxnSpPr>
              <a:cxnSpLocks/>
              <a:stCxn id="60" idx="2"/>
              <a:endCxn id="50" idx="0"/>
            </p:cNvCxnSpPr>
            <p:nvPr/>
          </p:nvCxnSpPr>
          <p:spPr>
            <a:xfrm>
              <a:off x="7163891" y="3687023"/>
              <a:ext cx="1598193" cy="738612"/>
            </a:xfrm>
            <a:prstGeom prst="line">
              <a:avLst/>
            </a:prstGeom>
            <a:solidFill>
              <a:schemeClr val="tx1">
                <a:lumMod val="85000"/>
              </a:schemeClr>
            </a:solidFill>
            <a:ln>
              <a:solidFill>
                <a:schemeClr val="tx1">
                  <a:lumMod val="8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540385B0-4161-745B-7587-724B93933647}"/>
                </a:ext>
              </a:extLst>
            </p:cNvPr>
            <p:cNvSpPr txBox="1"/>
            <p:nvPr/>
          </p:nvSpPr>
          <p:spPr>
            <a:xfrm>
              <a:off x="2640168" y="5412460"/>
              <a:ext cx="133882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……………</a:t>
              </a:r>
            </a:p>
          </p:txBody>
        </p:sp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5EE62AFF-961B-A7E2-DD7B-88881752BE5E}"/>
                </a:ext>
              </a:extLst>
            </p:cNvPr>
            <p:cNvSpPr txBox="1"/>
            <p:nvPr/>
          </p:nvSpPr>
          <p:spPr>
            <a:xfrm>
              <a:off x="7293573" y="5369633"/>
              <a:ext cx="133882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……………</a:t>
              </a:r>
            </a:p>
          </p:txBody>
        </p:sp>
        <p:cxnSp>
          <p:nvCxnSpPr>
            <p:cNvPr id="29" name="Straight Connector 28">
              <a:extLst>
                <a:ext uri="{FF2B5EF4-FFF2-40B4-BE49-F238E27FC236}">
                  <a16:creationId xmlns:a16="http://schemas.microsoft.com/office/drawing/2014/main" id="{DB99A64D-37B7-A5F7-C35A-16E97744838F}"/>
                </a:ext>
              </a:extLst>
            </p:cNvPr>
            <p:cNvCxnSpPr>
              <a:cxnSpLocks/>
              <a:endCxn id="48" idx="0"/>
            </p:cNvCxnSpPr>
            <p:nvPr/>
          </p:nvCxnSpPr>
          <p:spPr>
            <a:xfrm flipH="1">
              <a:off x="947852" y="5884752"/>
              <a:ext cx="805758" cy="266324"/>
            </a:xfrm>
            <a:prstGeom prst="line">
              <a:avLst/>
            </a:prstGeom>
            <a:ln>
              <a:solidFill>
                <a:schemeClr val="tx1">
                  <a:lumMod val="8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Straight Connector 29">
              <a:extLst>
                <a:ext uri="{FF2B5EF4-FFF2-40B4-BE49-F238E27FC236}">
                  <a16:creationId xmlns:a16="http://schemas.microsoft.com/office/drawing/2014/main" id="{856DDF60-F428-06E1-C3A0-D659D4752C22}"/>
                </a:ext>
              </a:extLst>
            </p:cNvPr>
            <p:cNvCxnSpPr>
              <a:cxnSpLocks/>
              <a:stCxn id="46" idx="0"/>
            </p:cNvCxnSpPr>
            <p:nvPr/>
          </p:nvCxnSpPr>
          <p:spPr>
            <a:xfrm flipH="1" flipV="1">
              <a:off x="2640168" y="5928507"/>
              <a:ext cx="234305" cy="222568"/>
            </a:xfrm>
            <a:prstGeom prst="line">
              <a:avLst/>
            </a:prstGeom>
            <a:ln>
              <a:solidFill>
                <a:schemeClr val="tx1">
                  <a:lumMod val="8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Straight Connector 30">
              <a:extLst>
                <a:ext uri="{FF2B5EF4-FFF2-40B4-BE49-F238E27FC236}">
                  <a16:creationId xmlns:a16="http://schemas.microsoft.com/office/drawing/2014/main" id="{790642AB-C610-7557-356C-30084A047F50}"/>
                </a:ext>
              </a:extLst>
            </p:cNvPr>
            <p:cNvCxnSpPr>
              <a:cxnSpLocks/>
              <a:stCxn id="56" idx="2"/>
            </p:cNvCxnSpPr>
            <p:nvPr/>
          </p:nvCxnSpPr>
          <p:spPr>
            <a:xfrm flipH="1">
              <a:off x="1707164" y="4941685"/>
              <a:ext cx="361551" cy="266324"/>
            </a:xfrm>
            <a:prstGeom prst="line">
              <a:avLst/>
            </a:prstGeom>
            <a:ln>
              <a:solidFill>
                <a:schemeClr val="tx1">
                  <a:lumMod val="8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" name="Straight Connector 31">
              <a:extLst>
                <a:ext uri="{FF2B5EF4-FFF2-40B4-BE49-F238E27FC236}">
                  <a16:creationId xmlns:a16="http://schemas.microsoft.com/office/drawing/2014/main" id="{3CAA618D-1DE8-6944-7FBC-F54D67E35CF5}"/>
                </a:ext>
              </a:extLst>
            </p:cNvPr>
            <p:cNvCxnSpPr>
              <a:cxnSpLocks/>
              <a:stCxn id="56" idx="2"/>
            </p:cNvCxnSpPr>
            <p:nvPr/>
          </p:nvCxnSpPr>
          <p:spPr>
            <a:xfrm>
              <a:off x="2068715" y="4941685"/>
              <a:ext cx="298764" cy="262171"/>
            </a:xfrm>
            <a:prstGeom prst="line">
              <a:avLst/>
            </a:prstGeom>
            <a:ln>
              <a:solidFill>
                <a:schemeClr val="tx1">
                  <a:lumMod val="8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" name="Straight Connector 32">
              <a:extLst>
                <a:ext uri="{FF2B5EF4-FFF2-40B4-BE49-F238E27FC236}">
                  <a16:creationId xmlns:a16="http://schemas.microsoft.com/office/drawing/2014/main" id="{3E47D9BD-7BFD-5164-A9E1-EC361346EF34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050796" y="4941682"/>
              <a:ext cx="361551" cy="266324"/>
            </a:xfrm>
            <a:prstGeom prst="line">
              <a:avLst/>
            </a:prstGeom>
            <a:ln>
              <a:solidFill>
                <a:schemeClr val="tx1">
                  <a:lumMod val="8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Connector 33">
              <a:extLst>
                <a:ext uri="{FF2B5EF4-FFF2-40B4-BE49-F238E27FC236}">
                  <a16:creationId xmlns:a16="http://schemas.microsoft.com/office/drawing/2014/main" id="{B5EE0257-4DDB-5175-4D68-568A1D3AC01B}"/>
                </a:ext>
              </a:extLst>
            </p:cNvPr>
            <p:cNvCxnSpPr>
              <a:cxnSpLocks/>
            </p:cNvCxnSpPr>
            <p:nvPr/>
          </p:nvCxnSpPr>
          <p:spPr>
            <a:xfrm>
              <a:off x="4412347" y="4941682"/>
              <a:ext cx="298764" cy="262171"/>
            </a:xfrm>
            <a:prstGeom prst="line">
              <a:avLst/>
            </a:prstGeom>
            <a:ln>
              <a:solidFill>
                <a:schemeClr val="tx1">
                  <a:lumMod val="8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" name="Straight Connector 34">
              <a:extLst>
                <a:ext uri="{FF2B5EF4-FFF2-40B4-BE49-F238E27FC236}">
                  <a16:creationId xmlns:a16="http://schemas.microsoft.com/office/drawing/2014/main" id="{BC1033D5-3682-9C78-21FA-CF6AE294BC13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280379" y="4941682"/>
              <a:ext cx="361551" cy="266324"/>
            </a:xfrm>
            <a:prstGeom prst="line">
              <a:avLst/>
            </a:prstGeom>
            <a:ln>
              <a:solidFill>
                <a:schemeClr val="tx1">
                  <a:lumMod val="8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" name="Straight Connector 35">
              <a:extLst>
                <a:ext uri="{FF2B5EF4-FFF2-40B4-BE49-F238E27FC236}">
                  <a16:creationId xmlns:a16="http://schemas.microsoft.com/office/drawing/2014/main" id="{5A7F031D-21A4-EE83-D0D5-AB0D46DCAF14}"/>
                </a:ext>
              </a:extLst>
            </p:cNvPr>
            <p:cNvCxnSpPr>
              <a:cxnSpLocks/>
            </p:cNvCxnSpPr>
            <p:nvPr/>
          </p:nvCxnSpPr>
          <p:spPr>
            <a:xfrm>
              <a:off x="6641930" y="4941682"/>
              <a:ext cx="298764" cy="262171"/>
            </a:xfrm>
            <a:prstGeom prst="line">
              <a:avLst/>
            </a:prstGeom>
            <a:ln>
              <a:solidFill>
                <a:schemeClr val="tx1">
                  <a:lumMod val="8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" name="Straight Connector 36">
              <a:extLst>
                <a:ext uri="{FF2B5EF4-FFF2-40B4-BE49-F238E27FC236}">
                  <a16:creationId xmlns:a16="http://schemas.microsoft.com/office/drawing/2014/main" id="{B5ECE28B-E665-12D1-6691-8C06371AE106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8400533" y="4941682"/>
              <a:ext cx="361551" cy="266324"/>
            </a:xfrm>
            <a:prstGeom prst="line">
              <a:avLst/>
            </a:prstGeom>
            <a:ln>
              <a:solidFill>
                <a:schemeClr val="tx1">
                  <a:lumMod val="8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" name="Straight Connector 37">
              <a:extLst>
                <a:ext uri="{FF2B5EF4-FFF2-40B4-BE49-F238E27FC236}">
                  <a16:creationId xmlns:a16="http://schemas.microsoft.com/office/drawing/2014/main" id="{AAD9CCD7-B6BE-6491-50B0-B2F4C3AA5015}"/>
                </a:ext>
              </a:extLst>
            </p:cNvPr>
            <p:cNvCxnSpPr>
              <a:cxnSpLocks/>
            </p:cNvCxnSpPr>
            <p:nvPr/>
          </p:nvCxnSpPr>
          <p:spPr>
            <a:xfrm>
              <a:off x="8762084" y="4941682"/>
              <a:ext cx="298764" cy="262171"/>
            </a:xfrm>
            <a:prstGeom prst="line">
              <a:avLst/>
            </a:prstGeom>
            <a:ln>
              <a:solidFill>
                <a:schemeClr val="tx1">
                  <a:lumMod val="8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" name="Straight Connector 38">
              <a:extLst>
                <a:ext uri="{FF2B5EF4-FFF2-40B4-BE49-F238E27FC236}">
                  <a16:creationId xmlns:a16="http://schemas.microsoft.com/office/drawing/2014/main" id="{152C1368-6966-9122-0972-53CB7E05E8B5}"/>
                </a:ext>
              </a:extLst>
            </p:cNvPr>
            <p:cNvCxnSpPr>
              <a:cxnSpLocks/>
              <a:stCxn id="44" idx="0"/>
            </p:cNvCxnSpPr>
            <p:nvPr/>
          </p:nvCxnSpPr>
          <p:spPr>
            <a:xfrm flipV="1">
              <a:off x="4902449" y="5928507"/>
              <a:ext cx="315363" cy="222567"/>
            </a:xfrm>
            <a:prstGeom prst="line">
              <a:avLst/>
            </a:prstGeom>
            <a:ln>
              <a:solidFill>
                <a:schemeClr val="tx1">
                  <a:lumMod val="8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" name="Straight Connector 39">
              <a:extLst>
                <a:ext uri="{FF2B5EF4-FFF2-40B4-BE49-F238E27FC236}">
                  <a16:creationId xmlns:a16="http://schemas.microsoft.com/office/drawing/2014/main" id="{34F432CC-45DE-247D-EE3E-955225EDB259}"/>
                </a:ext>
              </a:extLst>
            </p:cNvPr>
            <p:cNvCxnSpPr>
              <a:cxnSpLocks/>
              <a:stCxn id="42" idx="0"/>
            </p:cNvCxnSpPr>
            <p:nvPr/>
          </p:nvCxnSpPr>
          <p:spPr>
            <a:xfrm flipH="1" flipV="1">
              <a:off x="9018762" y="5884752"/>
              <a:ext cx="506994" cy="266321"/>
            </a:xfrm>
            <a:prstGeom prst="line">
              <a:avLst/>
            </a:prstGeom>
            <a:ln>
              <a:solidFill>
                <a:schemeClr val="tx1">
                  <a:lumMod val="8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1" name="TextBox 40">
              <a:extLst>
                <a:ext uri="{FF2B5EF4-FFF2-40B4-BE49-F238E27FC236}">
                  <a16:creationId xmlns:a16="http://schemas.microsoft.com/office/drawing/2014/main" id="{F5DBF500-874E-42D0-D093-0A3098078301}"/>
                </a:ext>
              </a:extLst>
            </p:cNvPr>
            <p:cNvSpPr txBox="1"/>
            <p:nvPr/>
          </p:nvSpPr>
          <p:spPr>
            <a:xfrm>
              <a:off x="6791312" y="6187287"/>
              <a:ext cx="133882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……………</a:t>
              </a:r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41985" name="Rectangle 3">
                <a:extLst>
                  <a:ext uri="{FF2B5EF4-FFF2-40B4-BE49-F238E27FC236}">
                    <a16:creationId xmlns:a16="http://schemas.microsoft.com/office/drawing/2014/main" id="{7E233BDE-CD07-86F9-02CB-F87FABA5C032}"/>
                  </a:ext>
                </a:extLst>
              </p:cNvPr>
              <p:cNvSpPr txBox="1">
                <a:spLocks noChangeArrowheads="1"/>
              </p:cNvSpPr>
              <p:nvPr>
                <p:custDataLst>
                  <p:tags r:id="rId4"/>
                </p:custDataLst>
              </p:nvPr>
            </p:nvSpPr>
            <p:spPr>
              <a:xfrm>
                <a:off x="7688792" y="3968850"/>
                <a:ext cx="3360207" cy="1938994"/>
              </a:xfrm>
              <a:prstGeom prst="rect">
                <a:avLst/>
              </a:prstGeom>
              <a:ln>
                <a:solidFill>
                  <a:schemeClr val="tx1">
                    <a:lumMod val="95000"/>
                  </a:schemeClr>
                </a:solidFill>
              </a:ln>
            </p:spPr>
            <p:txBody>
              <a:bodyPr vert="horz" lIns="91440" tIns="45720" rIns="91440" bIns="45720" rtlCol="0">
                <a:normAutofit/>
              </a:bodyPr>
              <a:lstStyle>
                <a:lvl1pPr marL="228600" indent="-228600" algn="l" defTabSz="914400" rtl="0" eaLnBrk="1" latinLnBrk="0" hangingPunct="1">
                  <a:lnSpc>
                    <a:spcPct val="120000"/>
                  </a:lnSpc>
                  <a:spcBef>
                    <a:spcPts val="1000"/>
                  </a:spcBef>
                  <a:buSzPct val="125000"/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None/>
                </a:pP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accent3"/>
                        </a:solidFill>
                        <a:latin typeface="Cambria Math" panose="02040503050406030204" pitchFamily="18" charset="0"/>
                      </a:rPr>
                      <m:t>𝑓</m:t>
                    </m:r>
                    <m:r>
                      <a:rPr lang="en-US" b="0" i="1" smtClean="0">
                        <a:solidFill>
                          <a:schemeClr val="accent3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0" i="1" smtClean="0">
                        <a:solidFill>
                          <a:schemeClr val="accent3"/>
                        </a:solidFill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b="0" i="1" smtClean="0">
                        <a:solidFill>
                          <a:schemeClr val="accent3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>
                    <a:solidFill>
                      <a:schemeClr val="accent3"/>
                    </a:solidFill>
                  </a:rPr>
                  <a:t> </a:t>
                </a:r>
                <a:r>
                  <a:rPr lang="en-US" dirty="0"/>
                  <a:t>dominates the runtime so it is the total runtime. But what about that weird condition!!</a:t>
                </a:r>
              </a:p>
            </p:txBody>
          </p:sp>
        </mc:Choice>
        <mc:Fallback xmlns="">
          <p:sp>
            <p:nvSpPr>
              <p:cNvPr id="41985" name="Rectangle 3">
                <a:extLst>
                  <a:ext uri="{FF2B5EF4-FFF2-40B4-BE49-F238E27FC236}">
                    <a16:creationId xmlns:a16="http://schemas.microsoft.com/office/drawing/2014/main" id="{7E233BDE-CD07-86F9-02CB-F87FABA5C03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>
                <p:custDataLst>
                  <p:tags r:id="rId20"/>
                </p:custDataLst>
              </p:nvPr>
            </p:nvSpPr>
            <p:spPr>
              <a:xfrm>
                <a:off x="7688792" y="3968850"/>
                <a:ext cx="3360207" cy="1938994"/>
              </a:xfrm>
              <a:prstGeom prst="rect">
                <a:avLst/>
              </a:prstGeom>
              <a:blipFill>
                <a:blip r:embed="rId21"/>
                <a:stretch>
                  <a:fillRect l="-2247" t="-649" b="-1299"/>
                </a:stretch>
              </a:blipFill>
              <a:ln>
                <a:solidFill>
                  <a:schemeClr val="tx1">
                    <a:lumMod val="95000"/>
                  </a:schemeClr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" name="Rectangle 3">
                <a:extLst>
                  <a:ext uri="{FF2B5EF4-FFF2-40B4-BE49-F238E27FC236}">
                    <a16:creationId xmlns:a16="http://schemas.microsoft.com/office/drawing/2014/main" id="{4B7DAFF7-F0D3-C642-3F05-98710A0F4741}"/>
                  </a:ext>
                </a:extLst>
              </p:cNvPr>
              <p:cNvSpPr txBox="1">
                <a:spLocks noChangeArrowheads="1"/>
              </p:cNvSpPr>
              <p:nvPr>
                <p:custDataLst>
                  <p:tags r:id="rId5"/>
                </p:custDataLst>
              </p:nvPr>
            </p:nvSpPr>
            <p:spPr>
              <a:xfrm>
                <a:off x="3077966" y="2125345"/>
                <a:ext cx="7462318" cy="985723"/>
              </a:xfrm>
              <a:prstGeom prst="rect">
                <a:avLst/>
              </a:prstGeo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txBody>
              <a:bodyPr vert="horz" lIns="91440" tIns="45720" rIns="91440" bIns="45720" rtlCol="0" anchor="ctr">
                <a:normAutofit fontScale="92500" lnSpcReduction="20000"/>
              </a:bodyPr>
              <a:lstStyle>
                <a:lvl1pPr marL="228600" indent="-228600" algn="l" defTabSz="914400" rtl="0" eaLnBrk="1" latinLnBrk="0" hangingPunct="1">
                  <a:lnSpc>
                    <a:spcPct val="120000"/>
                  </a:lnSpc>
                  <a:spcBef>
                    <a:spcPts val="1000"/>
                  </a:spcBef>
                  <a:buSzPct val="125000"/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 algn="ctr">
                  <a:buNone/>
                </a:pPr>
                <a:r>
                  <a:rPr lang="en-US" dirty="0">
                    <a:solidFill>
                      <a:schemeClr val="bg1"/>
                    </a:solidFill>
                  </a:rPr>
                  <a:t>If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accent3"/>
                        </a:solidFill>
                        <a:latin typeface="Cambria Math" panose="02040503050406030204" pitchFamily="18" charset="0"/>
                      </a:rPr>
                      <m:t>𝑓</m:t>
                    </m:r>
                    <m:d>
                      <m:dPr>
                        <m:ctrlPr>
                          <a:rPr lang="en-US" b="0" i="1" smtClean="0">
                            <a:solidFill>
                              <a:schemeClr val="accent3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solidFill>
                              <a:schemeClr val="accent3"/>
                            </a:solidFill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</m:d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∈</m:t>
                    </m:r>
                    <m:r>
                      <m:rPr>
                        <m:sty m:val="p"/>
                      </m:rPr>
                      <a:rPr lang="en-US" b="0" i="0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Ω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(</m:t>
                    </m:r>
                    <m:sSup>
                      <m:sSupPr>
                        <m:ctrlPr>
                          <a:rPr lang="en-US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solidFill>
                              <a:schemeClr val="accent4"/>
                            </a:solidFill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  <m:sup>
                        <m:r>
                          <a:rPr lang="en-US" b="0" i="1" smtClean="0">
                            <a:solidFill>
                              <a:schemeClr val="accent4"/>
                            </a:solidFill>
                            <a:latin typeface="Cambria Math" panose="02040503050406030204" pitchFamily="18" charset="0"/>
                          </a:rPr>
                          <m:t>𝑘</m:t>
                        </m:r>
                        <m:r>
                          <a:rPr lang="en-US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𝜖</m:t>
                        </m:r>
                      </m:sup>
                    </m:sSup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>
                    <a:solidFill>
                      <a:schemeClr val="bg1"/>
                    </a:solidFill>
                  </a:rPr>
                  <a:t> for some positive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𝜖</m:t>
                    </m:r>
                  </m:oMath>
                </a14:m>
                <a:r>
                  <a:rPr lang="en-US" dirty="0">
                    <a:solidFill>
                      <a:schemeClr val="bg1"/>
                    </a:solidFill>
                  </a:rPr>
                  <a:t> and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𝑓</m:t>
                    </m:r>
                    <m:d>
                      <m:dPr>
                        <m:ctrlPr>
                          <a:rPr lang="en-US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f>
                          <m:fPr>
                            <m:ctrlPr>
                              <a:rPr lang="en-US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𝑛</m:t>
                            </m:r>
                          </m:num>
                          <m:den>
                            <m:r>
                              <a:rPr lang="en-US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𝑏</m:t>
                            </m:r>
                          </m:den>
                        </m:f>
                      </m:e>
                    </m:d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≤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𝑐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𝑓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>
                    <a:solidFill>
                      <a:schemeClr val="bg1"/>
                    </a:solidFill>
                  </a:rPr>
                  <a:t> for some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𝑐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&lt;1</m:t>
                    </m:r>
                  </m:oMath>
                </a14:m>
                <a:r>
                  <a:rPr lang="en-US" dirty="0">
                    <a:solidFill>
                      <a:schemeClr val="bg1"/>
                    </a:solidFill>
                  </a:rPr>
                  <a:t> and sufficiently large n, then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𝑇</m:t>
                    </m:r>
                    <m:d>
                      <m:dPr>
                        <m:ctrlPr>
                          <a:rPr lang="en-US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</m:d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∈</m:t>
                    </m:r>
                    <m:r>
                      <a:rPr lang="en-US" b="1" i="0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𝚯</m:t>
                    </m:r>
                    <m:r>
                      <a:rPr lang="en-US" b="1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1" i="1" smtClean="0">
                        <a:solidFill>
                          <a:schemeClr val="accent3"/>
                        </a:solidFill>
                        <a:latin typeface="Cambria Math" panose="02040503050406030204" pitchFamily="18" charset="0"/>
                      </a:rPr>
                      <m:t>𝒇</m:t>
                    </m:r>
                    <m:r>
                      <a:rPr lang="en-US" b="1" i="1" smtClean="0">
                        <a:solidFill>
                          <a:schemeClr val="accent3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1" i="1" smtClean="0">
                        <a:solidFill>
                          <a:schemeClr val="accent3"/>
                        </a:solidFill>
                        <a:latin typeface="Cambria Math" panose="02040503050406030204" pitchFamily="18" charset="0"/>
                      </a:rPr>
                      <m:t>𝒏</m:t>
                    </m:r>
                    <m:r>
                      <a:rPr lang="en-US" b="1" i="1" smtClean="0">
                        <a:solidFill>
                          <a:schemeClr val="accent3"/>
                        </a:solidFill>
                        <a:latin typeface="Cambria Math" panose="02040503050406030204" pitchFamily="18" charset="0"/>
                      </a:rPr>
                      <m:t>))</m:t>
                    </m:r>
                  </m:oMath>
                </a14:m>
                <a:endParaRPr lang="en-US" b="1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3" name="Rectangle 3">
                <a:extLst>
                  <a:ext uri="{FF2B5EF4-FFF2-40B4-BE49-F238E27FC236}">
                    <a16:creationId xmlns:a16="http://schemas.microsoft.com/office/drawing/2014/main" id="{4B7DAFF7-F0D3-C642-3F05-98710A0F474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>
                <p:custDataLst>
                  <p:tags r:id="rId22"/>
                </p:custDataLst>
              </p:nvPr>
            </p:nvSpPr>
            <p:spPr>
              <a:xfrm>
                <a:off x="3077966" y="2125345"/>
                <a:ext cx="7462318" cy="985723"/>
              </a:xfrm>
              <a:prstGeom prst="rect">
                <a:avLst/>
              </a:prstGeom>
              <a:blipFill>
                <a:blip r:embed="rId23"/>
                <a:stretch>
                  <a:fillRect l="-678" r="-1695" b="-8861"/>
                </a:stretch>
              </a:blipFill>
              <a:ln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Rectangle 3">
            <a:extLst>
              <a:ext uri="{FF2B5EF4-FFF2-40B4-BE49-F238E27FC236}">
                <a16:creationId xmlns:a16="http://schemas.microsoft.com/office/drawing/2014/main" id="{09D4ACE8-76B2-8BB3-A871-B5CBDCC51473}"/>
              </a:ext>
            </a:extLst>
          </p:cNvPr>
          <p:cNvSpPr txBox="1">
            <a:spLocks noChangeArrowheads="1"/>
          </p:cNvSpPr>
          <p:nvPr>
            <p:custDataLst>
              <p:tags r:id="rId6"/>
            </p:custDataLst>
          </p:nvPr>
        </p:nvSpPr>
        <p:spPr>
          <a:xfrm>
            <a:off x="1781709" y="2125345"/>
            <a:ext cx="1131684" cy="985723"/>
          </a:xfrm>
          <a:prstGeom prst="rect">
            <a:avLst/>
          </a:prstGeom>
          <a:ln>
            <a:solidFill>
              <a:schemeClr val="bg1"/>
            </a:solidFill>
          </a:ln>
        </p:spPr>
        <p:txBody>
          <a:bodyPr vert="horz" lIns="91440" tIns="45720" rIns="91440" bIns="45720" rtlCol="0" anchor="ctr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dirty="0">
                <a:solidFill>
                  <a:schemeClr val="bg1"/>
                </a:solidFill>
              </a:rPr>
              <a:t>Case 3:</a:t>
            </a:r>
          </a:p>
        </p:txBody>
      </p:sp>
    </p:spTree>
    <p:extLst>
      <p:ext uri="{BB962C8B-B14F-4D97-AF65-F5344CB8AC3E}">
        <p14:creationId xmlns:p14="http://schemas.microsoft.com/office/powerpoint/2010/main" val="2606667699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2532BD0-AA46-50DA-394F-41B4A50877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986" name="Rectangle 2">
            <a:extLst>
              <a:ext uri="{FF2B5EF4-FFF2-40B4-BE49-F238E27FC236}">
                <a16:creationId xmlns:a16="http://schemas.microsoft.com/office/drawing/2014/main" id="{D2B553B5-AAE0-92AD-F204-DB7DBA9D248F}"/>
              </a:ext>
            </a:extLst>
          </p:cNvPr>
          <p:cNvSpPr>
            <a:spLocks noGrp="1" noChangeArrowheads="1"/>
          </p:cNvSpPr>
          <p:nvPr>
            <p:ph type="title"/>
            <p:custDataLst>
              <p:tags r:id="rId1"/>
            </p:custDataLst>
          </p:nvPr>
        </p:nvSpPr>
        <p:spPr>
          <a:xfrm>
            <a:off x="1143001" y="75307"/>
            <a:ext cx="9905998" cy="651482"/>
          </a:xfrm>
        </p:spPr>
        <p:txBody>
          <a:bodyPr/>
          <a:lstStyle/>
          <a:p>
            <a:pPr algn="ctr"/>
            <a:r>
              <a:rPr lang="en-US" dirty="0"/>
              <a:t>The Master Theorem (from </a:t>
            </a:r>
            <a:r>
              <a:rPr lang="en-US" dirty="0" err="1"/>
              <a:t>Cormen</a:t>
            </a:r>
            <a:r>
              <a:rPr lang="en-US" dirty="0"/>
              <a:t>)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1987" name="Rectangle 3">
                <a:extLst>
                  <a:ext uri="{FF2B5EF4-FFF2-40B4-BE49-F238E27FC236}">
                    <a16:creationId xmlns:a16="http://schemas.microsoft.com/office/drawing/2014/main" id="{E485EB1F-F927-3D34-DB9E-C73B23B69638}"/>
                  </a:ext>
                </a:extLst>
              </p:cNvPr>
              <p:cNvSpPr>
                <a:spLocks noGrp="1" noChangeArrowheads="1"/>
              </p:cNvSpPr>
              <p:nvPr>
                <p:ph sz="quarter" idx="1"/>
                <p:custDataLst>
                  <p:tags r:id="rId2"/>
                </p:custDataLst>
              </p:nvPr>
            </p:nvSpPr>
            <p:spPr>
              <a:xfrm>
                <a:off x="1637169" y="1272522"/>
                <a:ext cx="9017251" cy="1902601"/>
              </a:xfrm>
              <a:solidFill>
                <a:schemeClr val="tx1">
                  <a:lumMod val="65000"/>
                </a:schemeClr>
              </a:solidFill>
              <a:ln>
                <a:solidFill>
                  <a:schemeClr val="bg1"/>
                </a:solidFill>
              </a:ln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dirty="0">
                    <a:solidFill>
                      <a:schemeClr val="bg1"/>
                    </a:solidFill>
                  </a:rPr>
                  <a:t>Consider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𝑇</m:t>
                    </m:r>
                    <m:d>
                      <m:dPr>
                        <m:ctrlPr>
                          <a:rPr lang="en-US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</m:d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𝑇</m:t>
                    </m:r>
                    <m:d>
                      <m:dPr>
                        <m:ctrlPr>
                          <a:rPr lang="en-US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f>
                          <m:fPr>
                            <m:ctrlPr>
                              <a:rPr lang="en-US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𝑛</m:t>
                            </m:r>
                          </m:num>
                          <m:den>
                            <m:r>
                              <a:rPr lang="en-US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𝑏</m:t>
                            </m:r>
                          </m:den>
                        </m:f>
                      </m:e>
                    </m:d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b="0" i="1" smtClean="0">
                        <a:solidFill>
                          <a:schemeClr val="accent3"/>
                        </a:solidFill>
                        <a:latin typeface="Cambria Math" panose="02040503050406030204" pitchFamily="18" charset="0"/>
                      </a:rPr>
                      <m:t>𝑓</m:t>
                    </m:r>
                    <m:r>
                      <a:rPr lang="en-US" b="0" i="1" smtClean="0">
                        <a:solidFill>
                          <a:schemeClr val="accent3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0" i="1" smtClean="0">
                        <a:solidFill>
                          <a:schemeClr val="accent3"/>
                        </a:solidFill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b="0" i="1" smtClean="0">
                        <a:solidFill>
                          <a:schemeClr val="accent3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>
                    <a:solidFill>
                      <a:schemeClr val="accent3"/>
                    </a:solidFill>
                  </a:rPr>
                  <a:t> </a:t>
                </a:r>
                <a:r>
                  <a:rPr lang="en-US" dirty="0">
                    <a:solidFill>
                      <a:schemeClr val="bg1"/>
                    </a:solidFill>
                  </a:rPr>
                  <a:t>		Let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accent4"/>
                        </a:solidFill>
                        <a:latin typeface="Cambria Math" panose="02040503050406030204" pitchFamily="18" charset="0"/>
                      </a:rPr>
                      <m:t>𝑘</m:t>
                    </m:r>
                    <m:r>
                      <a:rPr lang="en-US" b="0" i="1" smtClean="0">
                        <a:solidFill>
                          <a:schemeClr val="accent4"/>
                        </a:solidFill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b="0" i="1" smtClean="0">
                            <a:solidFill>
                              <a:schemeClr val="accent4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func>
                          <m:funcPr>
                            <m:ctrlPr>
                              <a:rPr lang="en-US" b="0" i="1" smtClean="0">
                                <a:solidFill>
                                  <a:schemeClr val="accent4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funcPr>
                          <m:fName>
                            <m:r>
                              <m:rPr>
                                <m:sty m:val="p"/>
                              </m:rPr>
                              <a:rPr lang="en-US" b="0" i="0" smtClean="0">
                                <a:solidFill>
                                  <a:schemeClr val="accent4"/>
                                </a:solidFill>
                                <a:latin typeface="Cambria Math" panose="02040503050406030204" pitchFamily="18" charset="0"/>
                              </a:rPr>
                              <m:t>lg</m:t>
                            </m:r>
                          </m:fName>
                          <m:e>
                            <m:r>
                              <a:rPr lang="en-US" b="0" i="1" smtClean="0">
                                <a:solidFill>
                                  <a:schemeClr val="accent4"/>
                                </a:solidFill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</m:func>
                      </m:num>
                      <m:den>
                        <m:func>
                          <m:funcPr>
                            <m:ctrlPr>
                              <a:rPr lang="en-US" b="0" i="1" smtClean="0">
                                <a:solidFill>
                                  <a:schemeClr val="accent4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funcPr>
                          <m:fName>
                            <m:r>
                              <m:rPr>
                                <m:sty m:val="p"/>
                              </m:rPr>
                              <a:rPr lang="en-US" b="0" i="0" smtClean="0">
                                <a:solidFill>
                                  <a:schemeClr val="accent4"/>
                                </a:solidFill>
                                <a:latin typeface="Cambria Math" panose="02040503050406030204" pitchFamily="18" charset="0"/>
                              </a:rPr>
                              <m:t>lg</m:t>
                            </m:r>
                          </m:fName>
                          <m:e>
                            <m:r>
                              <a:rPr lang="en-US" b="0" i="1" smtClean="0">
                                <a:solidFill>
                                  <a:schemeClr val="accent4"/>
                                </a:solidFill>
                                <a:latin typeface="Cambria Math" panose="02040503050406030204" pitchFamily="18" charset="0"/>
                              </a:rPr>
                              <m:t>𝑏</m:t>
                            </m:r>
                          </m:e>
                        </m:func>
                      </m:den>
                    </m:f>
                    <m:r>
                      <a:rPr lang="en-US" b="0" i="1" smtClean="0">
                        <a:solidFill>
                          <a:schemeClr val="accent4"/>
                        </a:solidFill>
                        <a:latin typeface="Cambria Math" panose="02040503050406030204" pitchFamily="18" charset="0"/>
                      </a:rPr>
                      <m:t>=</m:t>
                    </m:r>
                    <m:func>
                      <m:funcPr>
                        <m:ctrlPr>
                          <a:rPr lang="en-US" b="0" i="1" smtClean="0">
                            <a:solidFill>
                              <a:schemeClr val="accent4"/>
                            </a:solidFill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sSub>
                          <m:sSubPr>
                            <m:ctrlPr>
                              <a:rPr lang="en-US" b="0" i="1" smtClean="0">
                                <a:solidFill>
                                  <a:schemeClr val="accent4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b="0" i="0" smtClean="0">
                                <a:solidFill>
                                  <a:schemeClr val="accent4"/>
                                </a:solidFill>
                                <a:latin typeface="Cambria Math" panose="02040503050406030204" pitchFamily="18" charset="0"/>
                              </a:rPr>
                              <m:t>log</m:t>
                            </m:r>
                          </m:e>
                          <m:sub>
                            <m:r>
                              <a:rPr lang="en-US" b="0" i="1" smtClean="0">
                                <a:solidFill>
                                  <a:schemeClr val="accent4"/>
                                </a:solidFill>
                                <a:latin typeface="Cambria Math" panose="02040503050406030204" pitchFamily="18" charset="0"/>
                              </a:rPr>
                              <m:t>𝑏</m:t>
                            </m:r>
                          </m:sub>
                        </m:sSub>
                      </m:fName>
                      <m:e>
                        <m:r>
                          <a:rPr lang="en-US" b="0" i="1" smtClean="0">
                            <a:solidFill>
                              <a:schemeClr val="accent4"/>
                            </a:solidFill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</m:func>
                  </m:oMath>
                </a14:m>
                <a:endParaRPr lang="en-US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41987" name="Rectangle 3">
                <a:extLst>
                  <a:ext uri="{FF2B5EF4-FFF2-40B4-BE49-F238E27FC236}">
                    <a16:creationId xmlns:a16="http://schemas.microsoft.com/office/drawing/2014/main" id="{E485EB1F-F927-3D34-DB9E-C73B23B69638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"/>
                <p:custDataLst>
                  <p:tags r:id="rId7"/>
                </p:custDataLst>
              </p:nvPr>
            </p:nvSpPr>
            <p:spPr>
              <a:xfrm>
                <a:off x="1637169" y="1272522"/>
                <a:ext cx="9017251" cy="1902601"/>
              </a:xfrm>
              <a:blipFill>
                <a:blip r:embed="rId8"/>
                <a:stretch>
                  <a:fillRect l="-983"/>
                </a:stretch>
              </a:blipFill>
              <a:ln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" name="Rectangle 3">
            <a:extLst>
              <a:ext uri="{FF2B5EF4-FFF2-40B4-BE49-F238E27FC236}">
                <a16:creationId xmlns:a16="http://schemas.microsoft.com/office/drawing/2014/main" id="{B1B98858-A65E-0262-BB1F-F394FB4C0353}"/>
              </a:ext>
            </a:extLst>
          </p:cNvPr>
          <p:cNvSpPr txBox="1">
            <a:spLocks noChangeArrowheads="1"/>
          </p:cNvSpPr>
          <p:nvPr>
            <p:custDataLst>
              <p:tags r:id="rId3"/>
            </p:custDataLst>
          </p:nvPr>
        </p:nvSpPr>
        <p:spPr>
          <a:xfrm>
            <a:off x="1637169" y="794781"/>
            <a:ext cx="9017250" cy="5356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dirty="0"/>
              <a:t>The Master Theorem: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Rectangle 3">
                <a:extLst>
                  <a:ext uri="{FF2B5EF4-FFF2-40B4-BE49-F238E27FC236}">
                    <a16:creationId xmlns:a16="http://schemas.microsoft.com/office/drawing/2014/main" id="{FDF2FDFF-2AD1-EAC6-9F5A-ECFA3FD7A58A}"/>
                  </a:ext>
                </a:extLst>
              </p:cNvPr>
              <p:cNvSpPr txBox="1">
                <a:spLocks noChangeArrowheads="1"/>
              </p:cNvSpPr>
              <p:nvPr>
                <p:custDataLst>
                  <p:tags r:id="rId4"/>
                </p:custDataLst>
              </p:nvPr>
            </p:nvSpPr>
            <p:spPr>
              <a:xfrm>
                <a:off x="3077966" y="2125345"/>
                <a:ext cx="7462318" cy="985723"/>
              </a:xfrm>
              <a:prstGeom prst="rect">
                <a:avLst/>
              </a:prstGeo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txBody>
              <a:bodyPr vert="horz" lIns="91440" tIns="45720" rIns="91440" bIns="45720" rtlCol="0" anchor="ctr">
                <a:normAutofit fontScale="92500" lnSpcReduction="20000"/>
              </a:bodyPr>
              <a:lstStyle>
                <a:lvl1pPr marL="228600" indent="-228600" algn="l" defTabSz="914400" rtl="0" eaLnBrk="1" latinLnBrk="0" hangingPunct="1">
                  <a:lnSpc>
                    <a:spcPct val="120000"/>
                  </a:lnSpc>
                  <a:spcBef>
                    <a:spcPts val="1000"/>
                  </a:spcBef>
                  <a:buSzPct val="125000"/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 algn="ctr">
                  <a:buNone/>
                </a:pPr>
                <a:r>
                  <a:rPr lang="en-US" dirty="0">
                    <a:solidFill>
                      <a:schemeClr val="bg1"/>
                    </a:solidFill>
                  </a:rPr>
                  <a:t>If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accent3"/>
                        </a:solidFill>
                        <a:latin typeface="Cambria Math" panose="02040503050406030204" pitchFamily="18" charset="0"/>
                      </a:rPr>
                      <m:t>𝑓</m:t>
                    </m:r>
                    <m:d>
                      <m:dPr>
                        <m:ctrlPr>
                          <a:rPr lang="en-US" b="0" i="1" smtClean="0">
                            <a:solidFill>
                              <a:schemeClr val="accent3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solidFill>
                              <a:schemeClr val="accent3"/>
                            </a:solidFill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</m:d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∈</m:t>
                    </m:r>
                    <m:r>
                      <m:rPr>
                        <m:sty m:val="p"/>
                      </m:rPr>
                      <a:rPr lang="en-US" b="0" i="0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Ω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(</m:t>
                    </m:r>
                    <m:sSup>
                      <m:sSupPr>
                        <m:ctrlPr>
                          <a:rPr lang="en-US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solidFill>
                              <a:schemeClr val="accent4"/>
                            </a:solidFill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  <m:sup>
                        <m:r>
                          <a:rPr lang="en-US" b="0" i="1" smtClean="0">
                            <a:solidFill>
                              <a:schemeClr val="accent4"/>
                            </a:solidFill>
                            <a:latin typeface="Cambria Math" panose="02040503050406030204" pitchFamily="18" charset="0"/>
                          </a:rPr>
                          <m:t>𝑘</m:t>
                        </m:r>
                        <m:r>
                          <a:rPr lang="en-US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𝜖</m:t>
                        </m:r>
                      </m:sup>
                    </m:sSup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>
                    <a:solidFill>
                      <a:schemeClr val="bg1"/>
                    </a:solidFill>
                  </a:rPr>
                  <a:t> for some positive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𝜖</m:t>
                    </m:r>
                  </m:oMath>
                </a14:m>
                <a:r>
                  <a:rPr lang="en-US" dirty="0">
                    <a:solidFill>
                      <a:schemeClr val="bg1"/>
                    </a:solidFill>
                  </a:rPr>
                  <a:t> and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𝑓</m:t>
                    </m:r>
                    <m:d>
                      <m:dPr>
                        <m:ctrlPr>
                          <a:rPr lang="en-US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f>
                          <m:fPr>
                            <m:ctrlPr>
                              <a:rPr lang="en-US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𝑛</m:t>
                            </m:r>
                          </m:num>
                          <m:den>
                            <m:r>
                              <a:rPr lang="en-US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𝑏</m:t>
                            </m:r>
                          </m:den>
                        </m:f>
                      </m:e>
                    </m:d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≤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𝑐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𝑓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>
                    <a:solidFill>
                      <a:schemeClr val="bg1"/>
                    </a:solidFill>
                  </a:rPr>
                  <a:t> for some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𝑐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&lt;1</m:t>
                    </m:r>
                  </m:oMath>
                </a14:m>
                <a:r>
                  <a:rPr lang="en-US" dirty="0">
                    <a:solidFill>
                      <a:schemeClr val="bg1"/>
                    </a:solidFill>
                  </a:rPr>
                  <a:t> and sufficiently large n, then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𝑇</m:t>
                    </m:r>
                    <m:d>
                      <m:dPr>
                        <m:ctrlPr>
                          <a:rPr lang="en-US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</m:d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∈</m:t>
                    </m:r>
                    <m:r>
                      <a:rPr lang="en-US" b="1" i="0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𝚯</m:t>
                    </m:r>
                    <m:r>
                      <a:rPr lang="en-US" b="1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1" i="1" smtClean="0">
                        <a:solidFill>
                          <a:schemeClr val="accent3"/>
                        </a:solidFill>
                        <a:latin typeface="Cambria Math" panose="02040503050406030204" pitchFamily="18" charset="0"/>
                      </a:rPr>
                      <m:t>𝒇</m:t>
                    </m:r>
                    <m:r>
                      <a:rPr lang="en-US" b="1" i="1" smtClean="0">
                        <a:solidFill>
                          <a:schemeClr val="accent3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1" i="1" smtClean="0">
                        <a:solidFill>
                          <a:schemeClr val="accent3"/>
                        </a:solidFill>
                        <a:latin typeface="Cambria Math" panose="02040503050406030204" pitchFamily="18" charset="0"/>
                      </a:rPr>
                      <m:t>𝒏</m:t>
                    </m:r>
                    <m:r>
                      <a:rPr lang="en-US" b="1" i="1" smtClean="0">
                        <a:solidFill>
                          <a:schemeClr val="accent3"/>
                        </a:solidFill>
                        <a:latin typeface="Cambria Math" panose="02040503050406030204" pitchFamily="18" charset="0"/>
                      </a:rPr>
                      <m:t>))</m:t>
                    </m:r>
                  </m:oMath>
                </a14:m>
                <a:endParaRPr lang="en-US" b="1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3" name="Rectangle 3">
                <a:extLst>
                  <a:ext uri="{FF2B5EF4-FFF2-40B4-BE49-F238E27FC236}">
                    <a16:creationId xmlns:a16="http://schemas.microsoft.com/office/drawing/2014/main" id="{FDF2FDFF-2AD1-EAC6-9F5A-ECFA3FD7A58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>
                <p:custDataLst>
                  <p:tags r:id="rId9"/>
                </p:custDataLst>
              </p:nvPr>
            </p:nvSpPr>
            <p:spPr>
              <a:xfrm>
                <a:off x="3077966" y="2125345"/>
                <a:ext cx="7462318" cy="985723"/>
              </a:xfrm>
              <a:prstGeom prst="rect">
                <a:avLst/>
              </a:prstGeom>
              <a:blipFill>
                <a:blip r:embed="rId10"/>
                <a:stretch>
                  <a:fillRect l="-678" r="-1695" b="-8861"/>
                </a:stretch>
              </a:blipFill>
              <a:ln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Rectangle 3">
            <a:extLst>
              <a:ext uri="{FF2B5EF4-FFF2-40B4-BE49-F238E27FC236}">
                <a16:creationId xmlns:a16="http://schemas.microsoft.com/office/drawing/2014/main" id="{214FD76C-DAA3-CA70-749E-4012BC595ABA}"/>
              </a:ext>
            </a:extLst>
          </p:cNvPr>
          <p:cNvSpPr txBox="1">
            <a:spLocks noChangeArrowheads="1"/>
          </p:cNvSpPr>
          <p:nvPr>
            <p:custDataLst>
              <p:tags r:id="rId5"/>
            </p:custDataLst>
          </p:nvPr>
        </p:nvSpPr>
        <p:spPr>
          <a:xfrm>
            <a:off x="1781709" y="2125345"/>
            <a:ext cx="1131684" cy="985723"/>
          </a:xfrm>
          <a:prstGeom prst="rect">
            <a:avLst/>
          </a:prstGeom>
          <a:ln>
            <a:solidFill>
              <a:schemeClr val="bg1"/>
            </a:solidFill>
          </a:ln>
        </p:spPr>
        <p:txBody>
          <a:bodyPr vert="horz" lIns="91440" tIns="45720" rIns="91440" bIns="45720" rtlCol="0" anchor="ctr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dirty="0">
                <a:solidFill>
                  <a:schemeClr val="bg1"/>
                </a:solidFill>
              </a:rPr>
              <a:t>Case 3: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Rectangle 3">
                <a:extLst>
                  <a:ext uri="{FF2B5EF4-FFF2-40B4-BE49-F238E27FC236}">
                    <a16:creationId xmlns:a16="http://schemas.microsoft.com/office/drawing/2014/main" id="{C551397C-8958-D058-B522-C1DAB9989AE1}"/>
                  </a:ext>
                </a:extLst>
              </p:cNvPr>
              <p:cNvSpPr/>
              <p:nvPr/>
            </p:nvSpPr>
            <p:spPr>
              <a:xfrm>
                <a:off x="3143176" y="3817620"/>
                <a:ext cx="1013988" cy="516047"/>
              </a:xfrm>
              <a:prstGeom prst="rect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𝑇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𝑛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4" name="Rectangle 3">
                <a:extLst>
                  <a:ext uri="{FF2B5EF4-FFF2-40B4-BE49-F238E27FC236}">
                    <a16:creationId xmlns:a16="http://schemas.microsoft.com/office/drawing/2014/main" id="{C551397C-8958-D058-B522-C1DAB9989AE1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143176" y="3817620"/>
                <a:ext cx="1013988" cy="516047"/>
              </a:xfrm>
              <a:prstGeom prst="rect">
                <a:avLst/>
              </a:prstGeom>
              <a:blipFill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Rectangle 4">
                <a:extLst>
                  <a:ext uri="{FF2B5EF4-FFF2-40B4-BE49-F238E27FC236}">
                    <a16:creationId xmlns:a16="http://schemas.microsoft.com/office/drawing/2014/main" id="{37C60CBA-C5E8-C779-B494-A64B8DB0566C}"/>
                  </a:ext>
                </a:extLst>
              </p:cNvPr>
              <p:cNvSpPr/>
              <p:nvPr/>
            </p:nvSpPr>
            <p:spPr>
              <a:xfrm>
                <a:off x="4157164" y="3817620"/>
                <a:ext cx="597529" cy="516047"/>
              </a:xfrm>
              <a:prstGeom prst="rect">
                <a:avLst/>
              </a:prstGeom>
              <a:solidFill>
                <a:schemeClr val="accent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𝑓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𝑛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5" name="Rectangle 4">
                <a:extLst>
                  <a:ext uri="{FF2B5EF4-FFF2-40B4-BE49-F238E27FC236}">
                    <a16:creationId xmlns:a16="http://schemas.microsoft.com/office/drawing/2014/main" id="{37C60CBA-C5E8-C779-B494-A64B8DB0566C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57164" y="3817620"/>
                <a:ext cx="597529" cy="516047"/>
              </a:xfrm>
              <a:prstGeom prst="rect">
                <a:avLst/>
              </a:prstGeom>
              <a:blipFill>
                <a:blip r:embed="rId12"/>
                <a:stretch>
                  <a:fillRect l="-10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Rectangle 7">
                <a:extLst>
                  <a:ext uri="{FF2B5EF4-FFF2-40B4-BE49-F238E27FC236}">
                    <a16:creationId xmlns:a16="http://schemas.microsoft.com/office/drawing/2014/main" id="{80412305-2D37-0604-9C0B-601EBB529B5A}"/>
                  </a:ext>
                </a:extLst>
              </p:cNvPr>
              <p:cNvSpPr/>
              <p:nvPr/>
            </p:nvSpPr>
            <p:spPr>
              <a:xfrm>
                <a:off x="3386185" y="4811617"/>
                <a:ext cx="1013988" cy="516047"/>
              </a:xfrm>
              <a:prstGeom prst="rect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𝑇</m:t>
                      </m:r>
                      <m:d>
                        <m:dPr>
                          <m:ctrlP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f>
                            <m:fPr>
                              <m:ctrlP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num>
                            <m:den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𝑏</m:t>
                              </m:r>
                            </m:den>
                          </m:f>
                        </m:e>
                      </m:d>
                    </m:oMath>
                  </m:oMathPara>
                </a14:m>
                <a:endParaRPr lang="en-US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8" name="Rectangle 7">
                <a:extLst>
                  <a:ext uri="{FF2B5EF4-FFF2-40B4-BE49-F238E27FC236}">
                    <a16:creationId xmlns:a16="http://schemas.microsoft.com/office/drawing/2014/main" id="{80412305-2D37-0604-9C0B-601EBB529B5A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386185" y="4811617"/>
                <a:ext cx="1013988" cy="516047"/>
              </a:xfrm>
              <a:prstGeom prst="rect">
                <a:avLst/>
              </a:prstGeom>
              <a:blipFill>
                <a:blip r:embed="rId13"/>
                <a:stretch>
                  <a:fillRect b="-930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Rectangle 8">
                <a:extLst>
                  <a:ext uri="{FF2B5EF4-FFF2-40B4-BE49-F238E27FC236}">
                    <a16:creationId xmlns:a16="http://schemas.microsoft.com/office/drawing/2014/main" id="{C1DF8ABA-E05C-F5E7-C101-D1767052C26C}"/>
                  </a:ext>
                </a:extLst>
              </p:cNvPr>
              <p:cNvSpPr/>
              <p:nvPr/>
            </p:nvSpPr>
            <p:spPr>
              <a:xfrm>
                <a:off x="4400173" y="4811617"/>
                <a:ext cx="822357" cy="516047"/>
              </a:xfrm>
              <a:prstGeom prst="rect">
                <a:avLst/>
              </a:prstGeom>
              <a:solidFill>
                <a:schemeClr val="accent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𝑓</m:t>
                      </m:r>
                      <m:d>
                        <m:dPr>
                          <m:ctrlP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f>
                            <m:fPr>
                              <m:ctrlP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num>
                            <m:den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𝑏</m:t>
                              </m:r>
                            </m:den>
                          </m:f>
                        </m:e>
                      </m:d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9" name="Rectangle 8">
                <a:extLst>
                  <a:ext uri="{FF2B5EF4-FFF2-40B4-BE49-F238E27FC236}">
                    <a16:creationId xmlns:a16="http://schemas.microsoft.com/office/drawing/2014/main" id="{C1DF8ABA-E05C-F5E7-C101-D1767052C26C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400173" y="4811617"/>
                <a:ext cx="822357" cy="516047"/>
              </a:xfrm>
              <a:prstGeom prst="rect">
                <a:avLst/>
              </a:prstGeom>
              <a:blipFill>
                <a:blip r:embed="rId14"/>
                <a:stretch>
                  <a:fillRect b="-930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1984" name="Rectangle 41983">
                <a:extLst>
                  <a:ext uri="{FF2B5EF4-FFF2-40B4-BE49-F238E27FC236}">
                    <a16:creationId xmlns:a16="http://schemas.microsoft.com/office/drawing/2014/main" id="{479F602B-34E1-F20C-047E-706F25491B7F}"/>
                  </a:ext>
                </a:extLst>
              </p:cNvPr>
              <p:cNvSpPr/>
              <p:nvPr/>
            </p:nvSpPr>
            <p:spPr>
              <a:xfrm>
                <a:off x="1306831" y="4811617"/>
                <a:ext cx="1013988" cy="516047"/>
              </a:xfrm>
              <a:prstGeom prst="rect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𝑇</m:t>
                      </m:r>
                      <m:d>
                        <m:dPr>
                          <m:ctrlP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f>
                            <m:fPr>
                              <m:ctrlP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num>
                            <m:den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𝑏</m:t>
                              </m:r>
                            </m:den>
                          </m:f>
                        </m:e>
                      </m:d>
                    </m:oMath>
                  </m:oMathPara>
                </a14:m>
                <a:endParaRPr lang="en-US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41984" name="Rectangle 41983">
                <a:extLst>
                  <a:ext uri="{FF2B5EF4-FFF2-40B4-BE49-F238E27FC236}">
                    <a16:creationId xmlns:a16="http://schemas.microsoft.com/office/drawing/2014/main" id="{479F602B-34E1-F20C-047E-706F25491B7F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06831" y="4811617"/>
                <a:ext cx="1013988" cy="516047"/>
              </a:xfrm>
              <a:prstGeom prst="rect">
                <a:avLst/>
              </a:prstGeom>
              <a:blipFill>
                <a:blip r:embed="rId15"/>
                <a:stretch>
                  <a:fillRect b="-930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1988" name="Rectangle 41987">
                <a:extLst>
                  <a:ext uri="{FF2B5EF4-FFF2-40B4-BE49-F238E27FC236}">
                    <a16:creationId xmlns:a16="http://schemas.microsoft.com/office/drawing/2014/main" id="{785B1F25-A104-C331-8D45-FBC755052F18}"/>
                  </a:ext>
                </a:extLst>
              </p:cNvPr>
              <p:cNvSpPr/>
              <p:nvPr/>
            </p:nvSpPr>
            <p:spPr>
              <a:xfrm>
                <a:off x="2320819" y="4811617"/>
                <a:ext cx="750003" cy="516047"/>
              </a:xfrm>
              <a:prstGeom prst="rect">
                <a:avLst/>
              </a:prstGeom>
              <a:solidFill>
                <a:schemeClr val="accent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𝑓</m:t>
                      </m:r>
                      <m:d>
                        <m:dPr>
                          <m:ctrlP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f>
                            <m:fPr>
                              <m:ctrlP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num>
                            <m:den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𝑏</m:t>
                              </m:r>
                            </m:den>
                          </m:f>
                        </m:e>
                      </m:d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41988" name="Rectangle 41987">
                <a:extLst>
                  <a:ext uri="{FF2B5EF4-FFF2-40B4-BE49-F238E27FC236}">
                    <a16:creationId xmlns:a16="http://schemas.microsoft.com/office/drawing/2014/main" id="{785B1F25-A104-C331-8D45-FBC755052F18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320819" y="4811617"/>
                <a:ext cx="750003" cy="516047"/>
              </a:xfrm>
              <a:prstGeom prst="rect">
                <a:avLst/>
              </a:prstGeom>
              <a:blipFill>
                <a:blip r:embed="rId16"/>
                <a:stretch>
                  <a:fillRect l="-3279" b="-930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41989" name="Straight Connector 41988">
            <a:extLst>
              <a:ext uri="{FF2B5EF4-FFF2-40B4-BE49-F238E27FC236}">
                <a16:creationId xmlns:a16="http://schemas.microsoft.com/office/drawing/2014/main" id="{8DBCF9D9-C6F0-F6F7-EC76-71A23DF1A873}"/>
              </a:ext>
            </a:extLst>
          </p:cNvPr>
          <p:cNvCxnSpPr>
            <a:stCxn id="4" idx="2"/>
            <a:endCxn id="41984" idx="0"/>
          </p:cNvCxnSpPr>
          <p:nvPr/>
        </p:nvCxnSpPr>
        <p:spPr>
          <a:xfrm flipH="1">
            <a:off x="1813825" y="4333667"/>
            <a:ext cx="1836345" cy="47795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990" name="Straight Connector 41989">
            <a:extLst>
              <a:ext uri="{FF2B5EF4-FFF2-40B4-BE49-F238E27FC236}">
                <a16:creationId xmlns:a16="http://schemas.microsoft.com/office/drawing/2014/main" id="{D0CF7024-4EBA-88CF-5E00-B141200BF09C}"/>
              </a:ext>
            </a:extLst>
          </p:cNvPr>
          <p:cNvCxnSpPr>
            <a:cxnSpLocks/>
            <a:stCxn id="4" idx="2"/>
            <a:endCxn id="8" idx="0"/>
          </p:cNvCxnSpPr>
          <p:nvPr/>
        </p:nvCxnSpPr>
        <p:spPr>
          <a:xfrm>
            <a:off x="3650170" y="4333667"/>
            <a:ext cx="243009" cy="47795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41991" name="Rectangle 41990">
                <a:extLst>
                  <a:ext uri="{FF2B5EF4-FFF2-40B4-BE49-F238E27FC236}">
                    <a16:creationId xmlns:a16="http://schemas.microsoft.com/office/drawing/2014/main" id="{28062BBA-F210-CDBD-9E80-9C23182418D5}"/>
                  </a:ext>
                </a:extLst>
              </p:cNvPr>
              <p:cNvSpPr/>
              <p:nvPr/>
            </p:nvSpPr>
            <p:spPr>
              <a:xfrm>
                <a:off x="5503851" y="4811617"/>
                <a:ext cx="1013988" cy="516047"/>
              </a:xfrm>
              <a:prstGeom prst="rect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𝑇</m:t>
                      </m:r>
                      <m:d>
                        <m:dPr>
                          <m:ctrlP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f>
                            <m:fPr>
                              <m:ctrlP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num>
                            <m:den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𝑏</m:t>
                              </m:r>
                            </m:den>
                          </m:f>
                        </m:e>
                      </m:d>
                    </m:oMath>
                  </m:oMathPara>
                </a14:m>
                <a:endParaRPr lang="en-US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41991" name="Rectangle 41990">
                <a:extLst>
                  <a:ext uri="{FF2B5EF4-FFF2-40B4-BE49-F238E27FC236}">
                    <a16:creationId xmlns:a16="http://schemas.microsoft.com/office/drawing/2014/main" id="{28062BBA-F210-CDBD-9E80-9C23182418D5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503851" y="4811617"/>
                <a:ext cx="1013988" cy="516047"/>
              </a:xfrm>
              <a:prstGeom prst="rect">
                <a:avLst/>
              </a:prstGeom>
              <a:blipFill>
                <a:blip r:embed="rId17"/>
                <a:stretch>
                  <a:fillRect b="-930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1992" name="Rectangle 41991">
                <a:extLst>
                  <a:ext uri="{FF2B5EF4-FFF2-40B4-BE49-F238E27FC236}">
                    <a16:creationId xmlns:a16="http://schemas.microsoft.com/office/drawing/2014/main" id="{6B29AA77-AB03-9274-6901-2E36D60F00A2}"/>
                  </a:ext>
                </a:extLst>
              </p:cNvPr>
              <p:cNvSpPr/>
              <p:nvPr/>
            </p:nvSpPr>
            <p:spPr>
              <a:xfrm>
                <a:off x="6517839" y="4811617"/>
                <a:ext cx="822357" cy="516047"/>
              </a:xfrm>
              <a:prstGeom prst="rect">
                <a:avLst/>
              </a:prstGeom>
              <a:solidFill>
                <a:schemeClr val="accent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𝑓</m:t>
                      </m:r>
                      <m:d>
                        <m:dPr>
                          <m:ctrlP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f>
                            <m:fPr>
                              <m:ctrlP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num>
                            <m:den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𝑏</m:t>
                              </m:r>
                            </m:den>
                          </m:f>
                        </m:e>
                      </m:d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41992" name="Rectangle 41991">
                <a:extLst>
                  <a:ext uri="{FF2B5EF4-FFF2-40B4-BE49-F238E27FC236}">
                    <a16:creationId xmlns:a16="http://schemas.microsoft.com/office/drawing/2014/main" id="{6B29AA77-AB03-9274-6901-2E36D60F00A2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17839" y="4811617"/>
                <a:ext cx="822357" cy="516047"/>
              </a:xfrm>
              <a:prstGeom prst="rect">
                <a:avLst/>
              </a:prstGeom>
              <a:blipFill>
                <a:blip r:embed="rId18"/>
                <a:stretch>
                  <a:fillRect b="-930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41993" name="Straight Connector 41992">
            <a:extLst>
              <a:ext uri="{FF2B5EF4-FFF2-40B4-BE49-F238E27FC236}">
                <a16:creationId xmlns:a16="http://schemas.microsoft.com/office/drawing/2014/main" id="{FF05F9F8-CDAE-98FF-D79B-738843A081CD}"/>
              </a:ext>
            </a:extLst>
          </p:cNvPr>
          <p:cNvCxnSpPr>
            <a:cxnSpLocks/>
            <a:stCxn id="4" idx="2"/>
            <a:endCxn id="41991" idx="0"/>
          </p:cNvCxnSpPr>
          <p:nvPr/>
        </p:nvCxnSpPr>
        <p:spPr>
          <a:xfrm>
            <a:off x="3650170" y="4333667"/>
            <a:ext cx="2360675" cy="47795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41996" name="TextBox 41995">
                <a:extLst>
                  <a:ext uri="{FF2B5EF4-FFF2-40B4-BE49-F238E27FC236}">
                    <a16:creationId xmlns:a16="http://schemas.microsoft.com/office/drawing/2014/main" id="{1CAE7BFF-8A3E-127E-8E66-561766C769B5}"/>
                  </a:ext>
                </a:extLst>
              </p:cNvPr>
              <p:cNvSpPr txBox="1"/>
              <p:nvPr/>
            </p:nvSpPr>
            <p:spPr>
              <a:xfrm>
                <a:off x="4879918" y="3879547"/>
                <a:ext cx="3543991" cy="369332"/>
              </a:xfrm>
              <a:prstGeom prst="rect">
                <a:avLst/>
              </a:prstGeom>
              <a:noFill/>
              <a:ln>
                <a:solidFill>
                  <a:schemeClr val="tx1">
                    <a:lumMod val="95000"/>
                  </a:schemeClr>
                </a:solidFill>
              </a:ln>
            </p:spPr>
            <p:txBody>
              <a:bodyPr wrap="square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𝑓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 work at one layer of recursion</a:t>
                </a:r>
              </a:p>
            </p:txBody>
          </p:sp>
        </mc:Choice>
        <mc:Fallback xmlns="">
          <p:sp>
            <p:nvSpPr>
              <p:cNvPr id="41996" name="TextBox 41995">
                <a:extLst>
                  <a:ext uri="{FF2B5EF4-FFF2-40B4-BE49-F238E27FC236}">
                    <a16:creationId xmlns:a16="http://schemas.microsoft.com/office/drawing/2014/main" id="{1CAE7BFF-8A3E-127E-8E66-561766C769B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879918" y="3879547"/>
                <a:ext cx="3543991" cy="369332"/>
              </a:xfrm>
              <a:prstGeom prst="rect">
                <a:avLst/>
              </a:prstGeom>
              <a:blipFill>
                <a:blip r:embed="rId19"/>
                <a:stretch>
                  <a:fillRect l="-714" t="-3125" b="-21875"/>
                </a:stretch>
              </a:blipFill>
              <a:ln>
                <a:solidFill>
                  <a:schemeClr val="tx1">
                    <a:lumMod val="95000"/>
                  </a:schemeClr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1997" name="TextBox 41996">
                <a:extLst>
                  <a:ext uri="{FF2B5EF4-FFF2-40B4-BE49-F238E27FC236}">
                    <a16:creationId xmlns:a16="http://schemas.microsoft.com/office/drawing/2014/main" id="{4660688B-0A32-4E6F-1373-053480C4622D}"/>
                  </a:ext>
                </a:extLst>
              </p:cNvPr>
              <p:cNvSpPr txBox="1"/>
              <p:nvPr/>
            </p:nvSpPr>
            <p:spPr>
              <a:xfrm>
                <a:off x="7443066" y="4816205"/>
                <a:ext cx="4055439" cy="506870"/>
              </a:xfrm>
              <a:prstGeom prst="rect">
                <a:avLst/>
              </a:prstGeom>
              <a:noFill/>
              <a:ln>
                <a:solidFill>
                  <a:schemeClr val="tx1">
                    <a:lumMod val="95000"/>
                  </a:schemeClr>
                </a:solidFill>
              </a:ln>
            </p:spPr>
            <p:txBody>
              <a:bodyPr wrap="square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𝑎𝑓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f>
                          <m:f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𝑛</m:t>
                            </m:r>
                          </m:num>
                          <m:den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𝑏</m:t>
                            </m:r>
                          </m:den>
                        </m:f>
                      </m:e>
                    </m:d>
                  </m:oMath>
                </a14:m>
                <a:r>
                  <a:rPr lang="en-US" dirty="0"/>
                  <a:t> work at the next layer of recursion</a:t>
                </a:r>
              </a:p>
            </p:txBody>
          </p:sp>
        </mc:Choice>
        <mc:Fallback xmlns="">
          <p:sp>
            <p:nvSpPr>
              <p:cNvPr id="41997" name="TextBox 41996">
                <a:extLst>
                  <a:ext uri="{FF2B5EF4-FFF2-40B4-BE49-F238E27FC236}">
                    <a16:creationId xmlns:a16="http://schemas.microsoft.com/office/drawing/2014/main" id="{4660688B-0A32-4E6F-1373-053480C4622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443066" y="4816205"/>
                <a:ext cx="4055439" cy="506870"/>
              </a:xfrm>
              <a:prstGeom prst="rect">
                <a:avLst/>
              </a:prstGeom>
              <a:blipFill>
                <a:blip r:embed="rId20"/>
                <a:stretch>
                  <a:fillRect l="-312" r="-312" b="-4762"/>
                </a:stretch>
              </a:blipFill>
              <a:ln>
                <a:solidFill>
                  <a:schemeClr val="tx1">
                    <a:lumMod val="95000"/>
                  </a:schemeClr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1998" name="TextBox 41997">
                <a:extLst>
                  <a:ext uri="{FF2B5EF4-FFF2-40B4-BE49-F238E27FC236}">
                    <a16:creationId xmlns:a16="http://schemas.microsoft.com/office/drawing/2014/main" id="{8A60FD6C-242E-BB26-CAE2-94A02ED2F9C9}"/>
                  </a:ext>
                </a:extLst>
              </p:cNvPr>
              <p:cNvSpPr txBox="1"/>
              <p:nvPr/>
            </p:nvSpPr>
            <p:spPr>
              <a:xfrm>
                <a:off x="2129444" y="5668454"/>
                <a:ext cx="4388395" cy="50687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dirty="0"/>
                  <a:t>Top layer only dominates if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𝑎𝑓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f>
                          <m:f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𝑛</m:t>
                            </m:r>
                          </m:num>
                          <m:den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𝑏</m:t>
                            </m:r>
                          </m:den>
                        </m:f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≤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𝑐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𝑓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dirty="0"/>
              </a:p>
            </p:txBody>
          </p:sp>
        </mc:Choice>
        <mc:Fallback xmlns="">
          <p:sp>
            <p:nvSpPr>
              <p:cNvPr id="41998" name="TextBox 41997">
                <a:extLst>
                  <a:ext uri="{FF2B5EF4-FFF2-40B4-BE49-F238E27FC236}">
                    <a16:creationId xmlns:a16="http://schemas.microsoft.com/office/drawing/2014/main" id="{8A60FD6C-242E-BB26-CAE2-94A02ED2F9C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129444" y="5668454"/>
                <a:ext cx="4388395" cy="506870"/>
              </a:xfrm>
              <a:prstGeom prst="rect">
                <a:avLst/>
              </a:prstGeom>
              <a:blipFill>
                <a:blip r:embed="rId21"/>
                <a:stretch>
                  <a:fillRect l="-1153" b="-731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993134693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68D1AE3-F9D1-7920-BC51-D01021C6F3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986" name="Rectangle 2">
            <a:extLst>
              <a:ext uri="{FF2B5EF4-FFF2-40B4-BE49-F238E27FC236}">
                <a16:creationId xmlns:a16="http://schemas.microsoft.com/office/drawing/2014/main" id="{3DE3924B-1521-1AAB-9873-0A929255972B}"/>
              </a:ext>
            </a:extLst>
          </p:cNvPr>
          <p:cNvSpPr>
            <a:spLocks noGrp="1" noChangeArrowheads="1"/>
          </p:cNvSpPr>
          <p:nvPr>
            <p:ph type="title"/>
            <p:custDataLst>
              <p:tags r:id="rId1"/>
            </p:custDataLst>
          </p:nvPr>
        </p:nvSpPr>
        <p:spPr>
          <a:xfrm>
            <a:off x="1143001" y="328803"/>
            <a:ext cx="9905998" cy="651482"/>
          </a:xfrm>
        </p:spPr>
        <p:txBody>
          <a:bodyPr/>
          <a:lstStyle/>
          <a:p>
            <a:pPr algn="ctr"/>
            <a:r>
              <a:rPr lang="en-US" dirty="0"/>
              <a:t>The Master Theorem (from </a:t>
            </a:r>
            <a:r>
              <a:rPr lang="en-US" dirty="0" err="1"/>
              <a:t>Cormen</a:t>
            </a:r>
            <a:r>
              <a:rPr lang="en-US" dirty="0"/>
              <a:t>)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1987" name="Rectangle 3">
                <a:extLst>
                  <a:ext uri="{FF2B5EF4-FFF2-40B4-BE49-F238E27FC236}">
                    <a16:creationId xmlns:a16="http://schemas.microsoft.com/office/drawing/2014/main" id="{E2FC8DC1-5B21-FBA4-6ED6-129F492E2761}"/>
                  </a:ext>
                </a:extLst>
              </p:cNvPr>
              <p:cNvSpPr>
                <a:spLocks noGrp="1" noChangeArrowheads="1"/>
              </p:cNvSpPr>
              <p:nvPr>
                <p:ph sz="quarter" idx="1"/>
                <p:custDataLst>
                  <p:tags r:id="rId2"/>
                </p:custDataLst>
              </p:nvPr>
            </p:nvSpPr>
            <p:spPr>
              <a:xfrm>
                <a:off x="1637169" y="1987742"/>
                <a:ext cx="9017251" cy="3775294"/>
              </a:xfrm>
              <a:solidFill>
                <a:schemeClr val="tx1">
                  <a:lumMod val="65000"/>
                </a:schemeClr>
              </a:solidFill>
              <a:ln>
                <a:solidFill>
                  <a:schemeClr val="bg1"/>
                </a:solidFill>
              </a:ln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dirty="0">
                    <a:solidFill>
                      <a:schemeClr val="bg1"/>
                    </a:solidFill>
                  </a:rPr>
                  <a:t>Consider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𝑇</m:t>
                    </m:r>
                    <m:d>
                      <m:dPr>
                        <m:ctrlPr>
                          <a:rPr lang="en-US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</m:d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𝑇</m:t>
                    </m:r>
                    <m:d>
                      <m:dPr>
                        <m:ctrlPr>
                          <a:rPr lang="en-US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f>
                          <m:fPr>
                            <m:ctrlPr>
                              <a:rPr lang="en-US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𝑛</m:t>
                            </m:r>
                          </m:num>
                          <m:den>
                            <m:r>
                              <a:rPr lang="en-US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𝑏</m:t>
                            </m:r>
                          </m:den>
                        </m:f>
                      </m:e>
                    </m:d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b="0" i="1" smtClean="0">
                        <a:solidFill>
                          <a:schemeClr val="accent3"/>
                        </a:solidFill>
                        <a:latin typeface="Cambria Math" panose="02040503050406030204" pitchFamily="18" charset="0"/>
                      </a:rPr>
                      <m:t>𝑓</m:t>
                    </m:r>
                    <m:r>
                      <a:rPr lang="en-US" b="0" i="1" smtClean="0">
                        <a:solidFill>
                          <a:schemeClr val="accent3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0" i="1" smtClean="0">
                        <a:solidFill>
                          <a:schemeClr val="accent3"/>
                        </a:solidFill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b="0" i="1" smtClean="0">
                        <a:solidFill>
                          <a:schemeClr val="accent3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>
                    <a:solidFill>
                      <a:schemeClr val="accent3"/>
                    </a:solidFill>
                  </a:rPr>
                  <a:t> </a:t>
                </a:r>
                <a:r>
                  <a:rPr lang="en-US" dirty="0">
                    <a:solidFill>
                      <a:schemeClr val="bg1"/>
                    </a:solidFill>
                  </a:rPr>
                  <a:t>		Let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accent4"/>
                        </a:solidFill>
                        <a:latin typeface="Cambria Math" panose="02040503050406030204" pitchFamily="18" charset="0"/>
                      </a:rPr>
                      <m:t>𝑘</m:t>
                    </m:r>
                    <m:r>
                      <a:rPr lang="en-US" b="0" i="1" smtClean="0">
                        <a:solidFill>
                          <a:schemeClr val="accent4"/>
                        </a:solidFill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b="0" i="1" smtClean="0">
                            <a:solidFill>
                              <a:schemeClr val="accent4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func>
                          <m:funcPr>
                            <m:ctrlPr>
                              <a:rPr lang="en-US" b="0" i="1" smtClean="0">
                                <a:solidFill>
                                  <a:schemeClr val="accent4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funcPr>
                          <m:fName>
                            <m:r>
                              <m:rPr>
                                <m:sty m:val="p"/>
                              </m:rPr>
                              <a:rPr lang="en-US" b="0" i="0" smtClean="0">
                                <a:solidFill>
                                  <a:schemeClr val="accent4"/>
                                </a:solidFill>
                                <a:latin typeface="Cambria Math" panose="02040503050406030204" pitchFamily="18" charset="0"/>
                              </a:rPr>
                              <m:t>lg</m:t>
                            </m:r>
                          </m:fName>
                          <m:e>
                            <m:r>
                              <a:rPr lang="en-US" b="0" i="1" smtClean="0">
                                <a:solidFill>
                                  <a:schemeClr val="accent4"/>
                                </a:solidFill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</m:func>
                      </m:num>
                      <m:den>
                        <m:func>
                          <m:funcPr>
                            <m:ctrlPr>
                              <a:rPr lang="en-US" b="0" i="1" smtClean="0">
                                <a:solidFill>
                                  <a:schemeClr val="accent4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funcPr>
                          <m:fName>
                            <m:r>
                              <m:rPr>
                                <m:sty m:val="p"/>
                              </m:rPr>
                              <a:rPr lang="en-US" b="0" i="0" smtClean="0">
                                <a:solidFill>
                                  <a:schemeClr val="accent4"/>
                                </a:solidFill>
                                <a:latin typeface="Cambria Math" panose="02040503050406030204" pitchFamily="18" charset="0"/>
                              </a:rPr>
                              <m:t>lg</m:t>
                            </m:r>
                          </m:fName>
                          <m:e>
                            <m:r>
                              <a:rPr lang="en-US" b="0" i="1" smtClean="0">
                                <a:solidFill>
                                  <a:schemeClr val="accent4"/>
                                </a:solidFill>
                                <a:latin typeface="Cambria Math" panose="02040503050406030204" pitchFamily="18" charset="0"/>
                              </a:rPr>
                              <m:t>𝑏</m:t>
                            </m:r>
                          </m:e>
                        </m:func>
                      </m:den>
                    </m:f>
                    <m:r>
                      <a:rPr lang="en-US" b="0" i="1" smtClean="0">
                        <a:solidFill>
                          <a:schemeClr val="accent4"/>
                        </a:solidFill>
                        <a:latin typeface="Cambria Math" panose="02040503050406030204" pitchFamily="18" charset="0"/>
                      </a:rPr>
                      <m:t>=</m:t>
                    </m:r>
                    <m:func>
                      <m:funcPr>
                        <m:ctrlPr>
                          <a:rPr lang="en-US" b="0" i="1" smtClean="0">
                            <a:solidFill>
                              <a:schemeClr val="accent4"/>
                            </a:solidFill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sSub>
                          <m:sSubPr>
                            <m:ctrlPr>
                              <a:rPr lang="en-US" b="0" i="1" smtClean="0">
                                <a:solidFill>
                                  <a:schemeClr val="accent4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b="0" i="0" smtClean="0">
                                <a:solidFill>
                                  <a:schemeClr val="accent4"/>
                                </a:solidFill>
                                <a:latin typeface="Cambria Math" panose="02040503050406030204" pitchFamily="18" charset="0"/>
                              </a:rPr>
                              <m:t>log</m:t>
                            </m:r>
                          </m:e>
                          <m:sub>
                            <m:r>
                              <a:rPr lang="en-US" b="0" i="1" smtClean="0">
                                <a:solidFill>
                                  <a:schemeClr val="accent4"/>
                                </a:solidFill>
                                <a:latin typeface="Cambria Math" panose="02040503050406030204" pitchFamily="18" charset="0"/>
                              </a:rPr>
                              <m:t>𝑏</m:t>
                            </m:r>
                          </m:sub>
                        </m:sSub>
                      </m:fName>
                      <m:e>
                        <m:r>
                          <a:rPr lang="en-US" b="0" i="1" smtClean="0">
                            <a:solidFill>
                              <a:schemeClr val="accent4"/>
                            </a:solidFill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</m:func>
                  </m:oMath>
                </a14:m>
                <a:endParaRPr lang="en-US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41987" name="Rectangle 3">
                <a:extLst>
                  <a:ext uri="{FF2B5EF4-FFF2-40B4-BE49-F238E27FC236}">
                    <a16:creationId xmlns:a16="http://schemas.microsoft.com/office/drawing/2014/main" id="{E2FC8DC1-5B21-FBA4-6ED6-129F492E2761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"/>
                <p:custDataLst>
                  <p:tags r:id="rId11"/>
                </p:custDataLst>
              </p:nvPr>
            </p:nvSpPr>
            <p:spPr>
              <a:xfrm>
                <a:off x="1637169" y="1987742"/>
                <a:ext cx="9017251" cy="3775294"/>
              </a:xfrm>
              <a:blipFill>
                <a:blip r:embed="rId12"/>
                <a:stretch>
                  <a:fillRect l="-983"/>
                </a:stretch>
              </a:blipFill>
              <a:ln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" name="Rectangle 3">
            <a:extLst>
              <a:ext uri="{FF2B5EF4-FFF2-40B4-BE49-F238E27FC236}">
                <a16:creationId xmlns:a16="http://schemas.microsoft.com/office/drawing/2014/main" id="{464AD22B-DDF3-9A4E-5E93-BFF05355AAC7}"/>
              </a:ext>
            </a:extLst>
          </p:cNvPr>
          <p:cNvSpPr txBox="1">
            <a:spLocks noChangeArrowheads="1"/>
          </p:cNvSpPr>
          <p:nvPr>
            <p:custDataLst>
              <p:tags r:id="rId3"/>
            </p:custDataLst>
          </p:nvPr>
        </p:nvSpPr>
        <p:spPr>
          <a:xfrm>
            <a:off x="1637169" y="1510001"/>
            <a:ext cx="9017250" cy="5356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dirty="0"/>
              <a:t>The Master Theorem: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Rectangle 3">
                <a:extLst>
                  <a:ext uri="{FF2B5EF4-FFF2-40B4-BE49-F238E27FC236}">
                    <a16:creationId xmlns:a16="http://schemas.microsoft.com/office/drawing/2014/main" id="{9E1EBAD0-B214-20D5-0868-164152E0BCBB}"/>
                  </a:ext>
                </a:extLst>
              </p:cNvPr>
              <p:cNvSpPr txBox="1">
                <a:spLocks noChangeArrowheads="1"/>
              </p:cNvSpPr>
              <p:nvPr>
                <p:custDataLst>
                  <p:tags r:id="rId4"/>
                </p:custDataLst>
              </p:nvPr>
            </p:nvSpPr>
            <p:spPr>
              <a:xfrm>
                <a:off x="3087332" y="3019837"/>
                <a:ext cx="7462318" cy="651482"/>
              </a:xfrm>
              <a:prstGeom prst="rect">
                <a:avLst/>
              </a:prstGeo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txBody>
              <a:bodyPr vert="horz" lIns="91440" tIns="45720" rIns="91440" bIns="45720" rtlCol="0" anchor="ctr">
                <a:normAutofit/>
              </a:bodyPr>
              <a:lstStyle>
                <a:lvl1pPr marL="228600" indent="-228600" algn="l" defTabSz="914400" rtl="0" eaLnBrk="1" latinLnBrk="0" hangingPunct="1">
                  <a:lnSpc>
                    <a:spcPct val="120000"/>
                  </a:lnSpc>
                  <a:spcBef>
                    <a:spcPts val="1000"/>
                  </a:spcBef>
                  <a:buSzPct val="125000"/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 algn="ctr">
                  <a:buNone/>
                </a:pPr>
                <a:r>
                  <a:rPr lang="en-US" dirty="0">
                    <a:solidFill>
                      <a:schemeClr val="bg1"/>
                    </a:solidFill>
                  </a:rPr>
                  <a:t>If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accent3"/>
                        </a:solidFill>
                        <a:latin typeface="Cambria Math" panose="02040503050406030204" pitchFamily="18" charset="0"/>
                      </a:rPr>
                      <m:t>𝑓</m:t>
                    </m:r>
                    <m:d>
                      <m:dPr>
                        <m:ctrlPr>
                          <a:rPr lang="en-US" b="0" i="1" smtClean="0">
                            <a:solidFill>
                              <a:schemeClr val="accent3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solidFill>
                              <a:schemeClr val="accent3"/>
                            </a:solidFill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</m:d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∈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𝑂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(</m:t>
                    </m:r>
                    <m:sSup>
                      <m:sSupPr>
                        <m:ctrlPr>
                          <a:rPr lang="en-US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solidFill>
                              <a:schemeClr val="accent4"/>
                            </a:solidFill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  <m:sup>
                        <m:r>
                          <a:rPr lang="en-US" b="0" i="1" smtClean="0">
                            <a:solidFill>
                              <a:schemeClr val="accent4"/>
                            </a:solidFill>
                            <a:latin typeface="Cambria Math" panose="02040503050406030204" pitchFamily="18" charset="0"/>
                          </a:rPr>
                          <m:t>𝑘</m:t>
                        </m:r>
                        <m:r>
                          <a:rPr lang="en-US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US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𝜖</m:t>
                        </m:r>
                      </m:sup>
                    </m:sSup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>
                    <a:solidFill>
                      <a:schemeClr val="bg1"/>
                    </a:solidFill>
                  </a:rPr>
                  <a:t> for some positive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𝜖</m:t>
                    </m:r>
                  </m:oMath>
                </a14:m>
                <a:r>
                  <a:rPr lang="en-US" dirty="0">
                    <a:solidFill>
                      <a:schemeClr val="bg1"/>
                    </a:solidFill>
                  </a:rPr>
                  <a:t>, then </a:t>
                </a:r>
                <a14:m>
                  <m:oMath xmlns:m="http://schemas.openxmlformats.org/officeDocument/2006/math">
                    <m:r>
                      <a:rPr lang="en-US" b="1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𝑻</m:t>
                    </m:r>
                    <m:d>
                      <m:dPr>
                        <m:ctrlPr>
                          <a:rPr lang="en-US" b="1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1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𝒏</m:t>
                        </m:r>
                      </m:e>
                    </m:d>
                    <m:r>
                      <a:rPr lang="en-US" b="1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∈</m:t>
                    </m:r>
                    <m:r>
                      <a:rPr lang="en-US" b="1" i="0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𝚯</m:t>
                    </m:r>
                    <m:r>
                      <a:rPr lang="en-US" b="1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(</m:t>
                    </m:r>
                    <m:sSup>
                      <m:sSupPr>
                        <m:ctrlPr>
                          <a:rPr lang="en-US" b="1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1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𝒏</m:t>
                        </m:r>
                      </m:e>
                      <m:sup>
                        <m:r>
                          <a:rPr lang="en-US" b="1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𝒌</m:t>
                        </m:r>
                      </m:sup>
                    </m:sSup>
                    <m:r>
                      <a:rPr lang="en-US" b="1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b="1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3" name="Rectangle 3">
                <a:extLst>
                  <a:ext uri="{FF2B5EF4-FFF2-40B4-BE49-F238E27FC236}">
                    <a16:creationId xmlns:a16="http://schemas.microsoft.com/office/drawing/2014/main" id="{9E1EBAD0-B214-20D5-0868-164152E0BCB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>
                <p:custDataLst>
                  <p:tags r:id="rId13"/>
                </p:custDataLst>
              </p:nvPr>
            </p:nvSpPr>
            <p:spPr>
              <a:xfrm>
                <a:off x="3087332" y="3019837"/>
                <a:ext cx="7462318" cy="651482"/>
              </a:xfrm>
              <a:prstGeom prst="rect">
                <a:avLst/>
              </a:prstGeom>
              <a:blipFill>
                <a:blip r:embed="rId14"/>
                <a:stretch>
                  <a:fillRect l="-847" r="-339" b="-9434"/>
                </a:stretch>
              </a:blipFill>
              <a:ln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" name="Rectangle 3">
                <a:extLst>
                  <a:ext uri="{FF2B5EF4-FFF2-40B4-BE49-F238E27FC236}">
                    <a16:creationId xmlns:a16="http://schemas.microsoft.com/office/drawing/2014/main" id="{7DC1D9D9-FFF3-95DA-6B7D-116771B0873E}"/>
                  </a:ext>
                </a:extLst>
              </p:cNvPr>
              <p:cNvSpPr txBox="1">
                <a:spLocks noChangeArrowheads="1"/>
              </p:cNvSpPr>
              <p:nvPr>
                <p:custDataLst>
                  <p:tags r:id="rId5"/>
                </p:custDataLst>
              </p:nvPr>
            </p:nvSpPr>
            <p:spPr>
              <a:xfrm>
                <a:off x="3087332" y="3794461"/>
                <a:ext cx="7462318" cy="651482"/>
              </a:xfrm>
              <a:prstGeom prst="rect">
                <a:avLst/>
              </a:prstGeo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txBody>
              <a:bodyPr vert="horz" lIns="91440" tIns="45720" rIns="91440" bIns="45720" rtlCol="0" anchor="ctr">
                <a:normAutofit fontScale="92500"/>
              </a:bodyPr>
              <a:lstStyle>
                <a:lvl1pPr marL="228600" indent="-228600" algn="l" defTabSz="914400" rtl="0" eaLnBrk="1" latinLnBrk="0" hangingPunct="1">
                  <a:lnSpc>
                    <a:spcPct val="120000"/>
                  </a:lnSpc>
                  <a:spcBef>
                    <a:spcPts val="1000"/>
                  </a:spcBef>
                  <a:buSzPct val="125000"/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 algn="ctr">
                  <a:buNone/>
                </a:pPr>
                <a:r>
                  <a:rPr lang="en-US" dirty="0">
                    <a:solidFill>
                      <a:schemeClr val="bg1"/>
                    </a:solidFill>
                  </a:rPr>
                  <a:t>If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accent3"/>
                        </a:solidFill>
                        <a:latin typeface="Cambria Math" panose="02040503050406030204" pitchFamily="18" charset="0"/>
                      </a:rPr>
                      <m:t>𝑓</m:t>
                    </m:r>
                    <m:d>
                      <m:dPr>
                        <m:ctrlPr>
                          <a:rPr lang="en-US" b="0" i="1" smtClean="0">
                            <a:solidFill>
                              <a:schemeClr val="accent3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solidFill>
                              <a:schemeClr val="accent3"/>
                            </a:solidFill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</m:d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∈</m:t>
                    </m:r>
                    <m:r>
                      <m:rPr>
                        <m:sty m:val="p"/>
                      </m:rPr>
                      <a:rPr lang="en-US" b="0" i="0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Θ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(</m:t>
                    </m:r>
                    <m:sSup>
                      <m:sSupPr>
                        <m:ctrlPr>
                          <a:rPr lang="en-US" b="0" i="1" smtClean="0">
                            <a:solidFill>
                              <a:schemeClr val="accent4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solidFill>
                              <a:schemeClr val="accent4"/>
                            </a:solidFill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  <m:sup>
                        <m:r>
                          <a:rPr lang="en-US" b="0" i="1" smtClean="0">
                            <a:solidFill>
                              <a:schemeClr val="accent4"/>
                            </a:solidFill>
                            <a:latin typeface="Cambria Math" panose="02040503050406030204" pitchFamily="18" charset="0"/>
                          </a:rPr>
                          <m:t>𝑘</m:t>
                        </m:r>
                      </m:sup>
                    </m:sSup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>
                    <a:solidFill>
                      <a:schemeClr val="bg1"/>
                    </a:solidFill>
                  </a:rPr>
                  <a:t> then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𝑇</m:t>
                    </m:r>
                    <m:d>
                      <m:dPr>
                        <m:ctrlPr>
                          <a:rPr lang="en-US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</m:d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∈</m:t>
                    </m:r>
                    <m:r>
                      <m:rPr>
                        <m:sty m:val="p"/>
                      </m:rPr>
                      <a:rPr lang="en-US" b="0" i="0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Θ</m:t>
                    </m:r>
                    <m:d>
                      <m:dPr>
                        <m:ctrlPr>
                          <a:rPr lang="en-US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𝑓</m:t>
                        </m:r>
                        <m:d>
                          <m:dPr>
                            <m:ctrlPr>
                              <a:rPr lang="en-US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𝑛</m:t>
                            </m:r>
                          </m:e>
                        </m:d>
                        <m:func>
                          <m:funcPr>
                            <m:ctrlPr>
                              <a:rPr lang="en-US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funcPr>
                          <m:fName>
                            <m:r>
                              <m:rPr>
                                <m:sty m:val="p"/>
                              </m:rPr>
                              <a:rPr lang="en-US" b="0" i="0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log</m:t>
                            </m:r>
                          </m:fName>
                          <m:e>
                            <m:r>
                              <a:rPr lang="en-US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𝑛</m:t>
                            </m:r>
                          </m:e>
                        </m:func>
                      </m:e>
                    </m:d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1" i="0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𝚯</m:t>
                    </m:r>
                    <m:r>
                      <a:rPr lang="en-US" b="1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(</m:t>
                    </m:r>
                    <m:sSup>
                      <m:sSupPr>
                        <m:ctrlPr>
                          <a:rPr lang="en-US" b="1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1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𝒏</m:t>
                        </m:r>
                      </m:e>
                      <m:sup>
                        <m:r>
                          <a:rPr lang="en-US" b="1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𝒌</m:t>
                        </m:r>
                      </m:sup>
                    </m:sSup>
                    <m:func>
                      <m:funcPr>
                        <m:ctrlPr>
                          <a:rPr lang="en-US" b="1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a:rPr lang="en-US" b="1" i="0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𝐥𝐨𝐠</m:t>
                        </m:r>
                      </m:fName>
                      <m:e>
                        <m:r>
                          <a:rPr lang="en-US" b="1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𝒏</m:t>
                        </m:r>
                      </m:e>
                    </m:func>
                    <m:r>
                      <a:rPr lang="en-US" b="1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b="1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4" name="Rectangle 3">
                <a:extLst>
                  <a:ext uri="{FF2B5EF4-FFF2-40B4-BE49-F238E27FC236}">
                    <a16:creationId xmlns:a16="http://schemas.microsoft.com/office/drawing/2014/main" id="{7DC1D9D9-FFF3-95DA-6B7D-116771B0873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>
                <p:custDataLst>
                  <p:tags r:id="rId15"/>
                </p:custDataLst>
              </p:nvPr>
            </p:nvSpPr>
            <p:spPr>
              <a:xfrm>
                <a:off x="3087332" y="3794461"/>
                <a:ext cx="7462318" cy="651482"/>
              </a:xfrm>
              <a:prstGeom prst="rect">
                <a:avLst/>
              </a:prstGeom>
              <a:blipFill>
                <a:blip r:embed="rId16"/>
                <a:stretch>
                  <a:fillRect b="-5660"/>
                </a:stretch>
              </a:blipFill>
              <a:ln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Rectangle 3">
                <a:extLst>
                  <a:ext uri="{FF2B5EF4-FFF2-40B4-BE49-F238E27FC236}">
                    <a16:creationId xmlns:a16="http://schemas.microsoft.com/office/drawing/2014/main" id="{BF63BA61-782B-9131-F9DD-86F72BD9F51C}"/>
                  </a:ext>
                </a:extLst>
              </p:cNvPr>
              <p:cNvSpPr txBox="1">
                <a:spLocks noChangeArrowheads="1"/>
              </p:cNvSpPr>
              <p:nvPr>
                <p:custDataLst>
                  <p:tags r:id="rId6"/>
                </p:custDataLst>
              </p:nvPr>
            </p:nvSpPr>
            <p:spPr>
              <a:xfrm>
                <a:off x="3087332" y="4569084"/>
                <a:ext cx="7462318" cy="985723"/>
              </a:xfrm>
              <a:prstGeom prst="rect">
                <a:avLst/>
              </a:prstGeo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txBody>
              <a:bodyPr vert="horz" lIns="91440" tIns="45720" rIns="91440" bIns="45720" rtlCol="0" anchor="ctr">
                <a:normAutofit fontScale="92500" lnSpcReduction="20000"/>
              </a:bodyPr>
              <a:lstStyle>
                <a:lvl1pPr marL="228600" indent="-228600" algn="l" defTabSz="914400" rtl="0" eaLnBrk="1" latinLnBrk="0" hangingPunct="1">
                  <a:lnSpc>
                    <a:spcPct val="120000"/>
                  </a:lnSpc>
                  <a:spcBef>
                    <a:spcPts val="1000"/>
                  </a:spcBef>
                  <a:buSzPct val="125000"/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 algn="ctr">
                  <a:buNone/>
                </a:pPr>
                <a:r>
                  <a:rPr lang="en-US" dirty="0">
                    <a:solidFill>
                      <a:schemeClr val="bg1"/>
                    </a:solidFill>
                  </a:rPr>
                  <a:t>If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accent3"/>
                        </a:solidFill>
                        <a:latin typeface="Cambria Math" panose="02040503050406030204" pitchFamily="18" charset="0"/>
                      </a:rPr>
                      <m:t>𝑓</m:t>
                    </m:r>
                    <m:d>
                      <m:dPr>
                        <m:ctrlPr>
                          <a:rPr lang="en-US" b="0" i="1" smtClean="0">
                            <a:solidFill>
                              <a:schemeClr val="accent3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solidFill>
                              <a:schemeClr val="accent3"/>
                            </a:solidFill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</m:d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∈</m:t>
                    </m:r>
                    <m:r>
                      <m:rPr>
                        <m:sty m:val="p"/>
                      </m:rPr>
                      <a:rPr lang="en-US" b="0" i="0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Ω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(</m:t>
                    </m:r>
                    <m:sSup>
                      <m:sSupPr>
                        <m:ctrlPr>
                          <a:rPr lang="en-US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solidFill>
                              <a:schemeClr val="accent4"/>
                            </a:solidFill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  <m:sup>
                        <m:r>
                          <a:rPr lang="en-US" b="0" i="1" smtClean="0">
                            <a:solidFill>
                              <a:schemeClr val="accent4"/>
                            </a:solidFill>
                            <a:latin typeface="Cambria Math" panose="02040503050406030204" pitchFamily="18" charset="0"/>
                          </a:rPr>
                          <m:t>𝑘</m:t>
                        </m:r>
                        <m:r>
                          <a:rPr lang="en-US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𝜖</m:t>
                        </m:r>
                      </m:sup>
                    </m:sSup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>
                    <a:solidFill>
                      <a:schemeClr val="bg1"/>
                    </a:solidFill>
                  </a:rPr>
                  <a:t> for some positive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𝜖</m:t>
                    </m:r>
                  </m:oMath>
                </a14:m>
                <a:r>
                  <a:rPr lang="en-US" dirty="0">
                    <a:solidFill>
                      <a:schemeClr val="bg1"/>
                    </a:solidFill>
                  </a:rPr>
                  <a:t> and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𝑓</m:t>
                    </m:r>
                    <m:d>
                      <m:dPr>
                        <m:ctrlPr>
                          <a:rPr lang="en-US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f>
                          <m:fPr>
                            <m:ctrlPr>
                              <a:rPr lang="en-US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𝑛</m:t>
                            </m:r>
                          </m:num>
                          <m:den>
                            <m:r>
                              <a:rPr lang="en-US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𝑏</m:t>
                            </m:r>
                          </m:den>
                        </m:f>
                      </m:e>
                    </m:d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≤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𝑐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𝑓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>
                    <a:solidFill>
                      <a:schemeClr val="bg1"/>
                    </a:solidFill>
                  </a:rPr>
                  <a:t> for some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𝑐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&lt;1</m:t>
                    </m:r>
                  </m:oMath>
                </a14:m>
                <a:r>
                  <a:rPr lang="en-US" dirty="0">
                    <a:solidFill>
                      <a:schemeClr val="bg1"/>
                    </a:solidFill>
                  </a:rPr>
                  <a:t> and sufficiently large n, then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𝑇</m:t>
                    </m:r>
                    <m:d>
                      <m:dPr>
                        <m:ctrlPr>
                          <a:rPr lang="en-US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</m:d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∈</m:t>
                    </m:r>
                    <m:r>
                      <a:rPr lang="en-US" b="1" i="0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𝚯</m:t>
                    </m:r>
                    <m:r>
                      <a:rPr lang="en-US" b="1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1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𝒇</m:t>
                    </m:r>
                    <m:r>
                      <a:rPr lang="en-US" b="1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1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𝒏</m:t>
                    </m:r>
                    <m:r>
                      <a:rPr lang="en-US" b="1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))</m:t>
                    </m:r>
                  </m:oMath>
                </a14:m>
                <a:endParaRPr lang="en-US" b="1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5" name="Rectangle 3">
                <a:extLst>
                  <a:ext uri="{FF2B5EF4-FFF2-40B4-BE49-F238E27FC236}">
                    <a16:creationId xmlns:a16="http://schemas.microsoft.com/office/drawing/2014/main" id="{BF63BA61-782B-9131-F9DD-86F72BD9F51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>
                <p:custDataLst>
                  <p:tags r:id="rId17"/>
                </p:custDataLst>
              </p:nvPr>
            </p:nvSpPr>
            <p:spPr>
              <a:xfrm>
                <a:off x="3087332" y="4569084"/>
                <a:ext cx="7462318" cy="985723"/>
              </a:xfrm>
              <a:prstGeom prst="rect">
                <a:avLst/>
              </a:prstGeom>
              <a:blipFill>
                <a:blip r:embed="rId18"/>
                <a:stretch>
                  <a:fillRect l="-678" r="-1695" b="-8861"/>
                </a:stretch>
              </a:blipFill>
              <a:ln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Rectangle 3">
            <a:extLst>
              <a:ext uri="{FF2B5EF4-FFF2-40B4-BE49-F238E27FC236}">
                <a16:creationId xmlns:a16="http://schemas.microsoft.com/office/drawing/2014/main" id="{B8B15566-36A9-7F4A-6A33-318C7C0EBB25}"/>
              </a:ext>
            </a:extLst>
          </p:cNvPr>
          <p:cNvSpPr txBox="1">
            <a:spLocks noChangeArrowheads="1"/>
          </p:cNvSpPr>
          <p:nvPr>
            <p:custDataLst>
              <p:tags r:id="rId7"/>
            </p:custDataLst>
          </p:nvPr>
        </p:nvSpPr>
        <p:spPr>
          <a:xfrm>
            <a:off x="1791075" y="3019838"/>
            <a:ext cx="1131684" cy="651481"/>
          </a:xfrm>
          <a:prstGeom prst="rect">
            <a:avLst/>
          </a:prstGeom>
          <a:ln>
            <a:solidFill>
              <a:schemeClr val="bg1"/>
            </a:solidFill>
          </a:ln>
        </p:spPr>
        <p:txBody>
          <a:bodyPr vert="horz" lIns="91440" tIns="45720" rIns="91440" bIns="45720" rtlCol="0" anchor="ctr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dirty="0">
                <a:solidFill>
                  <a:schemeClr val="bg1"/>
                </a:solidFill>
              </a:rPr>
              <a:t>Case 1:</a:t>
            </a:r>
          </a:p>
        </p:txBody>
      </p:sp>
      <p:sp>
        <p:nvSpPr>
          <p:cNvPr id="8" name="Rectangle 3">
            <a:extLst>
              <a:ext uri="{FF2B5EF4-FFF2-40B4-BE49-F238E27FC236}">
                <a16:creationId xmlns:a16="http://schemas.microsoft.com/office/drawing/2014/main" id="{51252FC3-A2CD-F3E4-4196-30BE6DC05F2F}"/>
              </a:ext>
            </a:extLst>
          </p:cNvPr>
          <p:cNvSpPr txBox="1">
            <a:spLocks noChangeArrowheads="1"/>
          </p:cNvSpPr>
          <p:nvPr>
            <p:custDataLst>
              <p:tags r:id="rId8"/>
            </p:custDataLst>
          </p:nvPr>
        </p:nvSpPr>
        <p:spPr>
          <a:xfrm>
            <a:off x="1791075" y="3794462"/>
            <a:ext cx="1131684" cy="651481"/>
          </a:xfrm>
          <a:prstGeom prst="rect">
            <a:avLst/>
          </a:prstGeom>
          <a:ln>
            <a:solidFill>
              <a:schemeClr val="bg1"/>
            </a:solidFill>
          </a:ln>
        </p:spPr>
        <p:txBody>
          <a:bodyPr vert="horz" lIns="91440" tIns="45720" rIns="91440" bIns="45720" rtlCol="0" anchor="ctr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dirty="0">
                <a:solidFill>
                  <a:schemeClr val="bg1"/>
                </a:solidFill>
              </a:rPr>
              <a:t>Case 2:</a:t>
            </a:r>
          </a:p>
        </p:txBody>
      </p:sp>
      <p:sp>
        <p:nvSpPr>
          <p:cNvPr id="9" name="Rectangle 3">
            <a:extLst>
              <a:ext uri="{FF2B5EF4-FFF2-40B4-BE49-F238E27FC236}">
                <a16:creationId xmlns:a16="http://schemas.microsoft.com/office/drawing/2014/main" id="{9902501A-D299-1D7F-10DD-3E84E781DDC6}"/>
              </a:ext>
            </a:extLst>
          </p:cNvPr>
          <p:cNvSpPr txBox="1">
            <a:spLocks noChangeArrowheads="1"/>
          </p:cNvSpPr>
          <p:nvPr>
            <p:custDataLst>
              <p:tags r:id="rId9"/>
            </p:custDataLst>
          </p:nvPr>
        </p:nvSpPr>
        <p:spPr>
          <a:xfrm>
            <a:off x="1791075" y="4569084"/>
            <a:ext cx="1131684" cy="985723"/>
          </a:xfrm>
          <a:prstGeom prst="rect">
            <a:avLst/>
          </a:prstGeom>
          <a:ln>
            <a:solidFill>
              <a:schemeClr val="bg1"/>
            </a:solidFill>
          </a:ln>
        </p:spPr>
        <p:txBody>
          <a:bodyPr vert="horz" lIns="91440" tIns="45720" rIns="91440" bIns="45720" rtlCol="0" anchor="ctr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dirty="0">
                <a:solidFill>
                  <a:schemeClr val="bg1"/>
                </a:solidFill>
              </a:rPr>
              <a:t>Case 3:</a:t>
            </a:r>
          </a:p>
        </p:txBody>
      </p:sp>
    </p:spTree>
    <p:extLst>
      <p:ext uri="{BB962C8B-B14F-4D97-AF65-F5344CB8AC3E}">
        <p14:creationId xmlns:p14="http://schemas.microsoft.com/office/powerpoint/2010/main" val="3510804172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034" name="Rectangle 2"/>
          <p:cNvSpPr>
            <a:spLocks noGrp="1" noChangeArrowheads="1"/>
          </p:cNvSpPr>
          <p:nvPr>
            <p:ph type="title"/>
            <p:custDataLst>
              <p:tags r:id="rId1"/>
            </p:custDataLst>
          </p:nvPr>
        </p:nvSpPr>
        <p:spPr>
          <a:xfrm>
            <a:off x="1141413" y="313717"/>
            <a:ext cx="9905998" cy="753082"/>
          </a:xfrm>
        </p:spPr>
        <p:txBody>
          <a:bodyPr/>
          <a:lstStyle/>
          <a:p>
            <a:pPr algn="ctr"/>
            <a:r>
              <a:rPr lang="en-US" dirty="0"/>
              <a:t>Using the Master Theorem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" name="Rectangle 3">
                <a:extLst>
                  <a:ext uri="{FF2B5EF4-FFF2-40B4-BE49-F238E27FC236}">
                    <a16:creationId xmlns:a16="http://schemas.microsoft.com/office/drawing/2014/main" id="{4E7A57BD-E0D8-8B0E-48C9-7186F33789B4}"/>
                  </a:ext>
                </a:extLst>
              </p:cNvPr>
              <p:cNvSpPr txBox="1">
                <a:spLocks noChangeArrowheads="1"/>
              </p:cNvSpPr>
              <p:nvPr>
                <p:custDataLst>
                  <p:tags r:id="rId2"/>
                </p:custDataLst>
              </p:nvPr>
            </p:nvSpPr>
            <p:spPr>
              <a:xfrm>
                <a:off x="4512468" y="1421128"/>
                <a:ext cx="3163887" cy="922021"/>
              </a:xfrm>
              <a:prstGeom prst="rect">
                <a:avLst/>
              </a:prstGeom>
              <a:solidFill>
                <a:schemeClr val="tx1">
                  <a:lumMod val="85000"/>
                </a:schemeClr>
              </a:solidFill>
              <a:ln>
                <a:solidFill>
                  <a:schemeClr val="bg1"/>
                </a:solidFill>
              </a:ln>
            </p:spPr>
            <p:txBody>
              <a:bodyPr vert="horz" lIns="91440" tIns="45720" rIns="91440" bIns="45720" rtlCol="0" anchor="ctr">
                <a:normAutofit/>
              </a:bodyPr>
              <a:lstStyle>
                <a:lvl1pPr marL="228600" indent="-228600" algn="l" defTabSz="914400" rtl="0" eaLnBrk="1" latinLnBrk="0" hangingPunct="1">
                  <a:lnSpc>
                    <a:spcPct val="120000"/>
                  </a:lnSpc>
                  <a:spcBef>
                    <a:spcPts val="1000"/>
                  </a:spcBef>
                  <a:buSzPct val="125000"/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 algn="ctr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𝑇</m:t>
                      </m:r>
                      <m:d>
                        <m:dPr>
                          <m:ctrlP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</m:e>
                      </m:d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=9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𝑇</m:t>
                      </m:r>
                      <m:d>
                        <m:dPr>
                          <m:ctrlP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f>
                            <m:fPr>
                              <m:ctrlP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num>
                            <m:den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den>
                          </m:f>
                        </m:e>
                      </m:d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𝑛</m:t>
                      </m:r>
                    </m:oMath>
                  </m:oMathPara>
                </a14:m>
                <a:endParaRPr lang="en-US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2" name="Rectangle 3">
                <a:extLst>
                  <a:ext uri="{FF2B5EF4-FFF2-40B4-BE49-F238E27FC236}">
                    <a16:creationId xmlns:a16="http://schemas.microsoft.com/office/drawing/2014/main" id="{4E7A57BD-E0D8-8B0E-48C9-7186F33789B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>
                <p:custDataLst>
                  <p:tags r:id="rId4"/>
                </p:custDataLst>
              </p:nvPr>
            </p:nvSpPr>
            <p:spPr>
              <a:xfrm>
                <a:off x="4512468" y="1421128"/>
                <a:ext cx="3163887" cy="922021"/>
              </a:xfrm>
              <a:prstGeom prst="rect">
                <a:avLst/>
              </a:prstGeom>
              <a:blipFill>
                <a:blip r:embed="rId5"/>
                <a:stretch>
                  <a:fillRect b="-1351"/>
                </a:stretch>
              </a:blipFill>
              <a:ln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10B32862-D822-29B1-A941-25B899277CE0}"/>
                  </a:ext>
                </a:extLst>
              </p:cNvPr>
              <p:cNvSpPr txBox="1"/>
              <p:nvPr/>
            </p:nvSpPr>
            <p:spPr>
              <a:xfrm>
                <a:off x="982979" y="2490056"/>
                <a:ext cx="3086101" cy="96180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b="0" i="1" smtClean="0">
                          <a:solidFill>
                            <a:schemeClr val="tx1">
                              <a:lumMod val="95000"/>
                            </a:schemeClr>
                          </a:solidFill>
                          <a:latin typeface="Cambria Math" panose="02040503050406030204" pitchFamily="18" charset="0"/>
                        </a:rPr>
                        <m:t>𝑘</m:t>
                      </m:r>
                      <m:r>
                        <a:rPr lang="en-US" sz="2800" b="0" i="1" smtClean="0">
                          <a:solidFill>
                            <a:schemeClr val="tx1">
                              <a:lumMod val="95000"/>
                            </a:schemeClr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func>
                        <m:funcPr>
                          <m:ctrlPr>
                            <a:rPr lang="en-US" sz="2800" b="0" i="1" smtClean="0">
                              <a:solidFill>
                                <a:schemeClr val="tx1">
                                  <a:lumMod val="9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sSub>
                            <m:sSubPr>
                              <m:ctrlPr>
                                <a:rPr lang="en-US" sz="2800" b="0" i="1" smtClean="0">
                                  <a:solidFill>
                                    <a:schemeClr val="tx1">
                                      <a:lumMod val="9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sz="2800" b="0" i="0" smtClean="0">
                                  <a:solidFill>
                                    <a:schemeClr val="tx1">
                                      <a:lumMod val="9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log</m:t>
                              </m:r>
                            </m:e>
                            <m:sub>
                              <m:r>
                                <a:rPr lang="en-US" sz="2800" b="0" i="1" smtClean="0">
                                  <a:solidFill>
                                    <a:schemeClr val="tx1">
                                      <a:lumMod val="9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b>
                          </m:sSub>
                        </m:fName>
                        <m:e>
                          <m:r>
                            <a:rPr lang="en-US" sz="2800" b="0" i="1" smtClean="0">
                              <a:solidFill>
                                <a:schemeClr val="tx1">
                                  <a:lumMod val="9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9</m:t>
                          </m:r>
                        </m:e>
                      </m:func>
                      <m:r>
                        <a:rPr lang="en-US" sz="2800" b="0" i="1" smtClean="0">
                          <a:solidFill>
                            <a:schemeClr val="tx1">
                              <a:lumMod val="95000"/>
                            </a:schemeClr>
                          </a:solidFill>
                          <a:latin typeface="Cambria Math" panose="02040503050406030204" pitchFamily="18" charset="0"/>
                        </a:rPr>
                        <m:t>=2</m:t>
                      </m:r>
                    </m:oMath>
                    <m:oMath xmlns:m="http://schemas.openxmlformats.org/officeDocument/2006/math">
                      <m:sSup>
                        <m:sSupPr>
                          <m:ctrlPr>
                            <a:rPr lang="en-US" sz="2800" b="0" i="1" smtClean="0">
                              <a:solidFill>
                                <a:schemeClr val="tx1">
                                  <a:lumMod val="9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800" b="0" i="1" smtClean="0">
                              <a:solidFill>
                                <a:schemeClr val="tx1">
                                  <a:lumMod val="9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</m:e>
                        <m:sup>
                          <m:r>
                            <a:rPr lang="en-US" sz="2800" b="0" i="1" smtClean="0">
                              <a:solidFill>
                                <a:schemeClr val="tx1">
                                  <a:lumMod val="9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𝑘</m:t>
                          </m:r>
                        </m:sup>
                      </m:sSup>
                      <m:r>
                        <a:rPr lang="en-US" sz="2800" b="0" i="1" smtClean="0">
                          <a:solidFill>
                            <a:schemeClr val="tx1">
                              <a:lumMod val="95000"/>
                            </a:schemeClr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en-US" sz="2800" b="0" i="1" smtClean="0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800" b="0" i="1" smtClean="0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</m:e>
                        <m:sup>
                          <m:r>
                            <a:rPr lang="en-US" sz="2800" b="0" i="1" smtClean="0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</m:oMath>
                  </m:oMathPara>
                </a14:m>
                <a:endParaRPr lang="en-US" sz="2800" dirty="0">
                  <a:solidFill>
                    <a:schemeClr val="accent4"/>
                  </a:solidFill>
                </a:endParaRPr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10B32862-D822-29B1-A941-25B899277CE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82979" y="2490056"/>
                <a:ext cx="3086101" cy="961802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055BC7AD-2CD6-03DF-AFD1-A7B25A21A5FC}"/>
              </a:ext>
            </a:extLst>
          </p:cNvPr>
          <p:cNvCxnSpPr>
            <a:cxnSpLocks/>
          </p:cNvCxnSpPr>
          <p:nvPr/>
        </p:nvCxnSpPr>
        <p:spPr>
          <a:xfrm flipV="1">
            <a:off x="3268980" y="2152649"/>
            <a:ext cx="800100" cy="304800"/>
          </a:xfrm>
          <a:prstGeom prst="line">
            <a:avLst/>
          </a:prstGeom>
          <a:ln>
            <a:solidFill>
              <a:schemeClr val="tx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E5F49C4B-133F-1E9B-F184-A358AD605EF8}"/>
                  </a:ext>
                </a:extLst>
              </p:cNvPr>
              <p:cNvSpPr txBox="1"/>
              <p:nvPr/>
            </p:nvSpPr>
            <p:spPr>
              <a:xfrm>
                <a:off x="8600599" y="2583623"/>
                <a:ext cx="3086101" cy="52322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b="0" i="1" smtClean="0">
                          <a:solidFill>
                            <a:schemeClr val="accent3"/>
                          </a:solidFill>
                          <a:latin typeface="Cambria Math" panose="02040503050406030204" pitchFamily="18" charset="0"/>
                        </a:rPr>
                        <m:t>𝑓</m:t>
                      </m:r>
                      <m:d>
                        <m:dPr>
                          <m:ctrlPr>
                            <a:rPr lang="en-US" sz="2800" b="0" i="1" smtClean="0">
                              <a:solidFill>
                                <a:schemeClr val="accent3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800" b="0" i="1" smtClean="0">
                              <a:solidFill>
                                <a:schemeClr val="accent3"/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</m:e>
                      </m:d>
                      <m:r>
                        <a:rPr lang="en-US" sz="2800" b="0" i="1" smtClean="0">
                          <a:solidFill>
                            <a:schemeClr val="accent3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2800" b="0" i="1" smtClean="0">
                          <a:solidFill>
                            <a:schemeClr val="accent3"/>
                          </a:solidFill>
                          <a:latin typeface="Cambria Math" panose="02040503050406030204" pitchFamily="18" charset="0"/>
                        </a:rPr>
                        <m:t>𝑛</m:t>
                      </m:r>
                    </m:oMath>
                  </m:oMathPara>
                </a14:m>
                <a:endParaRPr lang="en-US" sz="2800" dirty="0">
                  <a:solidFill>
                    <a:schemeClr val="accent3"/>
                  </a:solidFill>
                </a:endParaRPr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E5F49C4B-133F-1E9B-F184-A358AD605EF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600599" y="2583623"/>
                <a:ext cx="3086101" cy="523220"/>
              </a:xfrm>
              <a:prstGeom prst="rect">
                <a:avLst/>
              </a:prstGeom>
              <a:blipFill>
                <a:blip r:embed="rId7"/>
                <a:stretch>
                  <a:fillRect b="-1904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0144DD4B-0F39-E941-E2FA-DA5052AD83E0}"/>
              </a:ext>
            </a:extLst>
          </p:cNvPr>
          <p:cNvCxnSpPr>
            <a:cxnSpLocks/>
          </p:cNvCxnSpPr>
          <p:nvPr/>
        </p:nvCxnSpPr>
        <p:spPr>
          <a:xfrm flipH="1" flipV="1">
            <a:off x="7875270" y="2095499"/>
            <a:ext cx="1239680" cy="488124"/>
          </a:xfrm>
          <a:prstGeom prst="line">
            <a:avLst/>
          </a:prstGeom>
          <a:ln>
            <a:solidFill>
              <a:schemeClr val="tx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6093B9BB-D5C2-C602-61F5-D00280F9DC38}"/>
                  </a:ext>
                </a:extLst>
              </p:cNvPr>
              <p:cNvSpPr txBox="1"/>
              <p:nvPr/>
            </p:nvSpPr>
            <p:spPr>
              <a:xfrm>
                <a:off x="3806504" y="3715193"/>
                <a:ext cx="4575813" cy="2246769"/>
              </a:xfrm>
              <a:prstGeom prst="rect">
                <a:avLst/>
              </a:prstGeom>
              <a:noFill/>
              <a:ln>
                <a:solidFill>
                  <a:schemeClr val="tx1">
                    <a:lumMod val="95000"/>
                  </a:schemeClr>
                </a:solidFill>
              </a:ln>
            </p:spPr>
            <p:txBody>
              <a:bodyPr wrap="square" rtlCol="0">
                <a:spAutoFit/>
              </a:bodyPr>
              <a:lstStyle/>
              <a:p>
                <a:r>
                  <a:rPr lang="en-US" sz="2800" dirty="0">
                    <a:solidFill>
                      <a:schemeClr val="tx1">
                        <a:lumMod val="95000"/>
                      </a:schemeClr>
                    </a:solidFill>
                  </a:rPr>
                  <a:t>Compare </a:t>
                </a:r>
                <a14:m>
                  <m:oMath xmlns:m="http://schemas.openxmlformats.org/officeDocument/2006/math">
                    <m:r>
                      <a:rPr lang="en-US" sz="2800" b="0" i="1" smtClean="0">
                        <a:solidFill>
                          <a:schemeClr val="accent3"/>
                        </a:solidFill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sz="2800" dirty="0">
                    <a:solidFill>
                      <a:schemeClr val="tx1">
                        <a:lumMod val="95000"/>
                      </a:schemeClr>
                    </a:solidFill>
                  </a:rPr>
                  <a:t> and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2800" b="0" i="1" smtClean="0">
                            <a:solidFill>
                              <a:schemeClr val="accent4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800" b="0" i="1" smtClean="0">
                            <a:solidFill>
                              <a:schemeClr val="accent4"/>
                            </a:solidFill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  <m:sup>
                        <m:r>
                          <a:rPr lang="en-US" sz="2800" b="0" i="1" smtClean="0">
                            <a:solidFill>
                              <a:schemeClr val="accent4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endParaRPr lang="en-US" sz="2800" dirty="0">
                  <a:solidFill>
                    <a:schemeClr val="tx1">
                      <a:lumMod val="95000"/>
                    </a:schemeClr>
                  </a:solidFill>
                </a:endParaRPr>
              </a:p>
              <a:p>
                <a:endParaRPr lang="en-US" sz="2800" dirty="0">
                  <a:solidFill>
                    <a:schemeClr val="tx1">
                      <a:lumMod val="95000"/>
                    </a:schemeClr>
                  </a:solidFill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sz="2800" b="0" i="1" smtClean="0">
                          <a:solidFill>
                            <a:schemeClr val="accent3"/>
                          </a:solidFill>
                          <a:latin typeface="Cambria Math" panose="02040503050406030204" pitchFamily="18" charset="0"/>
                        </a:rPr>
                        <m:t>𝑛</m:t>
                      </m:r>
                      <m:r>
                        <a:rPr lang="en-US" sz="2800" b="0" i="1" smtClean="0">
                          <a:solidFill>
                            <a:schemeClr val="tx1">
                              <a:lumMod val="95000"/>
                            </a:schemeClr>
                          </a:solidFill>
                          <a:latin typeface="Cambria Math" panose="02040503050406030204" pitchFamily="18" charset="0"/>
                        </a:rPr>
                        <m:t>∈</m:t>
                      </m:r>
                      <m:r>
                        <a:rPr lang="en-US" sz="2800" b="0" i="1" smtClean="0">
                          <a:solidFill>
                            <a:schemeClr val="tx1">
                              <a:lumMod val="95000"/>
                            </a:schemeClr>
                          </a:solidFill>
                          <a:latin typeface="Cambria Math" panose="02040503050406030204" pitchFamily="18" charset="0"/>
                        </a:rPr>
                        <m:t>𝑂</m:t>
                      </m:r>
                      <m:d>
                        <m:dPr>
                          <m:ctrlPr>
                            <a:rPr lang="en-US" sz="2800" b="0" i="1" smtClean="0">
                              <a:solidFill>
                                <a:schemeClr val="tx1">
                                  <a:lumMod val="9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p>
                            <m:sSupPr>
                              <m:ctrlPr>
                                <a:rPr lang="en-US" sz="2800" b="0" i="1" smtClean="0">
                                  <a:solidFill>
                                    <a:schemeClr val="accent4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800" b="0" i="1" smtClean="0">
                                  <a:solidFill>
                                    <a:schemeClr val="accent4"/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e>
                            <m:sup>
                              <m:r>
                                <a:rPr lang="en-US" sz="2800" b="0" i="1" smtClean="0">
                                  <a:solidFill>
                                    <a:schemeClr val="accent4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  <m:r>
                                <a:rPr lang="en-US" sz="2800" b="0" i="1" smtClean="0">
                                  <a:solidFill>
                                    <a:schemeClr val="tx1">
                                      <a:lumMod val="9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−0.0001</m:t>
                              </m:r>
                            </m:sup>
                          </m:sSup>
                          <m:r>
                            <a:rPr lang="en-US" sz="2800" b="0" i="1" smtClean="0">
                              <a:solidFill>
                                <a:schemeClr val="tx1">
                                  <a:lumMod val="9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=</m:t>
                          </m:r>
                          <m:sSup>
                            <m:sSupPr>
                              <m:ctrlPr>
                                <a:rPr lang="en-US" sz="2800" b="0" i="1" smtClean="0">
                                  <a:solidFill>
                                    <a:schemeClr val="tx1">
                                      <a:lumMod val="9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800" b="0" i="1" smtClean="0">
                                  <a:solidFill>
                                    <a:schemeClr val="tx1">
                                      <a:lumMod val="9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e>
                            <m:sup>
                              <m:r>
                                <a:rPr lang="en-US" sz="2800" b="0" i="1" smtClean="0">
                                  <a:solidFill>
                                    <a:schemeClr val="tx1">
                                      <a:lumMod val="9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1.9999</m:t>
                              </m:r>
                            </m:sup>
                          </m:sSup>
                        </m:e>
                      </m:d>
                    </m:oMath>
                  </m:oMathPara>
                </a14:m>
                <a:br>
                  <a:rPr lang="en-US" sz="2800" dirty="0">
                    <a:solidFill>
                      <a:schemeClr val="tx1">
                        <a:lumMod val="95000"/>
                      </a:schemeClr>
                    </a:solidFill>
                  </a:rPr>
                </a:br>
                <a:br>
                  <a:rPr lang="en-US" sz="2800" dirty="0">
                    <a:solidFill>
                      <a:schemeClr val="tx1">
                        <a:lumMod val="95000"/>
                      </a:schemeClr>
                    </a:solidFill>
                  </a:rPr>
                </a:br>
                <a:r>
                  <a:rPr lang="en-US" sz="2800" dirty="0">
                    <a:solidFill>
                      <a:schemeClr val="tx1">
                        <a:lumMod val="95000"/>
                      </a:schemeClr>
                    </a:solidFill>
                  </a:rPr>
                  <a:t>Case 1: </a:t>
                </a:r>
                <a14:m>
                  <m:oMath xmlns:m="http://schemas.openxmlformats.org/officeDocument/2006/math">
                    <m:r>
                      <a:rPr lang="en-US" sz="2800" b="1" i="1" smtClean="0">
                        <a:solidFill>
                          <a:schemeClr val="tx1">
                            <a:lumMod val="95000"/>
                          </a:schemeClr>
                        </a:solidFill>
                        <a:latin typeface="Cambria Math" panose="02040503050406030204" pitchFamily="18" charset="0"/>
                      </a:rPr>
                      <m:t>𝑻</m:t>
                    </m:r>
                    <m:d>
                      <m:dPr>
                        <m:ctrlPr>
                          <a:rPr lang="en-US" sz="2800" b="1" i="1" smtClean="0">
                            <a:solidFill>
                              <a:schemeClr val="tx1">
                                <a:lumMod val="95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800" b="1" i="1" smtClean="0">
                            <a:solidFill>
                              <a:schemeClr val="tx1">
                                <a:lumMod val="9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𝒏</m:t>
                        </m:r>
                      </m:e>
                    </m:d>
                    <m:r>
                      <a:rPr lang="en-US" sz="2800" b="1" i="1" smtClean="0">
                        <a:solidFill>
                          <a:schemeClr val="tx1">
                            <a:lumMod val="95000"/>
                          </a:schemeClr>
                        </a:solidFill>
                        <a:latin typeface="Cambria Math" panose="02040503050406030204" pitchFamily="18" charset="0"/>
                      </a:rPr>
                      <m:t>∈</m:t>
                    </m:r>
                    <m:r>
                      <a:rPr lang="en-US" sz="2800" b="1" i="0" smtClean="0">
                        <a:solidFill>
                          <a:schemeClr val="tx1">
                            <a:lumMod val="95000"/>
                          </a:schemeClr>
                        </a:solidFill>
                        <a:latin typeface="Cambria Math" panose="02040503050406030204" pitchFamily="18" charset="0"/>
                      </a:rPr>
                      <m:t>𝚯</m:t>
                    </m:r>
                    <m:r>
                      <a:rPr lang="en-US" sz="2800" b="1" i="1" smtClean="0">
                        <a:solidFill>
                          <a:schemeClr val="tx1">
                            <a:lumMod val="95000"/>
                          </a:schemeClr>
                        </a:solidFill>
                        <a:latin typeface="Cambria Math" panose="02040503050406030204" pitchFamily="18" charset="0"/>
                      </a:rPr>
                      <m:t>(</m:t>
                    </m:r>
                    <m:sSup>
                      <m:sSupPr>
                        <m:ctrlPr>
                          <a:rPr lang="en-US" sz="2800" b="1" i="1" smtClean="0">
                            <a:solidFill>
                              <a:schemeClr val="tx1">
                                <a:lumMod val="95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800" b="1" i="1" smtClean="0">
                            <a:solidFill>
                              <a:schemeClr val="tx1">
                                <a:lumMod val="9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𝒏</m:t>
                        </m:r>
                      </m:e>
                      <m:sup>
                        <m:r>
                          <a:rPr lang="en-US" sz="2800" b="1" i="1" smtClean="0">
                            <a:solidFill>
                              <a:schemeClr val="tx1">
                                <a:lumMod val="9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𝟐</m:t>
                        </m:r>
                      </m:sup>
                    </m:sSup>
                    <m:r>
                      <a:rPr lang="en-US" sz="2800" b="1" i="1" smtClean="0">
                        <a:solidFill>
                          <a:schemeClr val="tx1">
                            <a:lumMod val="95000"/>
                          </a:schemeClr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sz="2800" b="1" dirty="0">
                  <a:solidFill>
                    <a:schemeClr val="tx1">
                      <a:lumMod val="95000"/>
                    </a:schemeClr>
                  </a:solidFill>
                </a:endParaRPr>
              </a:p>
            </p:txBody>
          </p:sp>
        </mc:Choice>
        <mc:Fallback xmlns="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6093B9BB-D5C2-C602-61F5-D00280F9DC3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06504" y="3715193"/>
                <a:ext cx="4575813" cy="2246769"/>
              </a:xfrm>
              <a:prstGeom prst="rect">
                <a:avLst/>
              </a:prstGeom>
              <a:blipFill>
                <a:blip r:embed="rId8"/>
                <a:stretch>
                  <a:fillRect l="-2762" t="-1676" b="-7263"/>
                </a:stretch>
              </a:blipFill>
              <a:ln>
                <a:solidFill>
                  <a:schemeClr val="tx1">
                    <a:lumMod val="95000"/>
                  </a:schemeClr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058" name="Rectangle 2"/>
          <p:cNvSpPr>
            <a:spLocks noGrp="1" noChangeArrowheads="1"/>
          </p:cNvSpPr>
          <p:nvPr>
            <p:ph type="title"/>
            <p:custDataLst>
              <p:tags r:id="rId1"/>
            </p:custDataLst>
          </p:nvPr>
        </p:nvSpPr>
        <p:spPr>
          <a:xfrm>
            <a:off x="1141413" y="127028"/>
            <a:ext cx="9905998" cy="593062"/>
          </a:xfrm>
        </p:spPr>
        <p:txBody>
          <a:bodyPr/>
          <a:lstStyle/>
          <a:p>
            <a:pPr algn="ctr"/>
            <a:r>
              <a:rPr lang="en-US" dirty="0">
                <a:sym typeface="Symbol" charset="2"/>
              </a:rPr>
              <a:t>Problems to Try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" name="Rectangle 3">
                <a:extLst>
                  <a:ext uri="{FF2B5EF4-FFF2-40B4-BE49-F238E27FC236}">
                    <a16:creationId xmlns:a16="http://schemas.microsoft.com/office/drawing/2014/main" id="{1C66DF4D-CD7B-250B-05CC-B05D9CB02C96}"/>
                  </a:ext>
                </a:extLst>
              </p:cNvPr>
              <p:cNvSpPr txBox="1">
                <a:spLocks noChangeArrowheads="1"/>
              </p:cNvSpPr>
              <p:nvPr>
                <p:custDataLst>
                  <p:tags r:id="rId2"/>
                </p:custDataLst>
              </p:nvPr>
            </p:nvSpPr>
            <p:spPr>
              <a:xfrm>
                <a:off x="1585787" y="1094961"/>
                <a:ext cx="9017251" cy="3775294"/>
              </a:xfrm>
              <a:prstGeom prst="rect">
                <a:avLst/>
              </a:prstGeom>
              <a:solidFill>
                <a:schemeClr val="tx1">
                  <a:lumMod val="65000"/>
                </a:schemeClr>
              </a:solidFill>
              <a:ln>
                <a:solidFill>
                  <a:schemeClr val="bg1"/>
                </a:solidFill>
              </a:ln>
            </p:spPr>
            <p:txBody>
              <a:bodyPr vert="horz" lIns="91440" tIns="45720" rIns="91440" bIns="45720" rtlCol="0">
                <a:normAutofit/>
              </a:bodyPr>
              <a:lstStyle>
                <a:lvl1pPr marL="228600" indent="-228600" algn="l" defTabSz="914400" rtl="0" eaLnBrk="1" latinLnBrk="0" hangingPunct="1">
                  <a:lnSpc>
                    <a:spcPct val="120000"/>
                  </a:lnSpc>
                  <a:spcBef>
                    <a:spcPts val="1000"/>
                  </a:spcBef>
                  <a:buSzPct val="125000"/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Font typeface="Arial" panose="020B0604020202020204" pitchFamily="34" charset="0"/>
                  <a:buNone/>
                </a:pPr>
                <a:r>
                  <a:rPr lang="en-US" dirty="0">
                    <a:solidFill>
                      <a:schemeClr val="bg1"/>
                    </a:solidFill>
                  </a:rPr>
                  <a:t>Consider </a:t>
                </a:r>
                <a14:m>
                  <m:oMath xmlns:m="http://schemas.openxmlformats.org/officeDocument/2006/math">
                    <m:r>
                      <a:rPr lang="en-US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𝑇</m:t>
                    </m:r>
                    <m:d>
                      <m:dPr>
                        <m:ctrlPr>
                          <a:rPr lang="en-US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</m:d>
                    <m:r>
                      <a:rPr lang="en-US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𝑇</m:t>
                    </m:r>
                    <m:d>
                      <m:dPr>
                        <m:ctrlPr>
                          <a:rPr lang="en-US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f>
                          <m:fPr>
                            <m:ctrlPr>
                              <a:rPr lang="en-US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𝑛</m:t>
                            </m:r>
                          </m:num>
                          <m:den>
                            <m:r>
                              <a:rPr lang="en-US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𝑏</m:t>
                            </m:r>
                          </m:den>
                        </m:f>
                      </m:e>
                    </m:d>
                    <m:r>
                      <a:rPr lang="en-US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i="1" smtClean="0">
                        <a:solidFill>
                          <a:schemeClr val="accent3"/>
                        </a:solidFill>
                        <a:latin typeface="Cambria Math" panose="02040503050406030204" pitchFamily="18" charset="0"/>
                      </a:rPr>
                      <m:t>𝑓</m:t>
                    </m:r>
                    <m:r>
                      <a:rPr lang="en-US" i="1" smtClean="0">
                        <a:solidFill>
                          <a:schemeClr val="accent3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i="1" smtClean="0">
                        <a:solidFill>
                          <a:schemeClr val="accent3"/>
                        </a:solidFill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i="1" smtClean="0">
                        <a:solidFill>
                          <a:schemeClr val="accent3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>
                    <a:solidFill>
                      <a:schemeClr val="accent3"/>
                    </a:solidFill>
                  </a:rPr>
                  <a:t> </a:t>
                </a:r>
                <a:r>
                  <a:rPr lang="en-US" dirty="0">
                    <a:solidFill>
                      <a:schemeClr val="bg1"/>
                    </a:solidFill>
                  </a:rPr>
                  <a:t>		Let </a:t>
                </a:r>
                <a14:m>
                  <m:oMath xmlns:m="http://schemas.openxmlformats.org/officeDocument/2006/math">
                    <m:r>
                      <a:rPr lang="en-US" i="1" smtClean="0">
                        <a:solidFill>
                          <a:schemeClr val="accent4"/>
                        </a:solidFill>
                        <a:latin typeface="Cambria Math" panose="02040503050406030204" pitchFamily="18" charset="0"/>
                      </a:rPr>
                      <m:t>𝑘</m:t>
                    </m:r>
                    <m:r>
                      <a:rPr lang="en-US" i="1" smtClean="0">
                        <a:solidFill>
                          <a:schemeClr val="accent4"/>
                        </a:solidFill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i="1" smtClean="0">
                            <a:solidFill>
                              <a:schemeClr val="accent4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func>
                          <m:funcPr>
                            <m:ctrlPr>
                              <a:rPr lang="en-US" i="1" smtClean="0">
                                <a:solidFill>
                                  <a:schemeClr val="accent4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funcPr>
                          <m:fName>
                            <m:r>
                              <m:rPr>
                                <m:sty m:val="p"/>
                              </m:rPr>
                              <a:rPr lang="en-US" smtClean="0">
                                <a:solidFill>
                                  <a:schemeClr val="accent4"/>
                                </a:solidFill>
                                <a:latin typeface="Cambria Math" panose="02040503050406030204" pitchFamily="18" charset="0"/>
                              </a:rPr>
                              <m:t>lg</m:t>
                            </m:r>
                          </m:fName>
                          <m:e>
                            <m:r>
                              <a:rPr lang="en-US" i="1" smtClean="0">
                                <a:solidFill>
                                  <a:schemeClr val="accent4"/>
                                </a:solidFill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</m:func>
                      </m:num>
                      <m:den>
                        <m:func>
                          <m:funcPr>
                            <m:ctrlPr>
                              <a:rPr lang="en-US" i="1" smtClean="0">
                                <a:solidFill>
                                  <a:schemeClr val="accent4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funcPr>
                          <m:fName>
                            <m:r>
                              <m:rPr>
                                <m:sty m:val="p"/>
                              </m:rPr>
                              <a:rPr lang="en-US" smtClean="0">
                                <a:solidFill>
                                  <a:schemeClr val="accent4"/>
                                </a:solidFill>
                                <a:latin typeface="Cambria Math" panose="02040503050406030204" pitchFamily="18" charset="0"/>
                              </a:rPr>
                              <m:t>lg</m:t>
                            </m:r>
                          </m:fName>
                          <m:e>
                            <m:r>
                              <a:rPr lang="en-US" i="1" smtClean="0">
                                <a:solidFill>
                                  <a:schemeClr val="accent4"/>
                                </a:solidFill>
                                <a:latin typeface="Cambria Math" panose="02040503050406030204" pitchFamily="18" charset="0"/>
                              </a:rPr>
                              <m:t>𝑏</m:t>
                            </m:r>
                          </m:e>
                        </m:func>
                      </m:den>
                    </m:f>
                    <m:r>
                      <a:rPr lang="en-US" i="1" smtClean="0">
                        <a:solidFill>
                          <a:schemeClr val="accent4"/>
                        </a:solidFill>
                        <a:latin typeface="Cambria Math" panose="02040503050406030204" pitchFamily="18" charset="0"/>
                      </a:rPr>
                      <m:t>=</m:t>
                    </m:r>
                    <m:func>
                      <m:funcPr>
                        <m:ctrlPr>
                          <a:rPr lang="en-US" i="1" smtClean="0">
                            <a:solidFill>
                              <a:schemeClr val="accent4"/>
                            </a:solidFill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sSub>
                          <m:sSubPr>
                            <m:ctrlPr>
                              <a:rPr lang="en-US" i="1" smtClean="0">
                                <a:solidFill>
                                  <a:schemeClr val="accent4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mtClean="0">
                                <a:solidFill>
                                  <a:schemeClr val="accent4"/>
                                </a:solidFill>
                                <a:latin typeface="Cambria Math" panose="02040503050406030204" pitchFamily="18" charset="0"/>
                              </a:rPr>
                              <m:t>log</m:t>
                            </m:r>
                          </m:e>
                          <m:sub>
                            <m:r>
                              <a:rPr lang="en-US" i="1" smtClean="0">
                                <a:solidFill>
                                  <a:schemeClr val="accent4"/>
                                </a:solidFill>
                                <a:latin typeface="Cambria Math" panose="02040503050406030204" pitchFamily="18" charset="0"/>
                              </a:rPr>
                              <m:t>𝑏</m:t>
                            </m:r>
                          </m:sub>
                        </m:sSub>
                      </m:fName>
                      <m:e>
                        <m:r>
                          <a:rPr lang="en-US" i="1" smtClean="0">
                            <a:solidFill>
                              <a:schemeClr val="accent4"/>
                            </a:solidFill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</m:func>
                  </m:oMath>
                </a14:m>
                <a:endParaRPr lang="en-US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2" name="Rectangle 3">
                <a:extLst>
                  <a:ext uri="{FF2B5EF4-FFF2-40B4-BE49-F238E27FC236}">
                    <a16:creationId xmlns:a16="http://schemas.microsoft.com/office/drawing/2014/main" id="{1C66DF4D-CD7B-250B-05CC-B05D9CB02C9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>
                <p:custDataLst>
                  <p:tags r:id="rId15"/>
                </p:custDataLst>
              </p:nvPr>
            </p:nvSpPr>
            <p:spPr>
              <a:xfrm>
                <a:off x="1585787" y="1094961"/>
                <a:ext cx="9017251" cy="3775294"/>
              </a:xfrm>
              <a:prstGeom prst="rect">
                <a:avLst/>
              </a:prstGeom>
              <a:blipFill>
                <a:blip r:embed="rId16"/>
                <a:stretch>
                  <a:fillRect l="-983"/>
                </a:stretch>
              </a:blipFill>
              <a:ln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Rectangle 3">
            <a:extLst>
              <a:ext uri="{FF2B5EF4-FFF2-40B4-BE49-F238E27FC236}">
                <a16:creationId xmlns:a16="http://schemas.microsoft.com/office/drawing/2014/main" id="{DEC92EC0-6119-57E3-0AEE-EF8C804C559A}"/>
              </a:ext>
            </a:extLst>
          </p:cNvPr>
          <p:cNvSpPr txBox="1">
            <a:spLocks noChangeArrowheads="1"/>
          </p:cNvSpPr>
          <p:nvPr>
            <p:custDataLst>
              <p:tags r:id="rId3"/>
            </p:custDataLst>
          </p:nvPr>
        </p:nvSpPr>
        <p:spPr>
          <a:xfrm>
            <a:off x="1585787" y="617220"/>
            <a:ext cx="9017250" cy="5356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dirty="0"/>
              <a:t>The Master Theorem: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Rectangle 3">
                <a:extLst>
                  <a:ext uri="{FF2B5EF4-FFF2-40B4-BE49-F238E27FC236}">
                    <a16:creationId xmlns:a16="http://schemas.microsoft.com/office/drawing/2014/main" id="{E7E70AB5-4AEE-ABFF-DA0C-5859759CA93A}"/>
                  </a:ext>
                </a:extLst>
              </p:cNvPr>
              <p:cNvSpPr txBox="1">
                <a:spLocks noChangeArrowheads="1"/>
              </p:cNvSpPr>
              <p:nvPr>
                <p:custDataLst>
                  <p:tags r:id="rId4"/>
                </p:custDataLst>
              </p:nvPr>
            </p:nvSpPr>
            <p:spPr>
              <a:xfrm>
                <a:off x="3035950" y="2127056"/>
                <a:ext cx="7462318" cy="651482"/>
              </a:xfrm>
              <a:prstGeom prst="rect">
                <a:avLst/>
              </a:prstGeo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txBody>
              <a:bodyPr vert="horz" lIns="91440" tIns="45720" rIns="91440" bIns="45720" rtlCol="0" anchor="ctr">
                <a:normAutofit/>
              </a:bodyPr>
              <a:lstStyle>
                <a:lvl1pPr marL="228600" indent="-228600" algn="l" defTabSz="914400" rtl="0" eaLnBrk="1" latinLnBrk="0" hangingPunct="1">
                  <a:lnSpc>
                    <a:spcPct val="120000"/>
                  </a:lnSpc>
                  <a:spcBef>
                    <a:spcPts val="1000"/>
                  </a:spcBef>
                  <a:buSzPct val="125000"/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 algn="ctr">
                  <a:buNone/>
                </a:pPr>
                <a:r>
                  <a:rPr lang="en-US" dirty="0">
                    <a:solidFill>
                      <a:schemeClr val="bg1"/>
                    </a:solidFill>
                  </a:rPr>
                  <a:t>If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accent3"/>
                        </a:solidFill>
                        <a:latin typeface="Cambria Math" panose="02040503050406030204" pitchFamily="18" charset="0"/>
                      </a:rPr>
                      <m:t>𝑓</m:t>
                    </m:r>
                    <m:d>
                      <m:dPr>
                        <m:ctrlPr>
                          <a:rPr lang="en-US" b="0" i="1" smtClean="0">
                            <a:solidFill>
                              <a:schemeClr val="accent3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solidFill>
                              <a:schemeClr val="accent3"/>
                            </a:solidFill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</m:d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∈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𝑂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(</m:t>
                    </m:r>
                    <m:sSup>
                      <m:sSupPr>
                        <m:ctrlPr>
                          <a:rPr lang="en-US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solidFill>
                              <a:schemeClr val="accent4"/>
                            </a:solidFill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  <m:sup>
                        <m:r>
                          <a:rPr lang="en-US" b="0" i="1" smtClean="0">
                            <a:solidFill>
                              <a:schemeClr val="accent4"/>
                            </a:solidFill>
                            <a:latin typeface="Cambria Math" panose="02040503050406030204" pitchFamily="18" charset="0"/>
                          </a:rPr>
                          <m:t>𝑘</m:t>
                        </m:r>
                        <m:r>
                          <a:rPr lang="en-US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US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𝜖</m:t>
                        </m:r>
                      </m:sup>
                    </m:sSup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>
                    <a:solidFill>
                      <a:schemeClr val="bg1"/>
                    </a:solidFill>
                  </a:rPr>
                  <a:t> for some positive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𝜖</m:t>
                    </m:r>
                  </m:oMath>
                </a14:m>
                <a:r>
                  <a:rPr lang="en-US" dirty="0">
                    <a:solidFill>
                      <a:schemeClr val="bg1"/>
                    </a:solidFill>
                  </a:rPr>
                  <a:t>, then </a:t>
                </a:r>
                <a14:m>
                  <m:oMath xmlns:m="http://schemas.openxmlformats.org/officeDocument/2006/math">
                    <m:r>
                      <a:rPr lang="en-US" b="1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𝑻</m:t>
                    </m:r>
                    <m:d>
                      <m:dPr>
                        <m:ctrlPr>
                          <a:rPr lang="en-US" b="1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1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𝒏</m:t>
                        </m:r>
                      </m:e>
                    </m:d>
                    <m:r>
                      <a:rPr lang="en-US" b="1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∈</m:t>
                    </m:r>
                    <m:r>
                      <a:rPr lang="en-US" b="1" i="0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𝚯</m:t>
                    </m:r>
                    <m:r>
                      <a:rPr lang="en-US" b="1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(</m:t>
                    </m:r>
                    <m:sSup>
                      <m:sSupPr>
                        <m:ctrlPr>
                          <a:rPr lang="en-US" b="1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1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𝒏</m:t>
                        </m:r>
                      </m:e>
                      <m:sup>
                        <m:r>
                          <a:rPr lang="en-US" b="1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𝒌</m:t>
                        </m:r>
                      </m:sup>
                    </m:sSup>
                    <m:r>
                      <a:rPr lang="en-US" b="1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b="1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5" name="Rectangle 3">
                <a:extLst>
                  <a:ext uri="{FF2B5EF4-FFF2-40B4-BE49-F238E27FC236}">
                    <a16:creationId xmlns:a16="http://schemas.microsoft.com/office/drawing/2014/main" id="{E7E70AB5-4AEE-ABFF-DA0C-5859759CA93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>
                <p:custDataLst>
                  <p:tags r:id="rId17"/>
                </p:custDataLst>
              </p:nvPr>
            </p:nvSpPr>
            <p:spPr>
              <a:xfrm>
                <a:off x="3035950" y="2127056"/>
                <a:ext cx="7462318" cy="651482"/>
              </a:xfrm>
              <a:prstGeom prst="rect">
                <a:avLst/>
              </a:prstGeom>
              <a:blipFill>
                <a:blip r:embed="rId18"/>
                <a:stretch>
                  <a:fillRect l="-847" r="-169" b="-9434"/>
                </a:stretch>
              </a:blipFill>
              <a:ln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Rectangle 3">
                <a:extLst>
                  <a:ext uri="{FF2B5EF4-FFF2-40B4-BE49-F238E27FC236}">
                    <a16:creationId xmlns:a16="http://schemas.microsoft.com/office/drawing/2014/main" id="{8FE4EA5A-2DAC-31F3-DF1E-A567F6878291}"/>
                  </a:ext>
                </a:extLst>
              </p:cNvPr>
              <p:cNvSpPr txBox="1">
                <a:spLocks noChangeArrowheads="1"/>
              </p:cNvSpPr>
              <p:nvPr>
                <p:custDataLst>
                  <p:tags r:id="rId5"/>
                </p:custDataLst>
              </p:nvPr>
            </p:nvSpPr>
            <p:spPr>
              <a:xfrm>
                <a:off x="3035950" y="2901680"/>
                <a:ext cx="7462318" cy="651482"/>
              </a:xfrm>
              <a:prstGeom prst="rect">
                <a:avLst/>
              </a:prstGeo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txBody>
              <a:bodyPr vert="horz" lIns="91440" tIns="45720" rIns="91440" bIns="45720" rtlCol="0" anchor="ctr">
                <a:normAutofit fontScale="92500"/>
              </a:bodyPr>
              <a:lstStyle>
                <a:lvl1pPr marL="228600" indent="-228600" algn="l" defTabSz="914400" rtl="0" eaLnBrk="1" latinLnBrk="0" hangingPunct="1">
                  <a:lnSpc>
                    <a:spcPct val="120000"/>
                  </a:lnSpc>
                  <a:spcBef>
                    <a:spcPts val="1000"/>
                  </a:spcBef>
                  <a:buSzPct val="125000"/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 algn="ctr">
                  <a:buNone/>
                </a:pPr>
                <a:r>
                  <a:rPr lang="en-US" dirty="0">
                    <a:solidFill>
                      <a:schemeClr val="bg1"/>
                    </a:solidFill>
                  </a:rPr>
                  <a:t>If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accent3"/>
                        </a:solidFill>
                        <a:latin typeface="Cambria Math" panose="02040503050406030204" pitchFamily="18" charset="0"/>
                      </a:rPr>
                      <m:t>𝑓</m:t>
                    </m:r>
                    <m:d>
                      <m:dPr>
                        <m:ctrlPr>
                          <a:rPr lang="en-US" b="0" i="1" smtClean="0">
                            <a:solidFill>
                              <a:schemeClr val="accent3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solidFill>
                              <a:schemeClr val="accent3"/>
                            </a:solidFill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</m:d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∈</m:t>
                    </m:r>
                    <m:r>
                      <m:rPr>
                        <m:sty m:val="p"/>
                      </m:rPr>
                      <a:rPr lang="en-US" b="0" i="0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Θ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(</m:t>
                    </m:r>
                    <m:sSup>
                      <m:sSupPr>
                        <m:ctrlPr>
                          <a:rPr lang="en-US" b="0" i="1" smtClean="0">
                            <a:solidFill>
                              <a:schemeClr val="accent4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solidFill>
                              <a:schemeClr val="accent4"/>
                            </a:solidFill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  <m:sup>
                        <m:r>
                          <a:rPr lang="en-US" b="0" i="1" smtClean="0">
                            <a:solidFill>
                              <a:schemeClr val="accent4"/>
                            </a:solidFill>
                            <a:latin typeface="Cambria Math" panose="02040503050406030204" pitchFamily="18" charset="0"/>
                          </a:rPr>
                          <m:t>𝑘</m:t>
                        </m:r>
                      </m:sup>
                    </m:sSup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>
                    <a:solidFill>
                      <a:schemeClr val="bg1"/>
                    </a:solidFill>
                  </a:rPr>
                  <a:t> then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𝑇</m:t>
                    </m:r>
                    <m:d>
                      <m:dPr>
                        <m:ctrlPr>
                          <a:rPr lang="en-US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</m:d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∈</m:t>
                    </m:r>
                    <m:r>
                      <m:rPr>
                        <m:sty m:val="p"/>
                      </m:rPr>
                      <a:rPr lang="en-US" b="0" i="0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Θ</m:t>
                    </m:r>
                    <m:d>
                      <m:dPr>
                        <m:ctrlPr>
                          <a:rPr lang="en-US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𝑓</m:t>
                        </m:r>
                        <m:d>
                          <m:dPr>
                            <m:ctrlPr>
                              <a:rPr lang="en-US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𝑛</m:t>
                            </m:r>
                          </m:e>
                        </m:d>
                        <m:func>
                          <m:funcPr>
                            <m:ctrlPr>
                              <a:rPr lang="en-US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funcPr>
                          <m:fName>
                            <m:r>
                              <m:rPr>
                                <m:sty m:val="p"/>
                              </m:rPr>
                              <a:rPr lang="en-US" b="0" i="0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log</m:t>
                            </m:r>
                          </m:fName>
                          <m:e>
                            <m:r>
                              <a:rPr lang="en-US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𝑛</m:t>
                            </m:r>
                          </m:e>
                        </m:func>
                      </m:e>
                    </m:d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1" i="0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𝚯</m:t>
                    </m:r>
                    <m:r>
                      <a:rPr lang="en-US" b="1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(</m:t>
                    </m:r>
                    <m:sSup>
                      <m:sSupPr>
                        <m:ctrlPr>
                          <a:rPr lang="en-US" b="1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1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𝒏</m:t>
                        </m:r>
                      </m:e>
                      <m:sup>
                        <m:r>
                          <a:rPr lang="en-US" b="1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𝒌</m:t>
                        </m:r>
                      </m:sup>
                    </m:sSup>
                    <m:func>
                      <m:funcPr>
                        <m:ctrlPr>
                          <a:rPr lang="en-US" b="1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a:rPr lang="en-US" b="1" i="0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𝐥𝐨𝐠</m:t>
                        </m:r>
                      </m:fName>
                      <m:e>
                        <m:r>
                          <a:rPr lang="en-US" b="1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𝒏</m:t>
                        </m:r>
                      </m:e>
                    </m:func>
                    <m:r>
                      <a:rPr lang="en-US" b="1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b="1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6" name="Rectangle 3">
                <a:extLst>
                  <a:ext uri="{FF2B5EF4-FFF2-40B4-BE49-F238E27FC236}">
                    <a16:creationId xmlns:a16="http://schemas.microsoft.com/office/drawing/2014/main" id="{8FE4EA5A-2DAC-31F3-DF1E-A567F687829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>
                <p:custDataLst>
                  <p:tags r:id="rId19"/>
                </p:custDataLst>
              </p:nvPr>
            </p:nvSpPr>
            <p:spPr>
              <a:xfrm>
                <a:off x="3035950" y="2901680"/>
                <a:ext cx="7462318" cy="651482"/>
              </a:xfrm>
              <a:prstGeom prst="rect">
                <a:avLst/>
              </a:prstGeom>
              <a:blipFill>
                <a:blip r:embed="rId20"/>
                <a:stretch>
                  <a:fillRect b="-5660"/>
                </a:stretch>
              </a:blipFill>
              <a:ln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Rectangle 3">
                <a:extLst>
                  <a:ext uri="{FF2B5EF4-FFF2-40B4-BE49-F238E27FC236}">
                    <a16:creationId xmlns:a16="http://schemas.microsoft.com/office/drawing/2014/main" id="{DB023B0B-5529-0D7C-84CA-2F1BE31BFC60}"/>
                  </a:ext>
                </a:extLst>
              </p:cNvPr>
              <p:cNvSpPr txBox="1">
                <a:spLocks noChangeArrowheads="1"/>
              </p:cNvSpPr>
              <p:nvPr>
                <p:custDataLst>
                  <p:tags r:id="rId6"/>
                </p:custDataLst>
              </p:nvPr>
            </p:nvSpPr>
            <p:spPr>
              <a:xfrm>
                <a:off x="3035950" y="3676303"/>
                <a:ext cx="7462318" cy="985723"/>
              </a:xfrm>
              <a:prstGeom prst="rect">
                <a:avLst/>
              </a:prstGeo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txBody>
              <a:bodyPr vert="horz" lIns="91440" tIns="45720" rIns="91440" bIns="45720" rtlCol="0" anchor="ctr">
                <a:normAutofit fontScale="92500" lnSpcReduction="20000"/>
              </a:bodyPr>
              <a:lstStyle>
                <a:lvl1pPr marL="228600" indent="-228600" algn="l" defTabSz="914400" rtl="0" eaLnBrk="1" latinLnBrk="0" hangingPunct="1">
                  <a:lnSpc>
                    <a:spcPct val="120000"/>
                  </a:lnSpc>
                  <a:spcBef>
                    <a:spcPts val="1000"/>
                  </a:spcBef>
                  <a:buSzPct val="125000"/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 algn="ctr">
                  <a:buNone/>
                </a:pPr>
                <a:r>
                  <a:rPr lang="en-US" dirty="0">
                    <a:solidFill>
                      <a:schemeClr val="bg1"/>
                    </a:solidFill>
                  </a:rPr>
                  <a:t>If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accent3"/>
                        </a:solidFill>
                        <a:latin typeface="Cambria Math" panose="02040503050406030204" pitchFamily="18" charset="0"/>
                      </a:rPr>
                      <m:t>𝑓</m:t>
                    </m:r>
                    <m:d>
                      <m:dPr>
                        <m:ctrlPr>
                          <a:rPr lang="en-US" b="0" i="1" smtClean="0">
                            <a:solidFill>
                              <a:schemeClr val="accent3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solidFill>
                              <a:schemeClr val="accent3"/>
                            </a:solidFill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</m:d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∈</m:t>
                    </m:r>
                    <m:r>
                      <m:rPr>
                        <m:sty m:val="p"/>
                      </m:rPr>
                      <a:rPr lang="en-US" b="0" i="0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Ω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(</m:t>
                    </m:r>
                    <m:sSup>
                      <m:sSupPr>
                        <m:ctrlPr>
                          <a:rPr lang="en-US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solidFill>
                              <a:schemeClr val="accent4"/>
                            </a:solidFill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  <m:sup>
                        <m:r>
                          <a:rPr lang="en-US" b="0" i="1" smtClean="0">
                            <a:solidFill>
                              <a:schemeClr val="accent4"/>
                            </a:solidFill>
                            <a:latin typeface="Cambria Math" panose="02040503050406030204" pitchFamily="18" charset="0"/>
                          </a:rPr>
                          <m:t>𝑘</m:t>
                        </m:r>
                        <m:r>
                          <a:rPr lang="en-US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𝜖</m:t>
                        </m:r>
                      </m:sup>
                    </m:sSup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>
                    <a:solidFill>
                      <a:schemeClr val="bg1"/>
                    </a:solidFill>
                  </a:rPr>
                  <a:t> for some positive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𝜖</m:t>
                    </m:r>
                  </m:oMath>
                </a14:m>
                <a:r>
                  <a:rPr lang="en-US" dirty="0">
                    <a:solidFill>
                      <a:schemeClr val="bg1"/>
                    </a:solidFill>
                  </a:rPr>
                  <a:t> and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𝑓</m:t>
                    </m:r>
                    <m:d>
                      <m:dPr>
                        <m:ctrlPr>
                          <a:rPr lang="en-US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f>
                          <m:fPr>
                            <m:ctrlPr>
                              <a:rPr lang="en-US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𝑛</m:t>
                            </m:r>
                          </m:num>
                          <m:den>
                            <m:r>
                              <a:rPr lang="en-US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𝑏</m:t>
                            </m:r>
                          </m:den>
                        </m:f>
                      </m:e>
                    </m:d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≤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𝑐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𝑓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>
                    <a:solidFill>
                      <a:schemeClr val="bg1"/>
                    </a:solidFill>
                  </a:rPr>
                  <a:t> for some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𝑐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&lt;1</m:t>
                    </m:r>
                  </m:oMath>
                </a14:m>
                <a:r>
                  <a:rPr lang="en-US" dirty="0">
                    <a:solidFill>
                      <a:schemeClr val="bg1"/>
                    </a:solidFill>
                  </a:rPr>
                  <a:t> and sufficiently large n, then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𝑇</m:t>
                    </m:r>
                    <m:d>
                      <m:dPr>
                        <m:ctrlPr>
                          <a:rPr lang="en-US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</m:d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∈</m:t>
                    </m:r>
                    <m:r>
                      <a:rPr lang="en-US" b="1" i="0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𝚯</m:t>
                    </m:r>
                    <m:r>
                      <a:rPr lang="en-US" b="1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1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𝒇</m:t>
                    </m:r>
                    <m:r>
                      <a:rPr lang="en-US" b="1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1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𝒏</m:t>
                    </m:r>
                    <m:r>
                      <a:rPr lang="en-US" b="1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))</m:t>
                    </m:r>
                  </m:oMath>
                </a14:m>
                <a:endParaRPr lang="en-US" b="1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7" name="Rectangle 3">
                <a:extLst>
                  <a:ext uri="{FF2B5EF4-FFF2-40B4-BE49-F238E27FC236}">
                    <a16:creationId xmlns:a16="http://schemas.microsoft.com/office/drawing/2014/main" id="{DB023B0B-5529-0D7C-84CA-2F1BE31BFC6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>
                <p:custDataLst>
                  <p:tags r:id="rId21"/>
                </p:custDataLst>
              </p:nvPr>
            </p:nvSpPr>
            <p:spPr>
              <a:xfrm>
                <a:off x="3035950" y="3676303"/>
                <a:ext cx="7462318" cy="985723"/>
              </a:xfrm>
              <a:prstGeom prst="rect">
                <a:avLst/>
              </a:prstGeom>
              <a:blipFill>
                <a:blip r:embed="rId22"/>
                <a:stretch>
                  <a:fillRect l="-678" r="-1695" b="-8750"/>
                </a:stretch>
              </a:blipFill>
              <a:ln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" name="Rectangle 3">
            <a:extLst>
              <a:ext uri="{FF2B5EF4-FFF2-40B4-BE49-F238E27FC236}">
                <a16:creationId xmlns:a16="http://schemas.microsoft.com/office/drawing/2014/main" id="{632584C6-33BF-8D46-8533-6FDAA71ED3C0}"/>
              </a:ext>
            </a:extLst>
          </p:cNvPr>
          <p:cNvSpPr txBox="1">
            <a:spLocks noChangeArrowheads="1"/>
          </p:cNvSpPr>
          <p:nvPr>
            <p:custDataLst>
              <p:tags r:id="rId7"/>
            </p:custDataLst>
          </p:nvPr>
        </p:nvSpPr>
        <p:spPr>
          <a:xfrm>
            <a:off x="1739693" y="2127057"/>
            <a:ext cx="1131684" cy="651481"/>
          </a:xfrm>
          <a:prstGeom prst="rect">
            <a:avLst/>
          </a:prstGeom>
          <a:ln>
            <a:solidFill>
              <a:schemeClr val="bg1"/>
            </a:solidFill>
          </a:ln>
        </p:spPr>
        <p:txBody>
          <a:bodyPr vert="horz" lIns="91440" tIns="45720" rIns="91440" bIns="45720" rtlCol="0" anchor="ctr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dirty="0">
                <a:solidFill>
                  <a:schemeClr val="bg1"/>
                </a:solidFill>
              </a:rPr>
              <a:t>Case 1:</a:t>
            </a:r>
          </a:p>
        </p:txBody>
      </p:sp>
      <p:sp>
        <p:nvSpPr>
          <p:cNvPr id="9" name="Rectangle 3">
            <a:extLst>
              <a:ext uri="{FF2B5EF4-FFF2-40B4-BE49-F238E27FC236}">
                <a16:creationId xmlns:a16="http://schemas.microsoft.com/office/drawing/2014/main" id="{4258A679-386A-7F52-26CC-80807D6D0404}"/>
              </a:ext>
            </a:extLst>
          </p:cNvPr>
          <p:cNvSpPr txBox="1">
            <a:spLocks noChangeArrowheads="1"/>
          </p:cNvSpPr>
          <p:nvPr>
            <p:custDataLst>
              <p:tags r:id="rId8"/>
            </p:custDataLst>
          </p:nvPr>
        </p:nvSpPr>
        <p:spPr>
          <a:xfrm>
            <a:off x="1739693" y="2901681"/>
            <a:ext cx="1131684" cy="651481"/>
          </a:xfrm>
          <a:prstGeom prst="rect">
            <a:avLst/>
          </a:prstGeom>
          <a:ln>
            <a:solidFill>
              <a:schemeClr val="bg1"/>
            </a:solidFill>
          </a:ln>
        </p:spPr>
        <p:txBody>
          <a:bodyPr vert="horz" lIns="91440" tIns="45720" rIns="91440" bIns="45720" rtlCol="0" anchor="ctr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dirty="0">
                <a:solidFill>
                  <a:schemeClr val="bg1"/>
                </a:solidFill>
              </a:rPr>
              <a:t>Case 2:</a:t>
            </a:r>
          </a:p>
        </p:txBody>
      </p:sp>
      <p:sp>
        <p:nvSpPr>
          <p:cNvPr id="10" name="Rectangle 3">
            <a:extLst>
              <a:ext uri="{FF2B5EF4-FFF2-40B4-BE49-F238E27FC236}">
                <a16:creationId xmlns:a16="http://schemas.microsoft.com/office/drawing/2014/main" id="{B749D3B6-82F5-B7DC-4059-51DA9042C942}"/>
              </a:ext>
            </a:extLst>
          </p:cNvPr>
          <p:cNvSpPr txBox="1">
            <a:spLocks noChangeArrowheads="1"/>
          </p:cNvSpPr>
          <p:nvPr>
            <p:custDataLst>
              <p:tags r:id="rId9"/>
            </p:custDataLst>
          </p:nvPr>
        </p:nvSpPr>
        <p:spPr>
          <a:xfrm>
            <a:off x="1739693" y="3676303"/>
            <a:ext cx="1131684" cy="985723"/>
          </a:xfrm>
          <a:prstGeom prst="rect">
            <a:avLst/>
          </a:prstGeom>
          <a:ln>
            <a:solidFill>
              <a:schemeClr val="bg1"/>
            </a:solidFill>
          </a:ln>
        </p:spPr>
        <p:txBody>
          <a:bodyPr vert="horz" lIns="91440" tIns="45720" rIns="91440" bIns="45720" rtlCol="0" anchor="ctr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dirty="0">
                <a:solidFill>
                  <a:schemeClr val="bg1"/>
                </a:solidFill>
              </a:rPr>
              <a:t>Case 3: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1" name="Rectangle 3">
                <a:extLst>
                  <a:ext uri="{FF2B5EF4-FFF2-40B4-BE49-F238E27FC236}">
                    <a16:creationId xmlns:a16="http://schemas.microsoft.com/office/drawing/2014/main" id="{DAAE0562-C111-DFA4-9FCC-249CD73F346B}"/>
                  </a:ext>
                </a:extLst>
              </p:cNvPr>
              <p:cNvSpPr txBox="1">
                <a:spLocks noChangeArrowheads="1"/>
              </p:cNvSpPr>
              <p:nvPr>
                <p:custDataLst>
                  <p:tags r:id="rId10"/>
                </p:custDataLst>
              </p:nvPr>
            </p:nvSpPr>
            <p:spPr>
              <a:xfrm>
                <a:off x="2871377" y="5150986"/>
                <a:ext cx="3303270" cy="687202"/>
              </a:xfrm>
              <a:prstGeom prst="rect">
                <a:avLst/>
              </a:prstGeom>
              <a:solidFill>
                <a:schemeClr val="tx1">
                  <a:lumMod val="85000"/>
                </a:schemeClr>
              </a:solidFill>
              <a:ln>
                <a:solidFill>
                  <a:schemeClr val="bg1"/>
                </a:solidFill>
              </a:ln>
            </p:spPr>
            <p:txBody>
              <a:bodyPr vert="horz" lIns="91440" tIns="45720" rIns="91440" bIns="45720" rtlCol="0" anchor="ctr">
                <a:normAutofit fontScale="77500" lnSpcReduction="20000"/>
              </a:bodyPr>
              <a:lstStyle>
                <a:lvl1pPr marL="228600" indent="-228600" algn="l" defTabSz="914400" rtl="0" eaLnBrk="1" latinLnBrk="0" hangingPunct="1">
                  <a:lnSpc>
                    <a:spcPct val="120000"/>
                  </a:lnSpc>
                  <a:spcBef>
                    <a:spcPts val="1000"/>
                  </a:spcBef>
                  <a:buSzPct val="125000"/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 algn="ctr">
                  <a:buFont typeface="Arial" panose="020B0604020202020204" pitchFamily="34" charset="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sym typeface="Symbol" charset="2"/>
                        </a:rPr>
                        <m:t>𝑇</m:t>
                      </m:r>
                      <m:d>
                        <m:dPr>
                          <m:ctrlP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sym typeface="Symbol" charset="2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sym typeface="Symbol" charset="2"/>
                            </a:rPr>
                            <m:t>𝑛</m:t>
                          </m:r>
                        </m:e>
                      </m:d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sym typeface="Symbol" charset="2"/>
                        </a:rPr>
                        <m:t>=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sym typeface="Symbol" charset="2"/>
                        </a:rPr>
                        <m:t>𝑇</m:t>
                      </m:r>
                      <m:d>
                        <m:dPr>
                          <m:ctrlP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sym typeface="Symbol" charset="2"/>
                            </a:rPr>
                          </m:ctrlPr>
                        </m:dPr>
                        <m:e>
                          <m:f>
                            <m:fPr>
                              <m:ctrlP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sym typeface="Symbol" charset="2"/>
                                </a:rPr>
                              </m:ctrlPr>
                            </m:fPr>
                            <m:num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sym typeface="Symbol" charset="2"/>
                                </a:rPr>
                                <m:t>𝑛</m:t>
                              </m:r>
                            </m:num>
                            <m:den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sym typeface="Symbol" charset="2"/>
                                </a:rPr>
                                <m:t>2</m:t>
                              </m:r>
                            </m:den>
                          </m:f>
                        </m:e>
                      </m:d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sym typeface="Symbol" charset="2"/>
                        </a:rPr>
                        <m:t>+</m:t>
                      </m:r>
                      <m:func>
                        <m:funcPr>
                          <m:ctrlP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sym typeface="Symbol" charset="2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b="0" i="0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sym typeface="Symbol" charset="2"/>
                            </a:rPr>
                            <m:t>log</m:t>
                          </m:r>
                        </m:fName>
                        <m:e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sym typeface="Symbol" charset="2"/>
                            </a:rPr>
                            <m:t>𝑛</m:t>
                          </m:r>
                        </m:e>
                      </m:func>
                    </m:oMath>
                  </m:oMathPara>
                </a14:m>
                <a:endParaRPr lang="en-US" dirty="0">
                  <a:solidFill>
                    <a:schemeClr val="bg1"/>
                  </a:solidFill>
                  <a:sym typeface="Symbol" charset="2"/>
                </a:endParaRPr>
              </a:p>
            </p:txBody>
          </p:sp>
        </mc:Choice>
        <mc:Fallback xmlns="">
          <p:sp>
            <p:nvSpPr>
              <p:cNvPr id="11" name="Rectangle 3">
                <a:extLst>
                  <a:ext uri="{FF2B5EF4-FFF2-40B4-BE49-F238E27FC236}">
                    <a16:creationId xmlns:a16="http://schemas.microsoft.com/office/drawing/2014/main" id="{DAAE0562-C111-DFA4-9FCC-249CD73F346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>
                <p:custDataLst>
                  <p:tags r:id="rId23"/>
                </p:custDataLst>
              </p:nvPr>
            </p:nvSpPr>
            <p:spPr>
              <a:xfrm>
                <a:off x="2871377" y="5150986"/>
                <a:ext cx="3303270" cy="687202"/>
              </a:xfrm>
              <a:prstGeom prst="rect">
                <a:avLst/>
              </a:prstGeom>
              <a:blipFill>
                <a:blip r:embed="rId24"/>
                <a:stretch>
                  <a:fillRect b="-3571"/>
                </a:stretch>
              </a:blipFill>
              <a:ln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" name="Rectangle 3">
                <a:extLst>
                  <a:ext uri="{FF2B5EF4-FFF2-40B4-BE49-F238E27FC236}">
                    <a16:creationId xmlns:a16="http://schemas.microsoft.com/office/drawing/2014/main" id="{0D0B1DB4-73C2-C4D5-E8FB-F0A2BF1B7242}"/>
                  </a:ext>
                </a:extLst>
              </p:cNvPr>
              <p:cNvSpPr txBox="1">
                <a:spLocks noChangeArrowheads="1"/>
              </p:cNvSpPr>
              <p:nvPr>
                <p:custDataLst>
                  <p:tags r:id="rId11"/>
                </p:custDataLst>
              </p:nvPr>
            </p:nvSpPr>
            <p:spPr>
              <a:xfrm>
                <a:off x="2871377" y="6043770"/>
                <a:ext cx="3303270" cy="687202"/>
              </a:xfrm>
              <a:prstGeom prst="rect">
                <a:avLst/>
              </a:prstGeom>
              <a:solidFill>
                <a:schemeClr val="tx1">
                  <a:lumMod val="85000"/>
                </a:schemeClr>
              </a:solidFill>
              <a:ln>
                <a:solidFill>
                  <a:schemeClr val="bg1"/>
                </a:solidFill>
              </a:ln>
            </p:spPr>
            <p:txBody>
              <a:bodyPr vert="horz" lIns="91440" tIns="45720" rIns="91440" bIns="45720" rtlCol="0" anchor="ctr">
                <a:normAutofit fontScale="77500" lnSpcReduction="20000"/>
              </a:bodyPr>
              <a:lstStyle>
                <a:lvl1pPr marL="228600" indent="-228600" algn="l" defTabSz="914400" rtl="0" eaLnBrk="1" latinLnBrk="0" hangingPunct="1">
                  <a:lnSpc>
                    <a:spcPct val="120000"/>
                  </a:lnSpc>
                  <a:spcBef>
                    <a:spcPts val="1000"/>
                  </a:spcBef>
                  <a:buSzPct val="125000"/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 algn="ctr">
                  <a:buFont typeface="Arial" panose="020B0604020202020204" pitchFamily="34" charset="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sym typeface="Symbol" charset="2"/>
                        </a:rPr>
                        <m:t>𝑇</m:t>
                      </m:r>
                      <m:d>
                        <m:dPr>
                          <m:ctrlP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sym typeface="Symbol" charset="2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sym typeface="Symbol" charset="2"/>
                            </a:rPr>
                            <m:t>𝑛</m:t>
                          </m:r>
                        </m:e>
                      </m:d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sym typeface="Symbol" charset="2"/>
                        </a:rPr>
                        <m:t>=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sym typeface="Symbol" charset="2"/>
                        </a:rPr>
                        <m:t>𝑇</m:t>
                      </m:r>
                      <m:d>
                        <m:dPr>
                          <m:ctrlP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sym typeface="Symbol" charset="2"/>
                            </a:rPr>
                          </m:ctrlPr>
                        </m:dPr>
                        <m:e>
                          <m:f>
                            <m:fPr>
                              <m:ctrlP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sym typeface="Symbol" charset="2"/>
                                </a:rPr>
                              </m:ctrlPr>
                            </m:fPr>
                            <m:num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sym typeface="Symbol" charset="2"/>
                                </a:rPr>
                                <m:t>𝑛</m:t>
                              </m:r>
                            </m:num>
                            <m:den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sym typeface="Symbol" charset="2"/>
                                </a:rPr>
                                <m:t>2</m:t>
                              </m:r>
                            </m:den>
                          </m:f>
                        </m:e>
                      </m:d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sym typeface="Symbol" charset="2"/>
                        </a:rPr>
                        <m:t>+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sym typeface="Symbol" charset="2"/>
                        </a:rPr>
                        <m:t>𝑛</m:t>
                      </m:r>
                    </m:oMath>
                  </m:oMathPara>
                </a14:m>
                <a:endParaRPr lang="en-US" dirty="0">
                  <a:solidFill>
                    <a:schemeClr val="bg1"/>
                  </a:solidFill>
                  <a:sym typeface="Symbol" charset="2"/>
                </a:endParaRPr>
              </a:p>
            </p:txBody>
          </p:sp>
        </mc:Choice>
        <mc:Fallback xmlns="">
          <p:sp>
            <p:nvSpPr>
              <p:cNvPr id="12" name="Rectangle 3">
                <a:extLst>
                  <a:ext uri="{FF2B5EF4-FFF2-40B4-BE49-F238E27FC236}">
                    <a16:creationId xmlns:a16="http://schemas.microsoft.com/office/drawing/2014/main" id="{0D0B1DB4-73C2-C4D5-E8FB-F0A2BF1B724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>
                <p:custDataLst>
                  <p:tags r:id="rId25"/>
                </p:custDataLst>
              </p:nvPr>
            </p:nvSpPr>
            <p:spPr>
              <a:xfrm>
                <a:off x="2871377" y="6043770"/>
                <a:ext cx="3303270" cy="687202"/>
              </a:xfrm>
              <a:prstGeom prst="rect">
                <a:avLst/>
              </a:prstGeom>
              <a:blipFill>
                <a:blip r:embed="rId26"/>
                <a:stretch>
                  <a:fillRect b="-5357"/>
                </a:stretch>
              </a:blipFill>
              <a:ln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" name="Rectangle 3">
                <a:extLst>
                  <a:ext uri="{FF2B5EF4-FFF2-40B4-BE49-F238E27FC236}">
                    <a16:creationId xmlns:a16="http://schemas.microsoft.com/office/drawing/2014/main" id="{494EAFF8-1E17-0F8C-FC37-086A937096A0}"/>
                  </a:ext>
                </a:extLst>
              </p:cNvPr>
              <p:cNvSpPr txBox="1">
                <a:spLocks noChangeArrowheads="1"/>
              </p:cNvSpPr>
              <p:nvPr>
                <p:custDataLst>
                  <p:tags r:id="rId12"/>
                </p:custDataLst>
              </p:nvPr>
            </p:nvSpPr>
            <p:spPr>
              <a:xfrm>
                <a:off x="6641689" y="5150986"/>
                <a:ext cx="3303270" cy="687202"/>
              </a:xfrm>
              <a:prstGeom prst="rect">
                <a:avLst/>
              </a:prstGeom>
              <a:solidFill>
                <a:schemeClr val="tx1">
                  <a:lumMod val="85000"/>
                </a:schemeClr>
              </a:solidFill>
              <a:ln>
                <a:solidFill>
                  <a:schemeClr val="bg1"/>
                </a:solidFill>
              </a:ln>
            </p:spPr>
            <p:txBody>
              <a:bodyPr vert="horz" lIns="91440" tIns="45720" rIns="91440" bIns="45720" rtlCol="0" anchor="ctr">
                <a:normAutofit fontScale="77500" lnSpcReduction="20000"/>
              </a:bodyPr>
              <a:lstStyle>
                <a:lvl1pPr marL="228600" indent="-228600" algn="l" defTabSz="914400" rtl="0" eaLnBrk="1" latinLnBrk="0" hangingPunct="1">
                  <a:lnSpc>
                    <a:spcPct val="120000"/>
                  </a:lnSpc>
                  <a:spcBef>
                    <a:spcPts val="1000"/>
                  </a:spcBef>
                  <a:buSzPct val="125000"/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 algn="ctr">
                  <a:buFont typeface="Arial" panose="020B0604020202020204" pitchFamily="34" charset="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sym typeface="Symbol" charset="2"/>
                        </a:rPr>
                        <m:t>𝑇</m:t>
                      </m:r>
                      <m:d>
                        <m:dPr>
                          <m:ctrlP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sym typeface="Symbol" charset="2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sym typeface="Symbol" charset="2"/>
                            </a:rPr>
                            <m:t>𝑛</m:t>
                          </m:r>
                        </m:e>
                      </m:d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sym typeface="Symbol" charset="2"/>
                        </a:rPr>
                        <m:t>=2 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sym typeface="Symbol" charset="2"/>
                        </a:rPr>
                        <m:t>𝑇</m:t>
                      </m:r>
                      <m:d>
                        <m:dPr>
                          <m:ctrlP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sym typeface="Symbol" charset="2"/>
                            </a:rPr>
                          </m:ctrlPr>
                        </m:dPr>
                        <m:e>
                          <m:f>
                            <m:fPr>
                              <m:ctrlP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sym typeface="Symbol" charset="2"/>
                                </a:rPr>
                              </m:ctrlPr>
                            </m:fPr>
                            <m:num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sym typeface="Symbol" charset="2"/>
                                </a:rPr>
                                <m:t>𝑛</m:t>
                              </m:r>
                            </m:num>
                            <m:den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sym typeface="Symbol" charset="2"/>
                                </a:rPr>
                                <m:t>2</m:t>
                              </m:r>
                            </m:den>
                          </m:f>
                        </m:e>
                      </m:d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sym typeface="Symbol" charset="2"/>
                        </a:rPr>
                        <m:t>+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sym typeface="Symbol" charset="2"/>
                        </a:rPr>
                        <m:t>𝑛</m:t>
                      </m:r>
                    </m:oMath>
                  </m:oMathPara>
                </a14:m>
                <a:endParaRPr lang="en-US" dirty="0">
                  <a:solidFill>
                    <a:schemeClr val="bg1"/>
                  </a:solidFill>
                  <a:sym typeface="Symbol" charset="2"/>
                </a:endParaRPr>
              </a:p>
            </p:txBody>
          </p:sp>
        </mc:Choice>
        <mc:Fallback xmlns="">
          <p:sp>
            <p:nvSpPr>
              <p:cNvPr id="13" name="Rectangle 3">
                <a:extLst>
                  <a:ext uri="{FF2B5EF4-FFF2-40B4-BE49-F238E27FC236}">
                    <a16:creationId xmlns:a16="http://schemas.microsoft.com/office/drawing/2014/main" id="{494EAFF8-1E17-0F8C-FC37-086A937096A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>
                <p:custDataLst>
                  <p:tags r:id="rId27"/>
                </p:custDataLst>
              </p:nvPr>
            </p:nvSpPr>
            <p:spPr>
              <a:xfrm>
                <a:off x="6641689" y="5150986"/>
                <a:ext cx="3303270" cy="687202"/>
              </a:xfrm>
              <a:prstGeom prst="rect">
                <a:avLst/>
              </a:prstGeom>
              <a:blipFill>
                <a:blip r:embed="rId28"/>
                <a:stretch>
                  <a:fillRect b="-3571"/>
                </a:stretch>
              </a:blipFill>
              <a:ln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" name="Rectangle 3">
                <a:extLst>
                  <a:ext uri="{FF2B5EF4-FFF2-40B4-BE49-F238E27FC236}">
                    <a16:creationId xmlns:a16="http://schemas.microsoft.com/office/drawing/2014/main" id="{940D973F-31E9-80A5-994D-1293C3E5D720}"/>
                  </a:ext>
                </a:extLst>
              </p:cNvPr>
              <p:cNvSpPr txBox="1">
                <a:spLocks noChangeArrowheads="1"/>
              </p:cNvSpPr>
              <p:nvPr>
                <p:custDataLst>
                  <p:tags r:id="rId13"/>
                </p:custDataLst>
              </p:nvPr>
            </p:nvSpPr>
            <p:spPr>
              <a:xfrm>
                <a:off x="6641689" y="6043770"/>
                <a:ext cx="3303270" cy="687202"/>
              </a:xfrm>
              <a:prstGeom prst="rect">
                <a:avLst/>
              </a:prstGeom>
              <a:solidFill>
                <a:schemeClr val="tx1">
                  <a:lumMod val="85000"/>
                </a:schemeClr>
              </a:solidFill>
              <a:ln>
                <a:solidFill>
                  <a:schemeClr val="bg1"/>
                </a:solidFill>
              </a:ln>
            </p:spPr>
            <p:txBody>
              <a:bodyPr vert="horz" lIns="91440" tIns="45720" rIns="91440" bIns="45720" rtlCol="0" anchor="ctr">
                <a:normAutofit fontScale="77500" lnSpcReduction="20000"/>
              </a:bodyPr>
              <a:lstStyle>
                <a:lvl1pPr marL="228600" indent="-228600" algn="l" defTabSz="914400" rtl="0" eaLnBrk="1" latinLnBrk="0" hangingPunct="1">
                  <a:lnSpc>
                    <a:spcPct val="120000"/>
                  </a:lnSpc>
                  <a:spcBef>
                    <a:spcPts val="1000"/>
                  </a:spcBef>
                  <a:buSzPct val="125000"/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 algn="ctr">
                  <a:buFont typeface="Arial" panose="020B0604020202020204" pitchFamily="34" charset="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sym typeface="Symbol" charset="2"/>
                        </a:rPr>
                        <m:t>𝑇</m:t>
                      </m:r>
                      <m:d>
                        <m:dPr>
                          <m:ctrlP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sym typeface="Symbol" charset="2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sym typeface="Symbol" charset="2"/>
                            </a:rPr>
                            <m:t>𝑛</m:t>
                          </m:r>
                        </m:e>
                      </m:d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sym typeface="Symbol" charset="2"/>
                        </a:rPr>
                        <m:t>=2 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sym typeface="Symbol" charset="2"/>
                        </a:rPr>
                        <m:t>𝑇</m:t>
                      </m:r>
                      <m:d>
                        <m:dPr>
                          <m:ctrlP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sym typeface="Symbol" charset="2"/>
                            </a:rPr>
                          </m:ctrlPr>
                        </m:dPr>
                        <m:e>
                          <m:f>
                            <m:fPr>
                              <m:ctrlP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sym typeface="Symbol" charset="2"/>
                                </a:rPr>
                              </m:ctrlPr>
                            </m:fPr>
                            <m:num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sym typeface="Symbol" charset="2"/>
                                </a:rPr>
                                <m:t>𝑛</m:t>
                              </m:r>
                            </m:num>
                            <m:den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sym typeface="Symbol" charset="2"/>
                                </a:rPr>
                                <m:t>2</m:t>
                              </m:r>
                            </m:den>
                          </m:f>
                        </m:e>
                      </m:d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sym typeface="Symbol" charset="2"/>
                        </a:rPr>
                        <m:t>+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sym typeface="Symbol" charset="2"/>
                        </a:rPr>
                        <m:t>𝑛</m:t>
                      </m:r>
                      <m:func>
                        <m:funcPr>
                          <m:ctrlP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sym typeface="Symbol" charset="2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b="0" i="0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sym typeface="Symbol" charset="2"/>
                            </a:rPr>
                            <m:t>log</m:t>
                          </m:r>
                        </m:fName>
                        <m:e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sym typeface="Symbol" charset="2"/>
                            </a:rPr>
                            <m:t>𝑛</m:t>
                          </m:r>
                        </m:e>
                      </m:func>
                    </m:oMath>
                  </m:oMathPara>
                </a14:m>
                <a:endParaRPr lang="en-US" dirty="0">
                  <a:solidFill>
                    <a:schemeClr val="bg1"/>
                  </a:solidFill>
                  <a:sym typeface="Symbol" charset="2"/>
                </a:endParaRPr>
              </a:p>
            </p:txBody>
          </p:sp>
        </mc:Choice>
        <mc:Fallback xmlns="">
          <p:sp>
            <p:nvSpPr>
              <p:cNvPr id="14" name="Rectangle 3">
                <a:extLst>
                  <a:ext uri="{FF2B5EF4-FFF2-40B4-BE49-F238E27FC236}">
                    <a16:creationId xmlns:a16="http://schemas.microsoft.com/office/drawing/2014/main" id="{940D973F-31E9-80A5-994D-1293C3E5D72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>
                <p:custDataLst>
                  <p:tags r:id="rId29"/>
                </p:custDataLst>
              </p:nvPr>
            </p:nvSpPr>
            <p:spPr>
              <a:xfrm>
                <a:off x="6641689" y="6043770"/>
                <a:ext cx="3303270" cy="687202"/>
              </a:xfrm>
              <a:prstGeom prst="rect">
                <a:avLst/>
              </a:prstGeom>
              <a:blipFill>
                <a:blip r:embed="rId30"/>
                <a:stretch>
                  <a:fillRect b="-5357"/>
                </a:stretch>
              </a:blipFill>
              <a:ln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dirty="0"/>
              <a:t>More Master Theorem Examples</a:t>
            </a:r>
          </a:p>
        </p:txBody>
      </p:sp>
    </p:spTree>
    <p:extLst>
      <p:ext uri="{BB962C8B-B14F-4D97-AF65-F5344CB8AC3E}">
        <p14:creationId xmlns:p14="http://schemas.microsoft.com/office/powerpoint/2010/main" val="385284681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058" name="Rectangle 2"/>
          <p:cNvSpPr>
            <a:spLocks noGrp="1" noChangeArrowheads="1"/>
          </p:cNvSpPr>
          <p:nvPr>
            <p:ph type="title"/>
            <p:custDataLst>
              <p:tags r:id="rId1"/>
            </p:custDataLst>
          </p:nvPr>
        </p:nvSpPr>
        <p:spPr>
          <a:xfrm>
            <a:off x="1143001" y="313717"/>
            <a:ext cx="9905998" cy="753082"/>
          </a:xfrm>
        </p:spPr>
        <p:txBody>
          <a:bodyPr/>
          <a:lstStyle/>
          <a:p>
            <a:pPr algn="ctr"/>
            <a:r>
              <a:rPr lang="en-US" dirty="0">
                <a:sym typeface="Symbol" charset="2"/>
              </a:rPr>
              <a:t>Problems to Try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5059" name="Rectangle 3"/>
              <p:cNvSpPr>
                <a:spLocks noGrp="1" noChangeArrowheads="1"/>
              </p:cNvSpPr>
              <p:nvPr>
                <p:ph sz="quarter" idx="1"/>
                <p:custDataLst>
                  <p:tags r:id="rId2"/>
                </p:custDataLst>
              </p:nvPr>
            </p:nvSpPr>
            <p:spPr>
              <a:xfrm>
                <a:off x="4106386" y="1860866"/>
                <a:ext cx="3979228" cy="4242753"/>
              </a:xfrm>
            </p:spPr>
            <p:txBody>
              <a:bodyPr>
                <a:normAutofit fontScale="92500"/>
              </a:bodyPr>
              <a:lstStyle/>
              <a:p>
                <a:r>
                  <a:rPr lang="en-US" dirty="0">
                    <a:sym typeface="Symbol" charset="2"/>
                  </a:rPr>
                  <a:t>Let’s try these?</a:t>
                </a:r>
              </a:p>
              <a:p>
                <a:endParaRPr lang="en-US" dirty="0">
                  <a:sym typeface="Symbol" charset="2"/>
                </a:endParaRPr>
              </a:p>
              <a:p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  <a:sym typeface="Symbol" charset="2"/>
                      </a:rPr>
                      <m:t>𝑇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  <a:sym typeface="Symbol" charset="2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sym typeface="Symbol" charset="2"/>
                          </a:rPr>
                          <m:t>𝑛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  <a:sym typeface="Symbol" charset="2"/>
                      </a:rPr>
                      <m:t>=7</m:t>
                    </m:r>
                    <m:r>
                      <a:rPr lang="en-US" b="0" i="1" smtClean="0">
                        <a:latin typeface="Cambria Math" panose="02040503050406030204" pitchFamily="18" charset="0"/>
                        <a:sym typeface="Symbol" charset="2"/>
                      </a:rPr>
                      <m:t>𝑇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  <a:sym typeface="Symbol" charset="2"/>
                          </a:rPr>
                        </m:ctrlPr>
                      </m:dPr>
                      <m:e>
                        <m:f>
                          <m:fPr>
                            <m:ctrlPr>
                              <a:rPr lang="en-US" b="0" i="1" smtClean="0">
                                <a:latin typeface="Cambria Math" panose="02040503050406030204" pitchFamily="18" charset="0"/>
                                <a:sym typeface="Symbol" charset="2"/>
                              </a:rPr>
                            </m:ctrlPr>
                          </m:fPr>
                          <m:num>
                            <m:r>
                              <a:rPr lang="en-US" b="0" i="1" smtClean="0">
                                <a:latin typeface="Cambria Math" panose="02040503050406030204" pitchFamily="18" charset="0"/>
                                <a:sym typeface="Symbol" charset="2"/>
                              </a:rPr>
                              <m:t>𝑛</m:t>
                            </m:r>
                          </m:num>
                          <m:den>
                            <m:r>
                              <a:rPr lang="en-US" b="0" i="1" smtClean="0">
                                <a:latin typeface="Cambria Math" panose="02040503050406030204" pitchFamily="18" charset="0"/>
                                <a:sym typeface="Symbol" charset="2"/>
                              </a:rPr>
                              <m:t>3</m:t>
                            </m:r>
                          </m:den>
                        </m:f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  <a:sym typeface="Symbol" charset="2"/>
                      </a:rPr>
                      <m:t>+</m:t>
                    </m:r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  <a:sym typeface="Symbol" charset="2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sym typeface="Symbol" charset="2"/>
                          </a:rPr>
                          <m:t>𝑛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  <a:sym typeface="Symbol" charset="2"/>
                          </a:rPr>
                          <m:t>2</m:t>
                        </m:r>
                      </m:sup>
                    </m:sSup>
                  </m:oMath>
                </a14:m>
                <a:endParaRPr lang="en-US" dirty="0">
                  <a:sym typeface="Symbol" charset="2"/>
                </a:endParaRPr>
              </a:p>
              <a:p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  <a:sym typeface="Symbol" charset="2"/>
                      </a:rPr>
                      <m:t>𝑇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  <a:sym typeface="Symbol" charset="2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sym typeface="Symbol" charset="2"/>
                          </a:rPr>
                          <m:t>𝑛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  <a:sym typeface="Symbol" charset="2"/>
                      </a:rPr>
                      <m:t>=3</m:t>
                    </m:r>
                    <m:r>
                      <a:rPr lang="en-US" b="0" i="1" smtClean="0">
                        <a:latin typeface="Cambria Math" panose="02040503050406030204" pitchFamily="18" charset="0"/>
                        <a:sym typeface="Symbol" charset="2"/>
                      </a:rPr>
                      <m:t>𝑇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  <a:sym typeface="Symbol" charset="2"/>
                          </a:rPr>
                        </m:ctrlPr>
                      </m:dPr>
                      <m:e>
                        <m:f>
                          <m:fPr>
                            <m:ctrlPr>
                              <a:rPr lang="en-US" b="0" i="1" smtClean="0">
                                <a:latin typeface="Cambria Math" panose="02040503050406030204" pitchFamily="18" charset="0"/>
                                <a:sym typeface="Symbol" charset="2"/>
                              </a:rPr>
                            </m:ctrlPr>
                          </m:fPr>
                          <m:num>
                            <m:r>
                              <a:rPr lang="en-US" b="0" i="1" smtClean="0">
                                <a:latin typeface="Cambria Math" panose="02040503050406030204" pitchFamily="18" charset="0"/>
                                <a:sym typeface="Symbol" charset="2"/>
                              </a:rPr>
                              <m:t>𝑛</m:t>
                            </m:r>
                          </m:num>
                          <m:den>
                            <m:r>
                              <a:rPr lang="en-US" b="0" i="1" smtClean="0">
                                <a:latin typeface="Cambria Math" panose="02040503050406030204" pitchFamily="18" charset="0"/>
                                <a:sym typeface="Symbol" charset="2"/>
                              </a:rPr>
                              <m:t>3</m:t>
                            </m:r>
                          </m:den>
                        </m:f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  <a:sym typeface="Symbol" charset="2"/>
                      </a:rPr>
                      <m:t>+</m:t>
                    </m:r>
                    <m:f>
                      <m:fPr>
                        <m:ctrlPr>
                          <a:rPr lang="en-US" b="0" i="1" smtClean="0">
                            <a:latin typeface="Cambria Math" panose="02040503050406030204" pitchFamily="18" charset="0"/>
                            <a:sym typeface="Symbol" charset="2"/>
                          </a:rPr>
                        </m:ctrlPr>
                      </m:fPr>
                      <m:num>
                        <m:r>
                          <a:rPr lang="en-US" b="0" i="1" smtClean="0">
                            <a:latin typeface="Cambria Math" panose="02040503050406030204" pitchFamily="18" charset="0"/>
                            <a:sym typeface="Symbol" charset="2"/>
                          </a:rPr>
                          <m:t>𝑛</m:t>
                        </m:r>
                      </m:num>
                      <m:den>
                        <m:r>
                          <a:rPr lang="en-US" b="0" i="1" smtClean="0">
                            <a:latin typeface="Cambria Math" panose="02040503050406030204" pitchFamily="18" charset="0"/>
                            <a:sym typeface="Symbol" charset="2"/>
                          </a:rPr>
                          <m:t>2</m:t>
                        </m:r>
                      </m:den>
                    </m:f>
                  </m:oMath>
                </a14:m>
                <a:endParaRPr lang="en-US" dirty="0">
                  <a:sym typeface="Symbol" charset="2"/>
                </a:endParaRPr>
              </a:p>
              <a:p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  <a:sym typeface="Symbol" charset="2"/>
                      </a:rPr>
                      <m:t>𝑇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  <a:sym typeface="Symbol" charset="2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sym typeface="Symbol" charset="2"/>
                          </a:rPr>
                          <m:t>𝑛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  <a:sym typeface="Symbol" charset="2"/>
                      </a:rPr>
                      <m:t>=4</m:t>
                    </m:r>
                    <m:r>
                      <a:rPr lang="en-US" b="0" i="1" smtClean="0">
                        <a:latin typeface="Cambria Math" panose="02040503050406030204" pitchFamily="18" charset="0"/>
                        <a:sym typeface="Symbol" charset="2"/>
                      </a:rPr>
                      <m:t>𝑇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  <a:sym typeface="Symbol" charset="2"/>
                          </a:rPr>
                        </m:ctrlPr>
                      </m:dPr>
                      <m:e>
                        <m:f>
                          <m:fPr>
                            <m:ctrlPr>
                              <a:rPr lang="en-US" b="0" i="1" smtClean="0">
                                <a:latin typeface="Cambria Math" panose="02040503050406030204" pitchFamily="18" charset="0"/>
                                <a:sym typeface="Symbol" charset="2"/>
                              </a:rPr>
                            </m:ctrlPr>
                          </m:fPr>
                          <m:num>
                            <m:r>
                              <a:rPr lang="en-US" b="0" i="1" smtClean="0">
                                <a:latin typeface="Cambria Math" panose="02040503050406030204" pitchFamily="18" charset="0"/>
                                <a:sym typeface="Symbol" charset="2"/>
                              </a:rPr>
                              <m:t>𝑛</m:t>
                            </m:r>
                          </m:num>
                          <m:den>
                            <m:r>
                              <a:rPr lang="en-US" b="0" i="1" smtClean="0">
                                <a:latin typeface="Cambria Math" panose="02040503050406030204" pitchFamily="18" charset="0"/>
                                <a:sym typeface="Symbol" charset="2"/>
                              </a:rPr>
                              <m:t>2</m:t>
                            </m:r>
                          </m:den>
                        </m:f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  <a:sym typeface="Symbol" charset="2"/>
                      </a:rPr>
                      <m:t>+</m:t>
                    </m:r>
                    <m:f>
                      <m:fPr>
                        <m:ctrlPr>
                          <a:rPr lang="en-US" b="0" i="1" smtClean="0">
                            <a:latin typeface="Cambria Math" panose="02040503050406030204" pitchFamily="18" charset="0"/>
                            <a:sym typeface="Symbol" charset="2"/>
                          </a:rPr>
                        </m:ctrlPr>
                      </m:fPr>
                      <m:num>
                        <m:r>
                          <a:rPr lang="en-US" b="0" i="1" smtClean="0">
                            <a:latin typeface="Cambria Math" panose="02040503050406030204" pitchFamily="18" charset="0"/>
                            <a:sym typeface="Symbol" charset="2"/>
                          </a:rPr>
                          <m:t>𝑛</m:t>
                        </m:r>
                      </m:num>
                      <m:den>
                        <m:func>
                          <m:funcPr>
                            <m:ctrlPr>
                              <a:rPr lang="en-US" b="0" i="1" smtClean="0">
                                <a:latin typeface="Cambria Math" panose="02040503050406030204" pitchFamily="18" charset="0"/>
                                <a:sym typeface="Symbol" charset="2"/>
                              </a:rPr>
                            </m:ctrlPr>
                          </m:funcPr>
                          <m:fName>
                            <m:r>
                              <m:rPr>
                                <m:sty m:val="p"/>
                              </m:rPr>
                              <a:rPr lang="en-US" b="0" i="0" smtClean="0">
                                <a:latin typeface="Cambria Math" panose="02040503050406030204" pitchFamily="18" charset="0"/>
                                <a:sym typeface="Symbol" charset="2"/>
                              </a:rPr>
                              <m:t>log</m:t>
                            </m:r>
                          </m:fName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  <a:sym typeface="Symbol" charset="2"/>
                              </a:rPr>
                              <m:t>𝑛</m:t>
                            </m:r>
                          </m:e>
                        </m:func>
                      </m:den>
                    </m:f>
                  </m:oMath>
                </a14:m>
                <a:endParaRPr lang="en-US" dirty="0">
                  <a:sym typeface="Symbol" charset="2"/>
                </a:endParaRPr>
              </a:p>
              <a:p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  <a:sym typeface="Symbol" charset="2"/>
                      </a:rPr>
                      <m:t>𝑇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  <a:sym typeface="Symbol" charset="2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sym typeface="Symbol" charset="2"/>
                          </a:rPr>
                          <m:t>𝑛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  <a:sym typeface="Symbol" charset="2"/>
                      </a:rPr>
                      <m:t>=3</m:t>
                    </m:r>
                    <m:r>
                      <a:rPr lang="en-US" b="0" i="1" smtClean="0">
                        <a:latin typeface="Cambria Math" panose="02040503050406030204" pitchFamily="18" charset="0"/>
                        <a:sym typeface="Symbol" charset="2"/>
                      </a:rPr>
                      <m:t>𝑇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  <a:sym typeface="Symbol" charset="2"/>
                          </a:rPr>
                        </m:ctrlPr>
                      </m:dPr>
                      <m:e>
                        <m:f>
                          <m:fPr>
                            <m:ctrlPr>
                              <a:rPr lang="en-US" b="0" i="1" smtClean="0">
                                <a:latin typeface="Cambria Math" panose="02040503050406030204" pitchFamily="18" charset="0"/>
                                <a:sym typeface="Symbol" charset="2"/>
                              </a:rPr>
                            </m:ctrlPr>
                          </m:fPr>
                          <m:num>
                            <m:r>
                              <a:rPr lang="en-US" b="0" i="1" smtClean="0">
                                <a:latin typeface="Cambria Math" panose="02040503050406030204" pitchFamily="18" charset="0"/>
                                <a:sym typeface="Symbol" charset="2"/>
                              </a:rPr>
                              <m:t>𝑛</m:t>
                            </m:r>
                          </m:num>
                          <m:den>
                            <m:r>
                              <a:rPr lang="en-US" b="0" i="1" smtClean="0">
                                <a:latin typeface="Cambria Math" panose="02040503050406030204" pitchFamily="18" charset="0"/>
                                <a:sym typeface="Symbol" charset="2"/>
                              </a:rPr>
                              <m:t>3</m:t>
                            </m:r>
                          </m:den>
                        </m:f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  <a:sym typeface="Symbol" charset="2"/>
                      </a:rPr>
                      <m:t>+</m:t>
                    </m:r>
                    <m:f>
                      <m:fPr>
                        <m:ctrlPr>
                          <a:rPr lang="en-US" b="0" i="1" smtClean="0">
                            <a:latin typeface="Cambria Math" panose="02040503050406030204" pitchFamily="18" charset="0"/>
                            <a:sym typeface="Symbol" charset="2"/>
                          </a:rPr>
                        </m:ctrlPr>
                      </m:fPr>
                      <m:num>
                        <m:r>
                          <a:rPr lang="en-US" b="0" i="1" smtClean="0">
                            <a:latin typeface="Cambria Math" panose="02040503050406030204" pitchFamily="18" charset="0"/>
                            <a:sym typeface="Symbol" charset="2"/>
                          </a:rPr>
                          <m:t>𝑛</m:t>
                        </m:r>
                      </m:num>
                      <m:den>
                        <m:func>
                          <m:funcPr>
                            <m:ctrlPr>
                              <a:rPr lang="en-US" b="0" i="1" smtClean="0">
                                <a:latin typeface="Cambria Math" panose="02040503050406030204" pitchFamily="18" charset="0"/>
                                <a:sym typeface="Symbol" charset="2"/>
                              </a:rPr>
                            </m:ctrlPr>
                          </m:funcPr>
                          <m:fName>
                            <m:r>
                              <m:rPr>
                                <m:sty m:val="p"/>
                              </m:rPr>
                              <a:rPr lang="en-US" b="0" i="0" smtClean="0">
                                <a:latin typeface="Cambria Math" panose="02040503050406030204" pitchFamily="18" charset="0"/>
                                <a:sym typeface="Symbol" charset="2"/>
                              </a:rPr>
                              <m:t>log</m:t>
                            </m:r>
                          </m:fName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  <a:sym typeface="Symbol" charset="2"/>
                              </a:rPr>
                              <m:t>𝑛</m:t>
                            </m:r>
                          </m:e>
                        </m:func>
                      </m:den>
                    </m:f>
                  </m:oMath>
                </a14:m>
                <a:endParaRPr lang="en-US" dirty="0">
                  <a:sym typeface="Symbol" charset="2"/>
                </a:endParaRPr>
              </a:p>
            </p:txBody>
          </p:sp>
        </mc:Choice>
        <mc:Fallback xmlns="">
          <p:sp>
            <p:nvSpPr>
              <p:cNvPr id="45059" name="Rectangle 3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"/>
                <p:custDataLst>
                  <p:tags r:id="rId4"/>
                </p:custDataLst>
              </p:nvPr>
            </p:nvSpPr>
            <p:spPr>
              <a:xfrm>
                <a:off x="4106386" y="1860866"/>
                <a:ext cx="3979228" cy="4242753"/>
              </a:xfrm>
              <a:blipFill>
                <a:blip r:embed="rId5"/>
                <a:stretch>
                  <a:fillRect l="-2866" t="-149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377959562"/>
      </p:ext>
    </p:extLst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2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2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2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2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2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2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2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2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2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2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3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3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3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3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3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3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3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3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3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3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4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4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4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4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4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4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4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4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4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4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5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5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5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5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5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5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5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5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5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5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6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6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6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6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6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6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6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6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6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6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7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7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7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7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7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7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7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7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7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7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8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8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8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8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8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8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8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8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8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8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9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9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9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9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9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9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9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9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9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9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0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0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0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0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0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0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0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0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0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0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1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1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1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1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1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2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2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2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2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2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2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2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2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2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2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3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3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3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3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3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3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3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3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3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3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4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4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4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4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4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4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4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4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4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4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5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5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5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5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5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5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5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5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5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5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6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6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6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6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6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6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6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6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6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6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7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7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Circuit">
  <a:themeElements>
    <a:clrScheme name="Circuit">
      <a:dk1>
        <a:sysClr val="windowText" lastClr="000000"/>
      </a:dk1>
      <a:lt1>
        <a:sysClr val="window" lastClr="FFFFFF"/>
      </a:lt1>
      <a:dk2>
        <a:srgbClr val="252C36"/>
      </a:dk2>
      <a:lt2>
        <a:srgbClr val="7C96A3"/>
      </a:lt2>
      <a:accent1>
        <a:srgbClr val="4FD093"/>
      </a:accent1>
      <a:accent2>
        <a:srgbClr val="54BCDF"/>
      </a:accent2>
      <a:accent3>
        <a:srgbClr val="A262D0"/>
      </a:accent3>
      <a:accent4>
        <a:srgbClr val="D7537B"/>
      </a:accent4>
      <a:accent5>
        <a:srgbClr val="E78045"/>
      </a:accent5>
      <a:accent6>
        <a:srgbClr val="84C350"/>
      </a:accent6>
      <a:hlink>
        <a:srgbClr val="22FFFF"/>
      </a:hlink>
      <a:folHlink>
        <a:srgbClr val="9BF3FD"/>
      </a:folHlink>
    </a:clrScheme>
    <a:fontScheme name="Circuit">
      <a:majorFont>
        <a:latin typeface="Tw Cen MT" panose="020B0602020104020603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Tw Cen MT" panose="020B0602020104020603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Circuit">
      <a:fillStyleLst>
        <a:solidFill>
          <a:schemeClr val="phClr"/>
        </a:solidFill>
        <a:gradFill rotWithShape="1">
          <a:gsLst>
            <a:gs pos="0">
              <a:schemeClr val="phClr">
                <a:tint val="58000"/>
                <a:satMod val="108000"/>
                <a:lumMod val="110000"/>
              </a:schemeClr>
            </a:gs>
            <a:gs pos="100000">
              <a:schemeClr val="phClr">
                <a:tint val="81000"/>
                <a:satMod val="109000"/>
                <a:lumMod val="105000"/>
              </a:schemeClr>
            </a:gs>
          </a:gsLst>
          <a:lin ang="5040000" scaled="0"/>
        </a:gradFill>
        <a:gradFill rotWithShape="1">
          <a:gsLst>
            <a:gs pos="0">
              <a:schemeClr val="phClr">
                <a:tint val="94000"/>
                <a:satMod val="105000"/>
                <a:lumMod val="102000"/>
              </a:schemeClr>
            </a:gs>
            <a:gs pos="100000">
              <a:schemeClr val="phClr">
                <a:shade val="74000"/>
                <a:satMod val="128000"/>
                <a:lumMod val="100000"/>
              </a:schemeClr>
            </a:gs>
          </a:gsLst>
          <a:lin ang="5400000" scaled="0"/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2225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8000"/>
                <a:hueMod val="94000"/>
                <a:satMod val="148000"/>
                <a:lumMod val="140000"/>
              </a:schemeClr>
            </a:gs>
            <a:gs pos="100000">
              <a:schemeClr val="phClr">
                <a:shade val="92000"/>
                <a:hueMod val="104000"/>
                <a:satMod val="140000"/>
                <a:lumMod val="48000"/>
              </a:schemeClr>
            </a:gs>
          </a:gsLst>
          <a:lin ang="5040000" scaled="0"/>
        </a:gradFill>
        <a:blipFill>
          <a:blip xmlns:r="http://schemas.openxmlformats.org/officeDocument/2006/relationships" r:embed="rId1">
            <a:duotone>
              <a:schemeClr val="phClr">
                <a:shade val="48000"/>
                <a:hueMod val="106000"/>
                <a:satMod val="140000"/>
                <a:lumMod val="42000"/>
              </a:schemeClr>
              <a:schemeClr val="phClr">
                <a:tint val="98000"/>
                <a:hueMod val="92000"/>
                <a:satMod val="220000"/>
                <a:lumMod val="90000"/>
              </a:schemeClr>
            </a:duotone>
          </a:blip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Circuit" id="{0AC2F7E7-15F5-431C-B2A2-456FE929F56C}" vid="{142578CA-DEC9-49C3-80AF-C113973CC9A9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{78731ABC-CB82-E74D-A429-13D3326A7E5D}tf10001122</Template>
  <TotalTime>40861</TotalTime>
  <Words>2676</Words>
  <Application>Microsoft Macintosh PowerPoint</Application>
  <PresentationFormat>Widescreen</PresentationFormat>
  <Paragraphs>383</Paragraphs>
  <Slides>41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41</vt:i4>
      </vt:variant>
    </vt:vector>
  </HeadingPairs>
  <TitlesOfParts>
    <vt:vector size="47" baseType="lpstr">
      <vt:lpstr>Arial</vt:lpstr>
      <vt:lpstr>Calibri</vt:lpstr>
      <vt:lpstr>Cambria Math</vt:lpstr>
      <vt:lpstr>Symbol</vt:lpstr>
      <vt:lpstr>Tw Cen MT</vt:lpstr>
      <vt:lpstr>Circuit</vt:lpstr>
      <vt:lpstr>Recurrence Relations</vt:lpstr>
      <vt:lpstr>Recurrence Relations</vt:lpstr>
      <vt:lpstr>Recurrence Relations</vt:lpstr>
      <vt:lpstr>Methods for Solving Recurrence Relations</vt:lpstr>
      <vt:lpstr>Directly Solving (or Iteration Method)</vt:lpstr>
      <vt:lpstr>Directly Solve (unrolling the recurrence)</vt:lpstr>
      <vt:lpstr>Directly Solve (unrolling the recurrence)</vt:lpstr>
      <vt:lpstr>Directly Solve (unrolling the recurrence)</vt:lpstr>
      <vt:lpstr>Directly Solve (unrolling the recurrence)</vt:lpstr>
      <vt:lpstr>Another Example!!</vt:lpstr>
      <vt:lpstr>Unroll the recurrence</vt:lpstr>
      <vt:lpstr>Directly Solve (unrolling the recurrence)</vt:lpstr>
      <vt:lpstr>Directly Solve (unrolling the recurrence)</vt:lpstr>
      <vt:lpstr>Directly Solve (unrolling the recurrence)</vt:lpstr>
      <vt:lpstr>Substitution Method</vt:lpstr>
      <vt:lpstr>Iteration or Substitution Method</vt:lpstr>
      <vt:lpstr>Iteration or Substitution Method</vt:lpstr>
      <vt:lpstr>Iteration or Substitution Method</vt:lpstr>
      <vt:lpstr>Iteration or Substitution Method</vt:lpstr>
      <vt:lpstr>Substitution Method: Subtleties</vt:lpstr>
      <vt:lpstr>Substitution Method: Subtleties</vt:lpstr>
      <vt:lpstr>Substitution Method: Another Pitfall</vt:lpstr>
      <vt:lpstr>Substitution Method: Another Pitfall</vt:lpstr>
      <vt:lpstr>Recursion Tree Method</vt:lpstr>
      <vt:lpstr>Recursion Tree Method</vt:lpstr>
      <vt:lpstr>Recursion Tree Method</vt:lpstr>
      <vt:lpstr>Recursion Tree Method</vt:lpstr>
      <vt:lpstr>The Master Theorem</vt:lpstr>
      <vt:lpstr>The Master Theorem</vt:lpstr>
      <vt:lpstr>The Master Theorem (from Cormen)</vt:lpstr>
      <vt:lpstr>The Master Theorem (from Cormen)</vt:lpstr>
      <vt:lpstr>The Master Theorem (from Cormen)</vt:lpstr>
      <vt:lpstr>The Master Theorem (from Cormen)</vt:lpstr>
      <vt:lpstr>The Master Theorem (from Cormen)</vt:lpstr>
      <vt:lpstr>The Master Theorem (from Cormen)</vt:lpstr>
      <vt:lpstr>The Master Theorem (from Cormen)</vt:lpstr>
      <vt:lpstr>The Master Theorem (from Cormen)</vt:lpstr>
      <vt:lpstr>Using the Master Theorem</vt:lpstr>
      <vt:lpstr>Problems to Try</vt:lpstr>
      <vt:lpstr>More Master Theorem Examples</vt:lpstr>
      <vt:lpstr>Problems to Try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Linear Programming</dc:title>
  <dc:creator>Mark Floryan</dc:creator>
  <cp:lastModifiedBy>Floryan, Mark Richard (mrf8t)</cp:lastModifiedBy>
  <cp:revision>252</cp:revision>
  <dcterms:created xsi:type="dcterms:W3CDTF">2023-02-24T14:15:53Z</dcterms:created>
  <dcterms:modified xsi:type="dcterms:W3CDTF">2025-09-23T16:47:11Z</dcterms:modified>
</cp:coreProperties>
</file>