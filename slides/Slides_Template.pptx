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89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Finite Automata and Regular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39229</TotalTime>
  <Words>16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Circuit</vt:lpstr>
      <vt:lpstr>Finite Automata and Regular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235</cp:revision>
  <dcterms:created xsi:type="dcterms:W3CDTF">2023-02-24T14:15:53Z</dcterms:created>
  <dcterms:modified xsi:type="dcterms:W3CDTF">2025-08-18T14:54:17Z</dcterms:modified>
</cp:coreProperties>
</file>