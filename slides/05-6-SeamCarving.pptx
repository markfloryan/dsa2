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10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53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43"/>
    <p:restoredTop sz="94727"/>
  </p:normalViewPr>
  <p:slideViewPr>
    <p:cSldViewPr snapToGrid="0" snapToObjects="1">
      <p:cViewPr varScale="1">
        <p:scale>
          <a:sx n="135" d="100"/>
          <a:sy n="135" d="100"/>
        </p:scale>
        <p:origin x="184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57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C4347D3-4C9A-C240-8F14-750059DFEEB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347D3-4C9A-C240-8F14-750059DFEEB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7A2C-CECB-EA45-9A8F-28914F6AC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More Dynamic Programming</a:t>
            </a:r>
            <a:br>
              <a:rPr lang="en-US" dirty="0"/>
            </a:br>
            <a:r>
              <a:rPr lang="en-US" dirty="0"/>
              <a:t>Seam Carving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3BA16-EE93-B74E-A27C-2B68B596B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Data Structures and Algorithms 2</a:t>
            </a:r>
            <a:br>
              <a:rPr lang="en-US" dirty="0"/>
            </a:br>
            <a:r>
              <a:rPr lang="en-US" dirty="0"/>
              <a:t>Mark Floryan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30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5471C-C03B-3C3A-C0DA-2DA797400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A730C-D5F9-A2DB-339A-D707FA416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10700"/>
            <a:ext cx="9905998" cy="5314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Seam Carving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108AA8-F081-06FE-055A-F5F6D924A78B}"/>
              </a:ext>
            </a:extLst>
          </p:cNvPr>
          <p:cNvSpPr txBox="1"/>
          <p:nvPr/>
        </p:nvSpPr>
        <p:spPr>
          <a:xfrm>
            <a:off x="1330037" y="1557616"/>
            <a:ext cx="9531927" cy="95410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i="1" u="sng" dirty="0">
                <a:solidFill>
                  <a:schemeClr val="bg1"/>
                </a:solidFill>
              </a:rPr>
              <a:t>Seam Carving</a:t>
            </a:r>
            <a:r>
              <a:rPr lang="en-US" sz="2800" dirty="0">
                <a:solidFill>
                  <a:schemeClr val="bg1"/>
                </a:solidFill>
              </a:rPr>
              <a:t> is a method for image resizing that does not scale or crop the image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E50AA6-6217-BBCF-7951-1E82EC795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400" y="2949430"/>
            <a:ext cx="32512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94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EBCFD-CF9B-3FD8-19AB-7C6C9015F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10700"/>
            <a:ext cx="9905998" cy="5314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Cropping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CDD02A-7AA9-BD9D-F7ED-77D598CAAD7A}"/>
              </a:ext>
            </a:extLst>
          </p:cNvPr>
          <p:cNvSpPr txBox="1"/>
          <p:nvPr/>
        </p:nvSpPr>
        <p:spPr>
          <a:xfrm>
            <a:off x="1330036" y="1696859"/>
            <a:ext cx="9531927" cy="52322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i="1" u="sng" dirty="0">
                <a:solidFill>
                  <a:schemeClr val="bg1"/>
                </a:solidFill>
              </a:rPr>
              <a:t>Cropping</a:t>
            </a:r>
            <a:r>
              <a:rPr lang="en-US" sz="2800" dirty="0">
                <a:solidFill>
                  <a:schemeClr val="bg1"/>
                </a:solidFill>
              </a:rPr>
              <a:t> simply removes a block of pixels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5A5323-8EF6-B377-E6A5-C5F9201EF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400" y="2877552"/>
            <a:ext cx="3251200" cy="2438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46E7EF-15BB-F96D-3449-402070FFE6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921"/>
          <a:stretch>
            <a:fillRect/>
          </a:stretch>
        </p:blipFill>
        <p:spPr>
          <a:xfrm>
            <a:off x="7508673" y="2877552"/>
            <a:ext cx="1888247" cy="2438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4BC0243-9A29-B203-2337-E9378044947C}"/>
              </a:ext>
            </a:extLst>
          </p:cNvPr>
          <p:cNvSpPr/>
          <p:nvPr/>
        </p:nvSpPr>
        <p:spPr>
          <a:xfrm>
            <a:off x="4075890" y="2877552"/>
            <a:ext cx="1359710" cy="2438400"/>
          </a:xfrm>
          <a:prstGeom prst="rect">
            <a:avLst/>
          </a:prstGeom>
          <a:solidFill>
            <a:srgbClr val="D7537B">
              <a:alpha val="4196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80ECD4-CD25-EA02-18C7-3A5C876BEDA1}"/>
              </a:ext>
            </a:extLst>
          </p:cNvPr>
          <p:cNvCxnSpPr/>
          <p:nvPr/>
        </p:nvCxnSpPr>
        <p:spPr>
          <a:xfrm>
            <a:off x="5680954" y="4096752"/>
            <a:ext cx="1556426" cy="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0228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88554-7A00-342F-3181-E51EB70E2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1AABF-EF72-2F4E-2117-39F384008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10700"/>
            <a:ext cx="9905998" cy="5314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Scaling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E103B1-0EBF-5ED9-512B-CB0E92790687}"/>
              </a:ext>
            </a:extLst>
          </p:cNvPr>
          <p:cNvSpPr txBox="1"/>
          <p:nvPr/>
        </p:nvSpPr>
        <p:spPr>
          <a:xfrm>
            <a:off x="1330036" y="1696859"/>
            <a:ext cx="9531927" cy="52322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i="1" u="sng" dirty="0">
                <a:solidFill>
                  <a:schemeClr val="bg1"/>
                </a:solidFill>
              </a:rPr>
              <a:t>Scaling</a:t>
            </a:r>
            <a:r>
              <a:rPr lang="en-US" sz="2800" dirty="0">
                <a:solidFill>
                  <a:schemeClr val="bg1"/>
                </a:solidFill>
              </a:rPr>
              <a:t> removes stripes of pixels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3199C2-38AF-19E6-F669-73CD391D7E93}"/>
              </a:ext>
            </a:extLst>
          </p:cNvPr>
          <p:cNvCxnSpPr/>
          <p:nvPr/>
        </p:nvCxnSpPr>
        <p:spPr>
          <a:xfrm>
            <a:off x="5680954" y="4096752"/>
            <a:ext cx="1556426" cy="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3EDB64B-65F3-8135-8942-497BD46B4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2734" y="2877552"/>
            <a:ext cx="1891490" cy="2438400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E72FB458-7335-6096-0024-C3D8C937E0B0}"/>
              </a:ext>
            </a:extLst>
          </p:cNvPr>
          <p:cNvGrpSpPr/>
          <p:nvPr/>
        </p:nvGrpSpPr>
        <p:grpSpPr>
          <a:xfrm>
            <a:off x="2184400" y="2872812"/>
            <a:ext cx="3251200" cy="2447836"/>
            <a:chOff x="2184400" y="2872812"/>
            <a:chExt cx="3251200" cy="244783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4C9A8A6-C378-424E-EE69-B75C2C8AA7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84400" y="2877552"/>
              <a:ext cx="3251200" cy="2438400"/>
            </a:xfrm>
            <a:prstGeom prst="rect">
              <a:avLst/>
            </a:prstGeom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AB76C9E-EC17-EB9A-DDA3-19266B7EF11C}"/>
                </a:ext>
              </a:extLst>
            </p:cNvPr>
            <p:cNvCxnSpPr>
              <a:cxnSpLocks/>
            </p:cNvCxnSpPr>
            <p:nvPr/>
          </p:nvCxnSpPr>
          <p:spPr>
            <a:xfrm>
              <a:off x="2289842" y="2877552"/>
              <a:ext cx="0" cy="2438400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B28E870-F96D-F594-9744-934C3ED461E6}"/>
                </a:ext>
              </a:extLst>
            </p:cNvPr>
            <p:cNvCxnSpPr>
              <a:cxnSpLocks/>
            </p:cNvCxnSpPr>
            <p:nvPr/>
          </p:nvCxnSpPr>
          <p:spPr>
            <a:xfrm>
              <a:off x="2442242" y="2879120"/>
              <a:ext cx="0" cy="2438400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D2F6754-00B0-C50B-7F3E-9220735C0DDB}"/>
                </a:ext>
              </a:extLst>
            </p:cNvPr>
            <p:cNvCxnSpPr>
              <a:cxnSpLocks/>
            </p:cNvCxnSpPr>
            <p:nvPr/>
          </p:nvCxnSpPr>
          <p:spPr>
            <a:xfrm>
              <a:off x="2594642" y="2880688"/>
              <a:ext cx="0" cy="2438400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531A301-72A4-7374-DB32-B7DE27709106}"/>
                </a:ext>
              </a:extLst>
            </p:cNvPr>
            <p:cNvCxnSpPr>
              <a:cxnSpLocks/>
            </p:cNvCxnSpPr>
            <p:nvPr/>
          </p:nvCxnSpPr>
          <p:spPr>
            <a:xfrm>
              <a:off x="2747042" y="2872831"/>
              <a:ext cx="0" cy="2438400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14EE76-8587-E3CF-2B96-57015696AC0E}"/>
                </a:ext>
              </a:extLst>
            </p:cNvPr>
            <p:cNvCxnSpPr>
              <a:cxnSpLocks/>
            </p:cNvCxnSpPr>
            <p:nvPr/>
          </p:nvCxnSpPr>
          <p:spPr>
            <a:xfrm>
              <a:off x="2899442" y="2874400"/>
              <a:ext cx="0" cy="2438400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30FE6D1-9F55-9F79-37EE-87FDC72504E0}"/>
                </a:ext>
              </a:extLst>
            </p:cNvPr>
            <p:cNvCxnSpPr>
              <a:cxnSpLocks/>
            </p:cNvCxnSpPr>
            <p:nvPr/>
          </p:nvCxnSpPr>
          <p:spPr>
            <a:xfrm>
              <a:off x="3051842" y="2875969"/>
              <a:ext cx="0" cy="2438400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16813F3-8C14-EF44-5603-EECAB24EBBAE}"/>
                </a:ext>
              </a:extLst>
            </p:cNvPr>
            <p:cNvCxnSpPr>
              <a:cxnSpLocks/>
            </p:cNvCxnSpPr>
            <p:nvPr/>
          </p:nvCxnSpPr>
          <p:spPr>
            <a:xfrm>
              <a:off x="3204242" y="2877539"/>
              <a:ext cx="0" cy="2438400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E208E73-6550-E506-116A-8A73794F929B}"/>
                </a:ext>
              </a:extLst>
            </p:cNvPr>
            <p:cNvCxnSpPr>
              <a:cxnSpLocks/>
            </p:cNvCxnSpPr>
            <p:nvPr/>
          </p:nvCxnSpPr>
          <p:spPr>
            <a:xfrm>
              <a:off x="3356642" y="2879109"/>
              <a:ext cx="0" cy="2438400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507836E-288F-E087-57A1-3B04B0E0BF4A}"/>
                </a:ext>
              </a:extLst>
            </p:cNvPr>
            <p:cNvCxnSpPr>
              <a:cxnSpLocks/>
            </p:cNvCxnSpPr>
            <p:nvPr/>
          </p:nvCxnSpPr>
          <p:spPr>
            <a:xfrm>
              <a:off x="3509042" y="2880678"/>
              <a:ext cx="0" cy="2438400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C969647-329C-6895-EA4B-8A8D967004C1}"/>
                </a:ext>
              </a:extLst>
            </p:cNvPr>
            <p:cNvCxnSpPr>
              <a:cxnSpLocks/>
            </p:cNvCxnSpPr>
            <p:nvPr/>
          </p:nvCxnSpPr>
          <p:spPr>
            <a:xfrm>
              <a:off x="3661442" y="2882248"/>
              <a:ext cx="0" cy="2438400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E062EA0-51F3-698F-2A89-C876D3B378C7}"/>
                </a:ext>
              </a:extLst>
            </p:cNvPr>
            <p:cNvCxnSpPr>
              <a:cxnSpLocks/>
            </p:cNvCxnSpPr>
            <p:nvPr/>
          </p:nvCxnSpPr>
          <p:spPr>
            <a:xfrm>
              <a:off x="3813842" y="2874390"/>
              <a:ext cx="0" cy="2438400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2A1B0CF-7D7F-7BCC-518A-AAAFF0121118}"/>
                </a:ext>
              </a:extLst>
            </p:cNvPr>
            <p:cNvCxnSpPr>
              <a:cxnSpLocks/>
            </p:cNvCxnSpPr>
            <p:nvPr/>
          </p:nvCxnSpPr>
          <p:spPr>
            <a:xfrm>
              <a:off x="3966242" y="2875959"/>
              <a:ext cx="0" cy="2438400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58D3EFA-F11C-9DBB-17E3-7FA6B4B966F7}"/>
                </a:ext>
              </a:extLst>
            </p:cNvPr>
            <p:cNvCxnSpPr>
              <a:cxnSpLocks/>
            </p:cNvCxnSpPr>
            <p:nvPr/>
          </p:nvCxnSpPr>
          <p:spPr>
            <a:xfrm>
              <a:off x="4118642" y="2877529"/>
              <a:ext cx="0" cy="2438400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B461F5C-3A66-FBF8-FE70-227569F4D84F}"/>
                </a:ext>
              </a:extLst>
            </p:cNvPr>
            <p:cNvCxnSpPr>
              <a:cxnSpLocks/>
            </p:cNvCxnSpPr>
            <p:nvPr/>
          </p:nvCxnSpPr>
          <p:spPr>
            <a:xfrm>
              <a:off x="4271042" y="2879099"/>
              <a:ext cx="0" cy="2438400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13464B5-BE5B-0559-3810-F8670F89FF0A}"/>
                </a:ext>
              </a:extLst>
            </p:cNvPr>
            <p:cNvCxnSpPr>
              <a:cxnSpLocks/>
            </p:cNvCxnSpPr>
            <p:nvPr/>
          </p:nvCxnSpPr>
          <p:spPr>
            <a:xfrm>
              <a:off x="4423442" y="2880669"/>
              <a:ext cx="0" cy="2438400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91C470A-25B7-FE46-C67F-C5EE33B698BA}"/>
                </a:ext>
              </a:extLst>
            </p:cNvPr>
            <p:cNvCxnSpPr>
              <a:cxnSpLocks/>
            </p:cNvCxnSpPr>
            <p:nvPr/>
          </p:nvCxnSpPr>
          <p:spPr>
            <a:xfrm>
              <a:off x="4575842" y="2872812"/>
              <a:ext cx="0" cy="2438400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CBF4A19-B040-DA42-2F40-2AF46104815D}"/>
                </a:ext>
              </a:extLst>
            </p:cNvPr>
            <p:cNvCxnSpPr>
              <a:cxnSpLocks/>
            </p:cNvCxnSpPr>
            <p:nvPr/>
          </p:nvCxnSpPr>
          <p:spPr>
            <a:xfrm>
              <a:off x="4728242" y="2874382"/>
              <a:ext cx="0" cy="2438400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B0E7A0C-50C3-E6BB-76EC-C778CC47F014}"/>
                </a:ext>
              </a:extLst>
            </p:cNvPr>
            <p:cNvCxnSpPr>
              <a:cxnSpLocks/>
            </p:cNvCxnSpPr>
            <p:nvPr/>
          </p:nvCxnSpPr>
          <p:spPr>
            <a:xfrm>
              <a:off x="4880642" y="2875952"/>
              <a:ext cx="0" cy="2438400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9D2ED43-5FBD-74E3-E010-56B67D24DB45}"/>
                </a:ext>
              </a:extLst>
            </p:cNvPr>
            <p:cNvCxnSpPr>
              <a:cxnSpLocks/>
            </p:cNvCxnSpPr>
            <p:nvPr/>
          </p:nvCxnSpPr>
          <p:spPr>
            <a:xfrm>
              <a:off x="5033042" y="2877522"/>
              <a:ext cx="0" cy="2438400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B3CFBC7-26C0-67D1-EECF-C12E903DF5C3}"/>
                </a:ext>
              </a:extLst>
            </p:cNvPr>
            <p:cNvCxnSpPr>
              <a:cxnSpLocks/>
            </p:cNvCxnSpPr>
            <p:nvPr/>
          </p:nvCxnSpPr>
          <p:spPr>
            <a:xfrm>
              <a:off x="5185442" y="2879092"/>
              <a:ext cx="0" cy="2438400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8AC87EC-C2A2-70B0-5083-803B287F16B8}"/>
                </a:ext>
              </a:extLst>
            </p:cNvPr>
            <p:cNvCxnSpPr>
              <a:cxnSpLocks/>
            </p:cNvCxnSpPr>
            <p:nvPr/>
          </p:nvCxnSpPr>
          <p:spPr>
            <a:xfrm>
              <a:off x="5337842" y="2880663"/>
              <a:ext cx="0" cy="2438400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75885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9DF14-D003-63AB-5658-9D8505DD8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C43E9-DF91-60DC-B477-794A543C7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10700"/>
            <a:ext cx="9905998" cy="5314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Seam Carving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247AA0-4E6A-667E-E0B3-A9FACBFDF033}"/>
              </a:ext>
            </a:extLst>
          </p:cNvPr>
          <p:cNvSpPr txBox="1"/>
          <p:nvPr/>
        </p:nvSpPr>
        <p:spPr>
          <a:xfrm>
            <a:off x="1330036" y="1696859"/>
            <a:ext cx="9531927" cy="52322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i="1" u="sng" dirty="0">
                <a:solidFill>
                  <a:schemeClr val="bg1"/>
                </a:solidFill>
              </a:rPr>
              <a:t>Seam Carving</a:t>
            </a:r>
            <a:r>
              <a:rPr lang="en-US" sz="2800" dirty="0">
                <a:solidFill>
                  <a:schemeClr val="bg1"/>
                </a:solidFill>
              </a:rPr>
              <a:t> removes </a:t>
            </a:r>
            <a:r>
              <a:rPr lang="en-US" sz="2800" dirty="0">
                <a:solidFill>
                  <a:schemeClr val="accent4"/>
                </a:solidFill>
              </a:rPr>
              <a:t>least energy seams</a:t>
            </a:r>
            <a:r>
              <a:rPr lang="en-US" sz="2800" dirty="0">
                <a:solidFill>
                  <a:schemeClr val="bg1"/>
                </a:solidFill>
              </a:rPr>
              <a:t> of pixels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27D12E5-911B-752C-8E06-913D05AE5816}"/>
              </a:ext>
            </a:extLst>
          </p:cNvPr>
          <p:cNvCxnSpPr/>
          <p:nvPr/>
        </p:nvCxnSpPr>
        <p:spPr>
          <a:xfrm>
            <a:off x="5680954" y="4096752"/>
            <a:ext cx="1556426" cy="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F0B9E1E-55C1-63BB-6C2E-EEBE8610D3D9}"/>
              </a:ext>
            </a:extLst>
          </p:cNvPr>
          <p:cNvSpPr txBox="1"/>
          <p:nvPr/>
        </p:nvSpPr>
        <p:spPr>
          <a:xfrm>
            <a:off x="1330036" y="1281500"/>
            <a:ext cx="9531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There are more pleasing ways to scale images!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92703A-E67D-5361-2D17-E1AF7CD30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431" y="2877552"/>
            <a:ext cx="3251200" cy="2438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38490D7-A620-F6C3-3D6B-65B2F1D55F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19431" y="2878980"/>
            <a:ext cx="3251200" cy="24369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551EB5-DCED-0FF5-443E-364D4CBCAB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7703" y="2877552"/>
            <a:ext cx="2065705" cy="243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391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142AC-4225-DE78-F400-4B924105D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E9B2DB4-ECCA-C83A-386D-06A0E31FF2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921"/>
          <a:stretch>
            <a:fillRect/>
          </a:stretch>
        </p:blipFill>
        <p:spPr>
          <a:xfrm>
            <a:off x="2003418" y="2209080"/>
            <a:ext cx="1888247" cy="24384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E551A68-8CFE-29DA-94C0-F6422532E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728" y="2209080"/>
            <a:ext cx="1891490" cy="24384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3DC3B30-FDBA-67CB-079C-6403E08E9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281" y="2210519"/>
            <a:ext cx="2065705" cy="243696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6813207-487C-A2E6-66BC-0746A0FD583D}"/>
              </a:ext>
            </a:extLst>
          </p:cNvPr>
          <p:cNvSpPr txBox="1"/>
          <p:nvPr/>
        </p:nvSpPr>
        <p:spPr>
          <a:xfrm>
            <a:off x="2003418" y="1809947"/>
            <a:ext cx="1888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Cropping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FA91A9-AB06-26AE-4BCA-CA6CDCC90AB0}"/>
              </a:ext>
            </a:extLst>
          </p:cNvPr>
          <p:cNvSpPr txBox="1"/>
          <p:nvPr/>
        </p:nvSpPr>
        <p:spPr>
          <a:xfrm>
            <a:off x="5229727" y="1809947"/>
            <a:ext cx="1891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Scaling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4EE6C6-8719-E166-A906-59BBC2DFB4BE}"/>
              </a:ext>
            </a:extLst>
          </p:cNvPr>
          <p:cNvSpPr txBox="1"/>
          <p:nvPr/>
        </p:nvSpPr>
        <p:spPr>
          <a:xfrm>
            <a:off x="8459279" y="1809947"/>
            <a:ext cx="2065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Carving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3C54C747-0881-8974-EBFC-7C73DE316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23821"/>
            <a:ext cx="9905998" cy="5314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2830159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F42E-35DE-A02E-40CB-69558F4C0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83764"/>
            <a:ext cx="9905998" cy="594265"/>
          </a:xfrm>
        </p:spPr>
        <p:txBody>
          <a:bodyPr/>
          <a:lstStyle/>
          <a:p>
            <a:pPr algn="ctr"/>
            <a:r>
              <a:rPr lang="en-US" dirty="0"/>
              <a:t>Energy of a seam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1C7D0B-404C-774F-7A35-93967A50EB04}"/>
              </a:ext>
            </a:extLst>
          </p:cNvPr>
          <p:cNvSpPr txBox="1"/>
          <p:nvPr/>
        </p:nvSpPr>
        <p:spPr>
          <a:xfrm>
            <a:off x="2069432" y="2175310"/>
            <a:ext cx="7931216" cy="1384995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For each pixel in the image, we will calculate the </a:t>
            </a:r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energy of the pixel</a:t>
            </a:r>
            <a:r>
              <a:rPr lang="en-US" sz="2800" dirty="0"/>
              <a:t>. The </a:t>
            </a:r>
            <a:r>
              <a:rPr lang="en-US" sz="2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energy of a seam </a:t>
            </a:r>
            <a:r>
              <a:rPr lang="en-US" sz="2800" dirty="0"/>
              <a:t>is simply the sum of the energies of the pixels in the seam.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73C2D4C-E8BF-ECF5-C3A9-6F406903206D}"/>
                  </a:ext>
                </a:extLst>
              </p:cNvPr>
              <p:cNvSpPr txBox="1"/>
              <p:nvPr/>
            </p:nvSpPr>
            <p:spPr>
              <a:xfrm>
                <a:off x="4295846" y="4472920"/>
                <a:ext cx="347838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𝑒𝑛𝑒𝑟𝑔𝑦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𝑝𝑖𝑥𝑒𝑙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73C2D4C-E8BF-ECF5-C3A9-6F4069032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846" y="4472920"/>
                <a:ext cx="3478388" cy="369332"/>
              </a:xfrm>
              <a:prstGeom prst="rect">
                <a:avLst/>
              </a:prstGeom>
              <a:blipFill>
                <a:blip r:embed="rId2"/>
                <a:stretch>
                  <a:fillRect l="-730" t="-6667" r="-1460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9734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20A4F-A3CD-5FBF-A992-645B5F406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0D46F-B49C-ED51-132F-54AAE25F7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83764"/>
            <a:ext cx="9905998" cy="594265"/>
          </a:xfrm>
        </p:spPr>
        <p:txBody>
          <a:bodyPr/>
          <a:lstStyle/>
          <a:p>
            <a:pPr algn="ctr"/>
            <a:r>
              <a:rPr lang="en-US" dirty="0"/>
              <a:t>Energy of a seam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4FD50-A9AA-809E-1AB0-A2F631D7B21B}"/>
              </a:ext>
            </a:extLst>
          </p:cNvPr>
          <p:cNvSpPr txBox="1"/>
          <p:nvPr/>
        </p:nvSpPr>
        <p:spPr>
          <a:xfrm>
            <a:off x="2130392" y="1318662"/>
            <a:ext cx="7931216" cy="1384995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For each pixel in the image, we will calculate the </a:t>
            </a:r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energy of the pixel</a:t>
            </a:r>
            <a:r>
              <a:rPr lang="en-US" sz="2800" dirty="0"/>
              <a:t>. The </a:t>
            </a:r>
            <a:r>
              <a:rPr lang="en-US" sz="2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energy of a seam </a:t>
            </a:r>
            <a:r>
              <a:rPr lang="en-US" sz="2800" dirty="0"/>
              <a:t>is simply the sum of the energies of the pixels in the seam.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D54878-D966-37B4-43ED-525A5F6CDFFE}"/>
                  </a:ext>
                </a:extLst>
              </p:cNvPr>
              <p:cNvSpPr txBox="1"/>
              <p:nvPr/>
            </p:nvSpPr>
            <p:spPr>
              <a:xfrm>
                <a:off x="4356806" y="3059668"/>
                <a:ext cx="347838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𝑒𝑛𝑒𝑟𝑔𝑦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𝑝𝑖𝑥𝑒𝑙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D54878-D966-37B4-43ED-525A5F6CD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806" y="3059668"/>
                <a:ext cx="3478388" cy="369332"/>
              </a:xfrm>
              <a:prstGeom prst="rect">
                <a:avLst/>
              </a:prstGeom>
              <a:blipFill>
                <a:blip r:embed="rId2"/>
                <a:stretch>
                  <a:fillRect l="-730" t="-3226" r="-1460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53C6830-646E-DE27-E028-94A8E59CDF5B}"/>
              </a:ext>
            </a:extLst>
          </p:cNvPr>
          <p:cNvSpPr txBox="1"/>
          <p:nvPr/>
        </p:nvSpPr>
        <p:spPr>
          <a:xfrm>
            <a:off x="7719461" y="4616008"/>
            <a:ext cx="2800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Restriction: seam pixels go up or diagonally up, not to the side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430CF-3974-C89B-5A0C-A0D15CD033D7}"/>
              </a:ext>
            </a:extLst>
          </p:cNvPr>
          <p:cNvSpPr txBox="1"/>
          <p:nvPr/>
        </p:nvSpPr>
        <p:spPr>
          <a:xfrm>
            <a:off x="1923449" y="4916905"/>
            <a:ext cx="2800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Base on nearby pixels. Change in pixel color from pixel to pixel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7A6221-E346-1256-2903-F760DF64A6F1}"/>
              </a:ext>
            </a:extLst>
          </p:cNvPr>
          <p:cNvCxnSpPr/>
          <p:nvPr/>
        </p:nvCxnSpPr>
        <p:spPr>
          <a:xfrm flipH="1">
            <a:off x="3744227" y="3628724"/>
            <a:ext cx="856649" cy="1183908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12BE55-CDEC-4D97-AFB5-CF9C0BAE8060}"/>
              </a:ext>
            </a:extLst>
          </p:cNvPr>
          <p:cNvCxnSpPr>
            <a:cxnSpLocks/>
          </p:cNvCxnSpPr>
          <p:nvPr/>
        </p:nvCxnSpPr>
        <p:spPr>
          <a:xfrm>
            <a:off x="7390598" y="3580998"/>
            <a:ext cx="877503" cy="103501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4314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40327</TotalTime>
  <Words>191</Words>
  <Application>Microsoft Macintosh PowerPoint</Application>
  <PresentationFormat>Widescreen</PresentationFormat>
  <Paragraphs>24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 Math</vt:lpstr>
      <vt:lpstr>Tw Cen MT</vt:lpstr>
      <vt:lpstr>Circuit</vt:lpstr>
      <vt:lpstr>More Dynamic Programming Seam Carving</vt:lpstr>
      <vt:lpstr>Seam Carving</vt:lpstr>
      <vt:lpstr>Cropping</vt:lpstr>
      <vt:lpstr>Scaling</vt:lpstr>
      <vt:lpstr>Seam Carving</vt:lpstr>
      <vt:lpstr>Comparison</vt:lpstr>
      <vt:lpstr>Energy of a seam</vt:lpstr>
      <vt:lpstr>Energy of a seam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237</cp:revision>
  <dcterms:created xsi:type="dcterms:W3CDTF">2023-02-24T14:15:53Z</dcterms:created>
  <dcterms:modified xsi:type="dcterms:W3CDTF">2025-09-30T11:14:26Z</dcterms:modified>
</cp:coreProperties>
</file>